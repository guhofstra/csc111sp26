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351" r:id="rId3"/>
    <p:sldId id="553" r:id="rId4"/>
    <p:sldId id="555" r:id="rId5"/>
    <p:sldId id="556" r:id="rId6"/>
    <p:sldId id="557" r:id="rId7"/>
    <p:sldId id="558" r:id="rId8"/>
    <p:sldId id="564" r:id="rId9"/>
    <p:sldId id="565" r:id="rId10"/>
    <p:sldId id="576" r:id="rId11"/>
    <p:sldId id="575" r:id="rId12"/>
    <p:sldId id="578" r:id="rId13"/>
    <p:sldId id="577" r:id="rId14"/>
    <p:sldId id="566" r:id="rId15"/>
    <p:sldId id="567" r:id="rId16"/>
    <p:sldId id="257" r:id="rId17"/>
    <p:sldId id="258" r:id="rId18"/>
    <p:sldId id="259" r:id="rId19"/>
    <p:sldId id="260" r:id="rId20"/>
    <p:sldId id="262" r:id="rId21"/>
    <p:sldId id="261" r:id="rId22"/>
    <p:sldId id="352" r:id="rId23"/>
    <p:sldId id="353" r:id="rId24"/>
    <p:sldId id="560" r:id="rId25"/>
    <p:sldId id="592" r:id="rId26"/>
    <p:sldId id="562" r:id="rId27"/>
    <p:sldId id="561" r:id="rId28"/>
    <p:sldId id="593" r:id="rId29"/>
    <p:sldId id="568" r:id="rId30"/>
    <p:sldId id="570" r:id="rId31"/>
    <p:sldId id="571" r:id="rId32"/>
    <p:sldId id="572" r:id="rId33"/>
    <p:sldId id="574" r:id="rId34"/>
    <p:sldId id="573" r:id="rId35"/>
    <p:sldId id="579" r:id="rId36"/>
    <p:sldId id="582" r:id="rId37"/>
    <p:sldId id="580" r:id="rId38"/>
    <p:sldId id="354" r:id="rId39"/>
    <p:sldId id="356" r:id="rId40"/>
    <p:sldId id="357" r:id="rId41"/>
    <p:sldId id="358" r:id="rId42"/>
    <p:sldId id="384" r:id="rId43"/>
    <p:sldId id="385" r:id="rId44"/>
    <p:sldId id="387" r:id="rId45"/>
    <p:sldId id="589" r:id="rId46"/>
    <p:sldId id="591" r:id="rId47"/>
    <p:sldId id="590" r:id="rId48"/>
    <p:sldId id="587" r:id="rId49"/>
    <p:sldId id="583" r:id="rId50"/>
    <p:sldId id="585" r:id="rId51"/>
    <p:sldId id="586" r:id="rId5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9F66C0-3357-40C2-B5B1-DCDAC1289C61}" v="70" dt="2025-10-25T23:40:54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82222" autoAdjust="0"/>
  </p:normalViewPr>
  <p:slideViewPr>
    <p:cSldViewPr>
      <p:cViewPr varScale="1">
        <p:scale>
          <a:sx n="68" d="100"/>
          <a:sy n="68" d="100"/>
        </p:scale>
        <p:origin x="116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7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modNotesMaster">
      <pc:chgData name="Zonghua Gu" userId="9a7e1853e1951ef5" providerId="LiveId" clId="{CF1FAA12-072C-4ED5-BA76-0FFFAEFDB88A}" dt="2025-10-26T17:14:17.918" v="5949" actId="20577"/>
      <pc:docMkLst>
        <pc:docMk/>
      </pc:docMkLst>
      <pc:sldChg chg="modSp add mod">
        <pc:chgData name="Zonghua Gu" userId="9a7e1853e1951ef5" providerId="LiveId" clId="{CF1FAA12-072C-4ED5-BA76-0FFFAEFDB88A}" dt="2025-10-16T22:18:35.499" v="4996" actId="20577"/>
        <pc:sldMkLst>
          <pc:docMk/>
          <pc:sldMk cId="3148296310" sldId="258"/>
        </pc:sldMkLst>
        <pc:spChg chg="mod">
          <ac:chgData name="Zonghua Gu" userId="9a7e1853e1951ef5" providerId="LiveId" clId="{CF1FAA12-072C-4ED5-BA76-0FFFAEFDB88A}" dt="2025-10-16T22:18:35.499" v="4996" actId="20577"/>
          <ac:spMkLst>
            <pc:docMk/>
            <pc:sldMk cId="3148296310" sldId="258"/>
            <ac:spMk id="4" creationId="{53E5C410-5B5B-9673-EACF-102D341F6238}"/>
          </ac:spMkLst>
        </pc:spChg>
      </pc:sldChg>
      <pc:sldChg chg="add">
        <pc:chgData name="Zonghua Gu" userId="9a7e1853e1951ef5" providerId="LiveId" clId="{CF1FAA12-072C-4ED5-BA76-0FFFAEFDB88A}" dt="2025-10-09T21:56:54.308" v="4346"/>
        <pc:sldMkLst>
          <pc:docMk/>
          <pc:sldMk cId="3279631536" sldId="351"/>
        </pc:sldMkLst>
      </pc:sldChg>
      <pc:sldChg chg="addSp delSp modSp new mod">
        <pc:chgData name="Zonghua Gu" userId="9a7e1853e1951ef5" providerId="LiveId" clId="{CF1FAA12-072C-4ED5-BA76-0FFFAEFDB88A}" dt="2025-10-16T23:50:46.662" v="5760" actId="20577"/>
        <pc:sldMkLst>
          <pc:docMk/>
          <pc:sldMk cId="2291445225" sldId="354"/>
        </pc:sldMkLst>
        <pc:spChg chg="add mod">
          <ac:chgData name="Zonghua Gu" userId="9a7e1853e1951ef5" providerId="LiveId" clId="{CF1FAA12-072C-4ED5-BA76-0FFFAEFDB88A}" dt="2025-10-16T23:50:46.662" v="5760" actId="20577"/>
          <ac:spMkLst>
            <pc:docMk/>
            <pc:sldMk cId="2291445225" sldId="354"/>
            <ac:spMk id="7" creationId="{BCB598EB-3D73-A532-9DE0-CBC965E702FA}"/>
          </ac:spMkLst>
        </pc:spChg>
      </pc:sldChg>
      <pc:sldChg chg="addSp delSp modSp add mod">
        <pc:chgData name="Zonghua Gu" userId="9a7e1853e1951ef5" providerId="LiveId" clId="{CF1FAA12-072C-4ED5-BA76-0FFFAEFDB88A}" dt="2025-10-26T17:14:17.918" v="5949" actId="20577"/>
        <pc:sldMkLst>
          <pc:docMk/>
          <pc:sldMk cId="3592227053" sldId="356"/>
        </pc:sldMkLst>
        <pc:spChg chg="mod">
          <ac:chgData name="Zonghua Gu" userId="9a7e1853e1951ef5" providerId="LiveId" clId="{CF1FAA12-072C-4ED5-BA76-0FFFAEFDB88A}" dt="2025-10-16T23:22:01.678" v="5566" actId="404"/>
          <ac:spMkLst>
            <pc:docMk/>
            <pc:sldMk cId="3592227053" sldId="356"/>
            <ac:spMk id="4" creationId="{2D018A86-8DB2-795C-FF88-161C2A00B316}"/>
          </ac:spMkLst>
        </pc:spChg>
        <pc:spChg chg="add mod">
          <ac:chgData name="Zonghua Gu" userId="9a7e1853e1951ef5" providerId="LiveId" clId="{CF1FAA12-072C-4ED5-BA76-0FFFAEFDB88A}" dt="2025-10-26T17:14:17.918" v="5949" actId="20577"/>
          <ac:spMkLst>
            <pc:docMk/>
            <pc:sldMk cId="3592227053" sldId="356"/>
            <ac:spMk id="5" creationId="{FA200113-936A-759C-DAEA-A0CA7E874220}"/>
          </ac:spMkLst>
        </pc:spChg>
        <pc:spChg chg="mod">
          <ac:chgData name="Zonghua Gu" userId="9a7e1853e1951ef5" providerId="LiveId" clId="{CF1FAA12-072C-4ED5-BA76-0FFFAEFDB88A}" dt="2025-10-16T23:50:40.281" v="5758" actId="6549"/>
          <ac:spMkLst>
            <pc:docMk/>
            <pc:sldMk cId="3592227053" sldId="356"/>
            <ac:spMk id="7" creationId="{024CB201-5D7D-1A95-A3C5-0B501ADFE4ED}"/>
          </ac:spMkLst>
        </pc:spChg>
      </pc:sldChg>
      <pc:sldChg chg="addSp delSp modSp new mod">
        <pc:chgData name="Zonghua Gu" userId="9a7e1853e1951ef5" providerId="LiveId" clId="{CF1FAA12-072C-4ED5-BA76-0FFFAEFDB88A}" dt="2025-10-16T23:20:39.970" v="5533" actId="1076"/>
        <pc:sldMkLst>
          <pc:docMk/>
          <pc:sldMk cId="1401545001" sldId="357"/>
        </pc:sldMkLst>
        <pc:spChg chg="add mod">
          <ac:chgData name="Zonghua Gu" userId="9a7e1853e1951ef5" providerId="LiveId" clId="{CF1FAA12-072C-4ED5-BA76-0FFFAEFDB88A}" dt="2025-10-16T23:20:37.088" v="5532" actId="404"/>
          <ac:spMkLst>
            <pc:docMk/>
            <pc:sldMk cId="1401545001" sldId="357"/>
            <ac:spMk id="7" creationId="{B21BD5E1-8C43-5CBF-BEB4-B430BDD4D73C}"/>
          </ac:spMkLst>
        </pc:spChg>
        <pc:spChg chg="add mod">
          <ac:chgData name="Zonghua Gu" userId="9a7e1853e1951ef5" providerId="LiveId" clId="{CF1FAA12-072C-4ED5-BA76-0FFFAEFDB88A}" dt="2025-10-16T23:20:39.970" v="5533" actId="1076"/>
          <ac:spMkLst>
            <pc:docMk/>
            <pc:sldMk cId="1401545001" sldId="357"/>
            <ac:spMk id="8" creationId="{D43F8B0C-9B9C-5AAA-26B5-003AE580EB61}"/>
          </ac:spMkLst>
        </pc:spChg>
      </pc:sldChg>
      <pc:sldChg chg="addSp modSp add mod">
        <pc:chgData name="Zonghua Gu" userId="9a7e1853e1951ef5" providerId="LiveId" clId="{CF1FAA12-072C-4ED5-BA76-0FFFAEFDB88A}" dt="2025-10-26T17:13:19.938" v="5945" actId="20577"/>
        <pc:sldMkLst>
          <pc:docMk/>
          <pc:sldMk cId="1087692432" sldId="358"/>
        </pc:sldMkLst>
        <pc:spChg chg="add mod">
          <ac:chgData name="Zonghua Gu" userId="9a7e1853e1951ef5" providerId="LiveId" clId="{CF1FAA12-072C-4ED5-BA76-0FFFAEFDB88A}" dt="2025-10-26T17:13:19.938" v="5945" actId="20577"/>
          <ac:spMkLst>
            <pc:docMk/>
            <pc:sldMk cId="1087692432" sldId="358"/>
            <ac:spMk id="4" creationId="{72C864CC-AEF5-15FA-F8F8-33E8C3B92231}"/>
          </ac:spMkLst>
        </pc:spChg>
        <pc:spChg chg="mod">
          <ac:chgData name="Zonghua Gu" userId="9a7e1853e1951ef5" providerId="LiveId" clId="{CF1FAA12-072C-4ED5-BA76-0FFFAEFDB88A}" dt="2025-10-16T23:19:43.615" v="5518" actId="404"/>
          <ac:spMkLst>
            <pc:docMk/>
            <pc:sldMk cId="1087692432" sldId="358"/>
            <ac:spMk id="7" creationId="{7B3059B3-E7CA-6A88-ECC8-ADFF4594B569}"/>
          </ac:spMkLst>
        </pc:spChg>
        <pc:spChg chg="mod">
          <ac:chgData name="Zonghua Gu" userId="9a7e1853e1951ef5" providerId="LiveId" clId="{CF1FAA12-072C-4ED5-BA76-0FFFAEFDB88A}" dt="2025-10-16T23:19:53.729" v="5519" actId="1076"/>
          <ac:spMkLst>
            <pc:docMk/>
            <pc:sldMk cId="1087692432" sldId="358"/>
            <ac:spMk id="8" creationId="{63728C00-95CC-7E30-18AF-775A46A3C6BF}"/>
          </ac:spMkLst>
        </pc:spChg>
      </pc:sldChg>
      <pc:sldChg chg="addSp delSp modSp add mod modNotes">
        <pc:chgData name="Zonghua Gu" userId="9a7e1853e1951ef5" providerId="LiveId" clId="{CF1FAA12-072C-4ED5-BA76-0FFFAEFDB88A}" dt="2025-10-16T23:21:29.466" v="5557" actId="20577"/>
        <pc:sldMkLst>
          <pc:docMk/>
          <pc:sldMk cId="1456166100" sldId="384"/>
        </pc:sldMkLst>
        <pc:spChg chg="mod">
          <ac:chgData name="Zonghua Gu" userId="9a7e1853e1951ef5" providerId="LiveId" clId="{CF1FAA12-072C-4ED5-BA76-0FFFAEFDB88A}" dt="2025-10-16T23:21:29.466" v="5557" actId="20577"/>
          <ac:spMkLst>
            <pc:docMk/>
            <pc:sldMk cId="1456166100" sldId="384"/>
            <ac:spMk id="4" creationId="{FD21DA5F-0B0C-5E4B-FFBA-4A8692F7A975}"/>
          </ac:spMkLst>
        </pc:spChg>
        <pc:graphicFrameChg chg="add mod">
          <ac:chgData name="Zonghua Gu" userId="9a7e1853e1951ef5" providerId="LiveId" clId="{CF1FAA12-072C-4ED5-BA76-0FFFAEFDB88A}" dt="2025-10-08T01:01:39.844" v="3961"/>
          <ac:graphicFrameMkLst>
            <pc:docMk/>
            <pc:sldMk cId="1456166100" sldId="384"/>
            <ac:graphicFrameMk id="6" creationId="{F6C027E4-0F54-2503-6E54-155E1BC92737}"/>
          </ac:graphicFrameMkLst>
        </pc:graphicFrameChg>
      </pc:sldChg>
      <pc:sldChg chg="addSp delSp modSp new mod">
        <pc:chgData name="Zonghua Gu" userId="9a7e1853e1951ef5" providerId="LiveId" clId="{CF1FAA12-072C-4ED5-BA76-0FFFAEFDB88A}" dt="2025-10-16T23:24:23.268" v="5627" actId="20577"/>
        <pc:sldMkLst>
          <pc:docMk/>
          <pc:sldMk cId="3808152940" sldId="385"/>
        </pc:sldMkLst>
        <pc:spChg chg="mod">
          <ac:chgData name="Zonghua Gu" userId="9a7e1853e1951ef5" providerId="LiveId" clId="{CF1FAA12-072C-4ED5-BA76-0FFFAEFDB88A}" dt="2025-10-16T23:24:23.268" v="5627" actId="20577"/>
          <ac:spMkLst>
            <pc:docMk/>
            <pc:sldMk cId="3808152940" sldId="385"/>
            <ac:spMk id="4" creationId="{20AF534B-2417-B92D-61EA-CC2082CC62B6}"/>
          </ac:spMkLst>
        </pc:spChg>
        <pc:graphicFrameChg chg="add mod">
          <ac:chgData name="Zonghua Gu" userId="9a7e1853e1951ef5" providerId="LiveId" clId="{CF1FAA12-072C-4ED5-BA76-0FFFAEFDB88A}" dt="2025-10-08T01:01:39.844" v="3961"/>
          <ac:graphicFrameMkLst>
            <pc:docMk/>
            <pc:sldMk cId="3808152940" sldId="385"/>
            <ac:graphicFrameMk id="6" creationId="{9F3E2C1E-31D7-D8FB-CE9D-0E062ADEFB6A}"/>
          </ac:graphicFrameMkLst>
        </pc:graphicFrameChg>
      </pc:sldChg>
      <pc:sldChg chg="addSp delSp modSp add mod">
        <pc:chgData name="Zonghua Gu" userId="9a7e1853e1951ef5" providerId="LiveId" clId="{CF1FAA12-072C-4ED5-BA76-0FFFAEFDB88A}" dt="2025-10-08T01:21:20.761" v="4283" actId="20577"/>
        <pc:sldMkLst>
          <pc:docMk/>
          <pc:sldMk cId="1496054644" sldId="387"/>
        </pc:sldMkLst>
        <pc:spChg chg="mod">
          <ac:chgData name="Zonghua Gu" userId="9a7e1853e1951ef5" providerId="LiveId" clId="{CF1FAA12-072C-4ED5-BA76-0FFFAEFDB88A}" dt="2025-10-08T01:21:20.761" v="4283" actId="20577"/>
          <ac:spMkLst>
            <pc:docMk/>
            <pc:sldMk cId="1496054644" sldId="387"/>
            <ac:spMk id="4" creationId="{5645CD76-A90D-FFA9-784E-A81C0CBBBD11}"/>
          </ac:spMkLst>
        </pc:spChg>
        <pc:graphicFrameChg chg="mod modGraphic">
          <ac:chgData name="Zonghua Gu" userId="9a7e1853e1951ef5" providerId="LiveId" clId="{CF1FAA12-072C-4ED5-BA76-0FFFAEFDB88A}" dt="2025-10-08T01:02:22.988" v="3966" actId="21"/>
          <ac:graphicFrameMkLst>
            <pc:docMk/>
            <pc:sldMk cId="1496054644" sldId="387"/>
            <ac:graphicFrameMk id="5" creationId="{9BFC7784-AC7A-8159-74B8-C94D84BE48E4}"/>
          </ac:graphicFrameMkLst>
        </pc:graphicFrameChg>
      </pc:sldChg>
      <pc:sldChg chg="modSp add mod">
        <pc:chgData name="Zonghua Gu" userId="9a7e1853e1951ef5" providerId="LiveId" clId="{CF1FAA12-072C-4ED5-BA76-0FFFAEFDB88A}" dt="2025-10-09T21:59:29.534" v="4352" actId="403"/>
        <pc:sldMkLst>
          <pc:docMk/>
          <pc:sldMk cId="3531879706" sldId="553"/>
        </pc:sldMkLst>
        <pc:spChg chg="mod">
          <ac:chgData name="Zonghua Gu" userId="9a7e1853e1951ef5" providerId="LiveId" clId="{CF1FAA12-072C-4ED5-BA76-0FFFAEFDB88A}" dt="2025-10-09T21:57:11.061" v="4348" actId="1076"/>
          <ac:spMkLst>
            <pc:docMk/>
            <pc:sldMk cId="3531879706" sldId="553"/>
            <ac:spMk id="4" creationId="{3666F114-4345-426E-8C76-29F4A48DFE0E}"/>
          </ac:spMkLst>
        </pc:spChg>
        <pc:spChg chg="mod">
          <ac:chgData name="Zonghua Gu" userId="9a7e1853e1951ef5" providerId="LiveId" clId="{CF1FAA12-072C-4ED5-BA76-0FFFAEFDB88A}" dt="2025-10-09T21:59:29.534" v="4352" actId="403"/>
          <ac:spMkLst>
            <pc:docMk/>
            <pc:sldMk cId="3531879706" sldId="553"/>
            <ac:spMk id="38917" creationId="{00000000-0000-0000-0000-000000000000}"/>
          </ac:spMkLst>
        </pc:spChg>
        <pc:spChg chg="mod">
          <ac:chgData name="Zonghua Gu" userId="9a7e1853e1951ef5" providerId="LiveId" clId="{CF1FAA12-072C-4ED5-BA76-0FFFAEFDB88A}" dt="2025-10-09T21:57:14.218" v="4349" actId="1076"/>
          <ac:spMkLst>
            <pc:docMk/>
            <pc:sldMk cId="3531879706" sldId="553"/>
            <ac:spMk id="323587" creationId="{00000000-0000-0000-0000-000000000000}"/>
          </ac:spMkLst>
        </pc:spChg>
        <pc:graphicFrameChg chg="mod">
          <ac:chgData name="Zonghua Gu" userId="9a7e1853e1951ef5" providerId="LiveId" clId="{CF1FAA12-072C-4ED5-BA76-0FFFAEFDB88A}" dt="2025-10-09T21:57:14.218" v="4349" actId="1076"/>
          <ac:graphicFrameMkLst>
            <pc:docMk/>
            <pc:sldMk cId="3531879706" sldId="553"/>
            <ac:graphicFrameMk id="2" creationId="{00000000-0000-0000-0000-000000000000}"/>
          </ac:graphicFrameMkLst>
        </pc:graphicFrameChg>
        <pc:inkChg chg="mod">
          <ac:chgData name="Zonghua Gu" userId="9a7e1853e1951ef5" providerId="LiveId" clId="{CF1FAA12-072C-4ED5-BA76-0FFFAEFDB88A}" dt="2025-10-09T21:57:14.218" v="4349" actId="1076"/>
          <ac:inkMkLst>
            <pc:docMk/>
            <pc:sldMk cId="3531879706" sldId="553"/>
            <ac:inkMk id="5" creationId="{E2ACC35D-CF95-407F-B222-DF5A1F69BA9F}"/>
          </ac:inkMkLst>
        </pc:inkChg>
        <pc:inkChg chg="mod">
          <ac:chgData name="Zonghua Gu" userId="9a7e1853e1951ef5" providerId="LiveId" clId="{CF1FAA12-072C-4ED5-BA76-0FFFAEFDB88A}" dt="2025-10-09T21:57:14.218" v="4349" actId="1076"/>
          <ac:inkMkLst>
            <pc:docMk/>
            <pc:sldMk cId="3531879706" sldId="553"/>
            <ac:inkMk id="6" creationId="{641399B7-0992-4159-AA56-A61464B0489C}"/>
          </ac:inkMkLst>
        </pc:inkChg>
      </pc:sldChg>
      <pc:sldChg chg="modSp new mod">
        <pc:chgData name="Zonghua Gu" userId="9a7e1853e1951ef5" providerId="LiveId" clId="{CF1FAA12-072C-4ED5-BA76-0FFFAEFDB88A}" dt="2025-10-16T23:43:30.900" v="5674" actId="20577"/>
        <pc:sldMkLst>
          <pc:docMk/>
          <pc:sldMk cId="1248622466" sldId="555"/>
        </pc:sldMkLst>
        <pc:spChg chg="mod">
          <ac:chgData name="Zonghua Gu" userId="9a7e1853e1951ef5" providerId="LiveId" clId="{CF1FAA12-072C-4ED5-BA76-0FFFAEFDB88A}" dt="2025-10-16T23:43:30.900" v="5674" actId="20577"/>
          <ac:spMkLst>
            <pc:docMk/>
            <pc:sldMk cId="1248622466" sldId="555"/>
            <ac:spMk id="4" creationId="{0DBB9D86-D583-CABE-4B85-A5314A655FCE}"/>
          </ac:spMkLst>
        </pc:spChg>
      </pc:sldChg>
      <pc:sldChg chg="addSp modSp add mod">
        <pc:chgData name="Zonghua Gu" userId="9a7e1853e1951ef5" providerId="LiveId" clId="{CF1FAA12-072C-4ED5-BA76-0FFFAEFDB88A}" dt="2025-10-16T23:46:24.446" v="5696" actId="20577"/>
        <pc:sldMkLst>
          <pc:docMk/>
          <pc:sldMk cId="3198797166" sldId="556"/>
        </pc:sldMkLst>
        <pc:spChg chg="mod">
          <ac:chgData name="Zonghua Gu" userId="9a7e1853e1951ef5" providerId="LiveId" clId="{CF1FAA12-072C-4ED5-BA76-0FFFAEFDB88A}" dt="2025-10-16T23:43:35.841" v="5676" actId="20577"/>
          <ac:spMkLst>
            <pc:docMk/>
            <pc:sldMk cId="3198797166" sldId="556"/>
            <ac:spMk id="4" creationId="{26C07159-9E90-34FC-FD37-707ADD2978CD}"/>
          </ac:spMkLst>
        </pc:spChg>
        <pc:spChg chg="add mod">
          <ac:chgData name="Zonghua Gu" userId="9a7e1853e1951ef5" providerId="LiveId" clId="{CF1FAA12-072C-4ED5-BA76-0FFFAEFDB88A}" dt="2025-10-16T23:46:24.446" v="5696" actId="20577"/>
          <ac:spMkLst>
            <pc:docMk/>
            <pc:sldMk cId="3198797166" sldId="556"/>
            <ac:spMk id="5" creationId="{F62F52E9-C913-0809-7AFE-FB9B6517BE16}"/>
          </ac:spMkLst>
        </pc:spChg>
      </pc:sldChg>
      <pc:sldChg chg="modSp add mod">
        <pc:chgData name="Zonghua Gu" userId="9a7e1853e1951ef5" providerId="LiveId" clId="{CF1FAA12-072C-4ED5-BA76-0FFFAEFDB88A}" dt="2025-10-16T23:49:22.171" v="5754" actId="20577"/>
        <pc:sldMkLst>
          <pc:docMk/>
          <pc:sldMk cId="3001218416" sldId="558"/>
        </pc:sldMkLst>
        <pc:spChg chg="mod">
          <ac:chgData name="Zonghua Gu" userId="9a7e1853e1951ef5" providerId="LiveId" clId="{CF1FAA12-072C-4ED5-BA76-0FFFAEFDB88A}" dt="2025-10-16T23:49:22.171" v="5754" actId="20577"/>
          <ac:spMkLst>
            <pc:docMk/>
            <pc:sldMk cId="3001218416" sldId="558"/>
            <ac:spMk id="4" creationId="{65B1C0D2-DA1A-E3F6-EAF4-BA1DF53BEE99}"/>
          </ac:spMkLst>
        </pc:spChg>
      </pc:sldChg>
      <pc:sldChg chg="modSp add mod">
        <pc:chgData name="Zonghua Gu" userId="9a7e1853e1951ef5" providerId="LiveId" clId="{CF1FAA12-072C-4ED5-BA76-0FFFAEFDB88A}" dt="2025-10-17T12:08:46.152" v="5789" actId="14100"/>
        <pc:sldMkLst>
          <pc:docMk/>
          <pc:sldMk cId="1329116476" sldId="560"/>
        </pc:sldMkLst>
        <pc:spChg chg="mod">
          <ac:chgData name="Zonghua Gu" userId="9a7e1853e1951ef5" providerId="LiveId" clId="{CF1FAA12-072C-4ED5-BA76-0FFFAEFDB88A}" dt="2025-10-17T12:08:46.152" v="5789" actId="14100"/>
          <ac:spMkLst>
            <pc:docMk/>
            <pc:sldMk cId="1329116476" sldId="560"/>
            <ac:spMk id="4" creationId="{4D005CE6-6347-A24A-DCDF-0579A282CE42}"/>
          </ac:spMkLst>
        </pc:spChg>
      </pc:sldChg>
      <pc:sldChg chg="add">
        <pc:chgData name="Zonghua Gu" userId="9a7e1853e1951ef5" providerId="LiveId" clId="{CF1FAA12-072C-4ED5-BA76-0FFFAEFDB88A}" dt="2025-10-17T12:05:52.117" v="5784"/>
        <pc:sldMkLst>
          <pc:docMk/>
          <pc:sldMk cId="4168816101" sldId="562"/>
        </pc:sldMkLst>
      </pc:sldChg>
      <pc:sldChg chg="addSp delSp modSp add mod">
        <pc:chgData name="Zonghua Gu" userId="9a7e1853e1951ef5" providerId="LiveId" clId="{CF1FAA12-072C-4ED5-BA76-0FFFAEFDB88A}" dt="2025-10-25T23:40:58.206" v="5815" actId="20577"/>
        <pc:sldMkLst>
          <pc:docMk/>
          <pc:sldMk cId="3678485956" sldId="565"/>
        </pc:sldMkLst>
        <pc:spChg chg="mod">
          <ac:chgData name="Zonghua Gu" userId="9a7e1853e1951ef5" providerId="LiveId" clId="{CF1FAA12-072C-4ED5-BA76-0FFFAEFDB88A}" dt="2025-10-25T23:40:58.206" v="5815" actId="20577"/>
          <ac:spMkLst>
            <pc:docMk/>
            <pc:sldMk cId="3678485956" sldId="565"/>
            <ac:spMk id="4" creationId="{C3D9501F-592C-5813-E379-F3D65F5F6FEC}"/>
          </ac:spMkLst>
        </pc:spChg>
      </pc:sldChg>
      <pc:sldChg chg="modSp new mod">
        <pc:chgData name="Zonghua Gu" userId="9a7e1853e1951ef5" providerId="LiveId" clId="{CF1FAA12-072C-4ED5-BA76-0FFFAEFDB88A}" dt="2025-10-16T22:15:34.056" v="4992" actId="20577"/>
        <pc:sldMkLst>
          <pc:docMk/>
          <pc:sldMk cId="183442351" sldId="577"/>
        </pc:sldMkLst>
        <pc:spChg chg="mod">
          <ac:chgData name="Zonghua Gu" userId="9a7e1853e1951ef5" providerId="LiveId" clId="{CF1FAA12-072C-4ED5-BA76-0FFFAEFDB88A}" dt="2025-10-16T22:15:34.056" v="4992" actId="20577"/>
          <ac:spMkLst>
            <pc:docMk/>
            <pc:sldMk cId="183442351" sldId="577"/>
            <ac:spMk id="4" creationId="{1E92B818-9E8A-D4F7-35C5-0DE946EE802E}"/>
          </ac:spMkLst>
        </pc:spChg>
      </pc:sldChg>
      <pc:sldChg chg="addSp delSp modSp new mod">
        <pc:chgData name="Zonghua Gu" userId="9a7e1853e1951ef5" providerId="LiveId" clId="{CF1FAA12-072C-4ED5-BA76-0FFFAEFDB88A}" dt="2025-10-15T00:22:35.321" v="4949" actId="1076"/>
        <pc:sldMkLst>
          <pc:docMk/>
          <pc:sldMk cId="2830003090" sldId="583"/>
        </pc:sldMkLst>
        <pc:spChg chg="mod">
          <ac:chgData name="Zonghua Gu" userId="9a7e1853e1951ef5" providerId="LiveId" clId="{CF1FAA12-072C-4ED5-BA76-0FFFAEFDB88A}" dt="2025-10-07T21:12:54.151" v="3908" actId="20577"/>
          <ac:spMkLst>
            <pc:docMk/>
            <pc:sldMk cId="2830003090" sldId="583"/>
            <ac:spMk id="2" creationId="{1E173C70-86D1-2699-001E-17FB9C6BE226}"/>
          </ac:spMkLst>
        </pc:spChg>
        <pc:spChg chg="add mod">
          <ac:chgData name="Zonghua Gu" userId="9a7e1853e1951ef5" providerId="LiveId" clId="{CF1FAA12-072C-4ED5-BA76-0FFFAEFDB88A}" dt="2025-10-15T00:20:26.474" v="4943" actId="20577"/>
          <ac:spMkLst>
            <pc:docMk/>
            <pc:sldMk cId="2830003090" sldId="583"/>
            <ac:spMk id="7" creationId="{0D49BC51-81B0-0099-8662-2532F481FECD}"/>
          </ac:spMkLst>
        </pc:spChg>
        <pc:graphicFrameChg chg="add mod modGraphic">
          <ac:chgData name="Zonghua Gu" userId="9a7e1853e1951ef5" providerId="LiveId" clId="{CF1FAA12-072C-4ED5-BA76-0FFFAEFDB88A}" dt="2025-10-15T00:22:35.321" v="4949" actId="1076"/>
          <ac:graphicFrameMkLst>
            <pc:docMk/>
            <pc:sldMk cId="2830003090" sldId="583"/>
            <ac:graphicFrameMk id="6" creationId="{9B855329-644D-B313-F6DA-A77E9B02AAE4}"/>
          </ac:graphicFrameMkLst>
        </pc:graphicFrameChg>
      </pc:sldChg>
      <pc:sldChg chg="addSp delSp modSp new mod">
        <pc:chgData name="Zonghua Gu" userId="9a7e1853e1951ef5" providerId="LiveId" clId="{CF1FAA12-072C-4ED5-BA76-0FFFAEFDB88A}" dt="2025-10-15T00:15:20.072" v="4862" actId="571"/>
        <pc:sldMkLst>
          <pc:docMk/>
          <pc:sldMk cId="753812427" sldId="585"/>
        </pc:sldMkLst>
        <pc:spChg chg="mod">
          <ac:chgData name="Zonghua Gu" userId="9a7e1853e1951ef5" providerId="LiveId" clId="{CF1FAA12-072C-4ED5-BA76-0FFFAEFDB88A}" dt="2025-10-07T21:15:51.119" v="3911"/>
          <ac:spMkLst>
            <pc:docMk/>
            <pc:sldMk cId="753812427" sldId="585"/>
            <ac:spMk id="2" creationId="{B2F387BE-21EF-D8F5-98CC-8E638AA4C3CB}"/>
          </ac:spMkLst>
        </pc:spChg>
        <pc:spChg chg="add mod">
          <ac:chgData name="Zonghua Gu" userId="9a7e1853e1951ef5" providerId="LiveId" clId="{CF1FAA12-072C-4ED5-BA76-0FFFAEFDB88A}" dt="2025-10-07T20:20:15.077" v="3750" actId="1076"/>
          <ac:spMkLst>
            <pc:docMk/>
            <pc:sldMk cId="753812427" sldId="585"/>
            <ac:spMk id="7" creationId="{3DC6837D-2422-BFB8-F87C-7FA5B761C9E2}"/>
          </ac:spMkLst>
        </pc:spChg>
        <pc:spChg chg="add mod">
          <ac:chgData name="Zonghua Gu" userId="9a7e1853e1951ef5" providerId="LiveId" clId="{CF1FAA12-072C-4ED5-BA76-0FFFAEFDB88A}" dt="2025-10-15T00:15:02.630" v="4857" actId="1076"/>
          <ac:spMkLst>
            <pc:docMk/>
            <pc:sldMk cId="753812427" sldId="585"/>
            <ac:spMk id="8" creationId="{BCCAC2F7-7B48-A7B1-D707-D63B0BCE4A2D}"/>
          </ac:spMkLst>
        </pc:spChg>
        <pc:spChg chg="add mod">
          <ac:chgData name="Zonghua Gu" userId="9a7e1853e1951ef5" providerId="LiveId" clId="{CF1FAA12-072C-4ED5-BA76-0FFFAEFDB88A}" dt="2025-10-15T00:15:11.266" v="4860" actId="1076"/>
          <ac:spMkLst>
            <pc:docMk/>
            <pc:sldMk cId="753812427" sldId="585"/>
            <ac:spMk id="9" creationId="{E691C844-4BC0-0B20-B37E-D78145261753}"/>
          </ac:spMkLst>
        </pc:spChg>
        <pc:spChg chg="add mod">
          <ac:chgData name="Zonghua Gu" userId="9a7e1853e1951ef5" providerId="LiveId" clId="{CF1FAA12-072C-4ED5-BA76-0FFFAEFDB88A}" dt="2025-10-15T00:15:16.403" v="4861" actId="571"/>
          <ac:spMkLst>
            <pc:docMk/>
            <pc:sldMk cId="753812427" sldId="585"/>
            <ac:spMk id="10" creationId="{EDCEFAB5-9995-5D1A-7108-FE6877E0AFFF}"/>
          </ac:spMkLst>
        </pc:spChg>
        <pc:spChg chg="add mod">
          <ac:chgData name="Zonghua Gu" userId="9a7e1853e1951ef5" providerId="LiveId" clId="{CF1FAA12-072C-4ED5-BA76-0FFFAEFDB88A}" dt="2025-10-15T00:15:20.072" v="4862" actId="571"/>
          <ac:spMkLst>
            <pc:docMk/>
            <pc:sldMk cId="753812427" sldId="585"/>
            <ac:spMk id="11" creationId="{91BA33C9-48DD-5A86-81ED-82377FB93AD6}"/>
          </ac:spMkLst>
        </pc:spChg>
        <pc:spChg chg="add mod">
          <ac:chgData name="Zonghua Gu" userId="9a7e1853e1951ef5" providerId="LiveId" clId="{CF1FAA12-072C-4ED5-BA76-0FFFAEFDB88A}" dt="2025-10-07T20:21:16.408" v="3757" actId="20577"/>
          <ac:spMkLst>
            <pc:docMk/>
            <pc:sldMk cId="753812427" sldId="585"/>
            <ac:spMk id="15" creationId="{6C131644-8E94-FA19-4A25-27C373117556}"/>
          </ac:spMkLst>
        </pc:spChg>
        <pc:spChg chg="add mod">
          <ac:chgData name="Zonghua Gu" userId="9a7e1853e1951ef5" providerId="LiveId" clId="{CF1FAA12-072C-4ED5-BA76-0FFFAEFDB88A}" dt="2025-10-07T20:49:33.419" v="3769" actId="20577"/>
          <ac:spMkLst>
            <pc:docMk/>
            <pc:sldMk cId="753812427" sldId="585"/>
            <ac:spMk id="18" creationId="{A7D0E2EB-4643-8298-6FFB-F644054699CA}"/>
          </ac:spMkLst>
        </pc:spChg>
        <pc:spChg chg="add mod">
          <ac:chgData name="Zonghua Gu" userId="9a7e1853e1951ef5" providerId="LiveId" clId="{CF1FAA12-072C-4ED5-BA76-0FFFAEFDB88A}" dt="2025-10-07T20:50:36.213" v="3774" actId="20577"/>
          <ac:spMkLst>
            <pc:docMk/>
            <pc:sldMk cId="753812427" sldId="585"/>
            <ac:spMk id="21" creationId="{3F78BDCB-4750-D7AD-9448-AC89996468A5}"/>
          </ac:spMkLst>
        </pc:spChg>
        <pc:graphicFrameChg chg="add mod modGraphic">
          <ac:chgData name="Zonghua Gu" userId="9a7e1853e1951ef5" providerId="LiveId" clId="{CF1FAA12-072C-4ED5-BA76-0FFFAEFDB88A}" dt="2025-10-07T20:20:15.077" v="3750" actId="1076"/>
          <ac:graphicFrameMkLst>
            <pc:docMk/>
            <pc:sldMk cId="753812427" sldId="585"/>
            <ac:graphicFrameMk id="5" creationId="{1F15F41E-EB7A-6ECD-3CFB-38D27911E9F1}"/>
          </ac:graphicFrameMkLst>
        </pc:graphicFrameChg>
        <pc:graphicFrameChg chg="add mod modGraphic">
          <ac:chgData name="Zonghua Gu" userId="9a7e1853e1951ef5" providerId="LiveId" clId="{CF1FAA12-072C-4ED5-BA76-0FFFAEFDB88A}" dt="2025-10-07T20:21:10.121" v="3756" actId="20577"/>
          <ac:graphicFrameMkLst>
            <pc:docMk/>
            <pc:sldMk cId="753812427" sldId="585"/>
            <ac:graphicFrameMk id="13" creationId="{BF5E2B1E-1943-38C7-5905-F4C88EAC39E0}"/>
          </ac:graphicFrameMkLst>
        </pc:graphicFrameChg>
        <pc:graphicFrameChg chg="add mod modGraphic">
          <ac:chgData name="Zonghua Gu" userId="9a7e1853e1951ef5" providerId="LiveId" clId="{CF1FAA12-072C-4ED5-BA76-0FFFAEFDB88A}" dt="2025-10-07T20:49:31.386" v="3768" actId="20577"/>
          <ac:graphicFrameMkLst>
            <pc:docMk/>
            <pc:sldMk cId="753812427" sldId="585"/>
            <ac:graphicFrameMk id="16" creationId="{967EEEEF-DB31-16C1-E51E-AA11ED143EE0}"/>
          </ac:graphicFrameMkLst>
        </pc:graphicFrameChg>
        <pc:graphicFrameChg chg="add mod modGraphic">
          <ac:chgData name="Zonghua Gu" userId="9a7e1853e1951ef5" providerId="LiveId" clId="{CF1FAA12-072C-4ED5-BA76-0FFFAEFDB88A}" dt="2025-10-15T00:13:41.253" v="4839" actId="20577"/>
          <ac:graphicFrameMkLst>
            <pc:docMk/>
            <pc:sldMk cId="753812427" sldId="585"/>
            <ac:graphicFrameMk id="19" creationId="{6FCB6396-85EE-B89A-4A0B-9D70E0C24EB3}"/>
          </ac:graphicFrameMkLst>
        </pc:graphicFrameChg>
        <pc:cxnChg chg="add mod">
          <ac:chgData name="Zonghua Gu" userId="9a7e1853e1951ef5" providerId="LiveId" clId="{CF1FAA12-072C-4ED5-BA76-0FFFAEFDB88A}" dt="2025-10-07T20:20:15.077" v="3750" actId="1076"/>
          <ac:cxnSpMkLst>
            <pc:docMk/>
            <pc:sldMk cId="753812427" sldId="585"/>
            <ac:cxnSpMk id="6" creationId="{064E99EB-A80A-64E3-3DC8-0F9341ACD6FF}"/>
          </ac:cxnSpMkLst>
        </pc:cxnChg>
        <pc:cxnChg chg="add mod">
          <ac:chgData name="Zonghua Gu" userId="9a7e1853e1951ef5" providerId="LiveId" clId="{CF1FAA12-072C-4ED5-BA76-0FFFAEFDB88A}" dt="2025-10-07T20:20:09.514" v="3749" actId="571"/>
          <ac:cxnSpMkLst>
            <pc:docMk/>
            <pc:sldMk cId="753812427" sldId="585"/>
            <ac:cxnSpMk id="14" creationId="{D8606BFC-23E4-2641-7362-BF44732DFAC4}"/>
          </ac:cxnSpMkLst>
        </pc:cxnChg>
        <pc:cxnChg chg="add mod">
          <ac:chgData name="Zonghua Gu" userId="9a7e1853e1951ef5" providerId="LiveId" clId="{CF1FAA12-072C-4ED5-BA76-0FFFAEFDB88A}" dt="2025-10-07T20:48:53.189" v="3759" actId="571"/>
          <ac:cxnSpMkLst>
            <pc:docMk/>
            <pc:sldMk cId="753812427" sldId="585"/>
            <ac:cxnSpMk id="17" creationId="{C9696F67-3162-0CEE-5F9F-C340110C76D5}"/>
          </ac:cxnSpMkLst>
        </pc:cxnChg>
        <pc:cxnChg chg="add mod">
          <ac:chgData name="Zonghua Gu" userId="9a7e1853e1951ef5" providerId="LiveId" clId="{CF1FAA12-072C-4ED5-BA76-0FFFAEFDB88A}" dt="2025-10-07T20:48:53.189" v="3759" actId="571"/>
          <ac:cxnSpMkLst>
            <pc:docMk/>
            <pc:sldMk cId="753812427" sldId="585"/>
            <ac:cxnSpMk id="20" creationId="{ED5303E1-F393-2BF6-3DF5-89ED60AD5E31}"/>
          </ac:cxnSpMkLst>
        </pc:cxnChg>
      </pc:sldChg>
      <pc:sldChg chg="addSp delSp modSp add mod">
        <pc:chgData name="Zonghua Gu" userId="9a7e1853e1951ef5" providerId="LiveId" clId="{CF1FAA12-072C-4ED5-BA76-0FFFAEFDB88A}" dt="2025-10-15T00:15:33.611" v="4867" actId="478"/>
        <pc:sldMkLst>
          <pc:docMk/>
          <pc:sldMk cId="908488964" sldId="586"/>
        </pc:sldMkLst>
        <pc:spChg chg="add mod">
          <ac:chgData name="Zonghua Gu" userId="9a7e1853e1951ef5" providerId="LiveId" clId="{CF1FAA12-072C-4ED5-BA76-0FFFAEFDB88A}" dt="2025-10-15T00:15:21.641" v="4863"/>
          <ac:spMkLst>
            <pc:docMk/>
            <pc:sldMk cId="908488964" sldId="586"/>
            <ac:spMk id="2" creationId="{59936A83-1579-8CB9-0726-27085A2456A7}"/>
          </ac:spMkLst>
        </pc:spChg>
        <pc:spChg chg="add mod">
          <ac:chgData name="Zonghua Gu" userId="9a7e1853e1951ef5" providerId="LiveId" clId="{CF1FAA12-072C-4ED5-BA76-0FFFAEFDB88A}" dt="2025-10-07T20:54:05.119" v="3843" actId="1076"/>
          <ac:spMkLst>
            <pc:docMk/>
            <pc:sldMk cId="908488964" sldId="586"/>
            <ac:spMk id="4" creationId="{D782C3D1-9D60-C236-C2F8-5F422D8F9736}"/>
          </ac:spMkLst>
        </pc:spChg>
        <pc:spChg chg="mod">
          <ac:chgData name="Zonghua Gu" userId="9a7e1853e1951ef5" providerId="LiveId" clId="{CF1FAA12-072C-4ED5-BA76-0FFFAEFDB88A}" dt="2025-10-07T20:52:31.565" v="3823" actId="20577"/>
          <ac:spMkLst>
            <pc:docMk/>
            <pc:sldMk cId="908488964" sldId="586"/>
            <ac:spMk id="7" creationId="{99412AA8-0F73-4034-C9CE-818495B51FCF}"/>
          </ac:spMkLst>
        </pc:spChg>
        <pc:spChg chg="add mod">
          <ac:chgData name="Zonghua Gu" userId="9a7e1853e1951ef5" providerId="LiveId" clId="{CF1FAA12-072C-4ED5-BA76-0FFFAEFDB88A}" dt="2025-10-07T20:53:28.452" v="3835" actId="20577"/>
          <ac:spMkLst>
            <pc:docMk/>
            <pc:sldMk cId="908488964" sldId="586"/>
            <ac:spMk id="8" creationId="{10473BA3-1C93-0ECA-CF12-1C0F34AEF3F8}"/>
          </ac:spMkLst>
        </pc:spChg>
        <pc:spChg chg="add mod">
          <ac:chgData name="Zonghua Gu" userId="9a7e1853e1951ef5" providerId="LiveId" clId="{CF1FAA12-072C-4ED5-BA76-0FFFAEFDB88A}" dt="2025-10-07T20:54:28.963" v="3850" actId="20577"/>
          <ac:spMkLst>
            <pc:docMk/>
            <pc:sldMk cId="908488964" sldId="586"/>
            <ac:spMk id="9" creationId="{959289A5-B78D-C5A1-6E73-CEAD62EBFA85}"/>
          </ac:spMkLst>
        </pc:spChg>
        <pc:spChg chg="add mod">
          <ac:chgData name="Zonghua Gu" userId="9a7e1853e1951ef5" providerId="LiveId" clId="{CF1FAA12-072C-4ED5-BA76-0FFFAEFDB88A}" dt="2025-10-07T20:55:18.483" v="3864" actId="20577"/>
          <ac:spMkLst>
            <pc:docMk/>
            <pc:sldMk cId="908488964" sldId="586"/>
            <ac:spMk id="10" creationId="{1989D623-F045-D185-C4D1-81732EF37614}"/>
          </ac:spMkLst>
        </pc:spChg>
        <pc:spChg chg="add mod">
          <ac:chgData name="Zonghua Gu" userId="9a7e1853e1951ef5" providerId="LiveId" clId="{CF1FAA12-072C-4ED5-BA76-0FFFAEFDB88A}" dt="2025-10-07T21:16:01.098" v="3913" actId="1076"/>
          <ac:spMkLst>
            <pc:docMk/>
            <pc:sldMk cId="908488964" sldId="586"/>
            <ac:spMk id="11" creationId="{A0645D20-AFA0-6C43-3DA8-702124B76FCB}"/>
          </ac:spMkLst>
        </pc:spChg>
        <pc:spChg chg="mod">
          <ac:chgData name="Zonghua Gu" userId="9a7e1853e1951ef5" providerId="LiveId" clId="{CF1FAA12-072C-4ED5-BA76-0FFFAEFDB88A}" dt="2025-10-07T20:53:45.434" v="3840" actId="20577"/>
          <ac:spMkLst>
            <pc:docMk/>
            <pc:sldMk cId="908488964" sldId="586"/>
            <ac:spMk id="15" creationId="{5BBCA20D-EC11-8C63-568E-AF5BE0B4B92B}"/>
          </ac:spMkLst>
        </pc:spChg>
        <pc:spChg chg="mod">
          <ac:chgData name="Zonghua Gu" userId="9a7e1853e1951ef5" providerId="LiveId" clId="{CF1FAA12-072C-4ED5-BA76-0FFFAEFDB88A}" dt="2025-10-07T20:54:50.838" v="3857" actId="20577"/>
          <ac:spMkLst>
            <pc:docMk/>
            <pc:sldMk cId="908488964" sldId="586"/>
            <ac:spMk id="18" creationId="{BB306B94-61E9-E613-CFA2-1C08136B278D}"/>
          </ac:spMkLst>
        </pc:spChg>
        <pc:spChg chg="mod">
          <ac:chgData name="Zonghua Gu" userId="9a7e1853e1951ef5" providerId="LiveId" clId="{CF1FAA12-072C-4ED5-BA76-0FFFAEFDB88A}" dt="2025-10-07T20:55:37.241" v="3871" actId="20577"/>
          <ac:spMkLst>
            <pc:docMk/>
            <pc:sldMk cId="908488964" sldId="586"/>
            <ac:spMk id="21" creationId="{7BA59ECF-E539-3CF2-7331-F24D28CA3E52}"/>
          </ac:spMkLst>
        </pc:spChg>
        <pc:spChg chg="add mod">
          <ac:chgData name="Zonghua Gu" userId="9a7e1853e1951ef5" providerId="LiveId" clId="{CF1FAA12-072C-4ED5-BA76-0FFFAEFDB88A}" dt="2025-10-15T00:15:29.539" v="4865"/>
          <ac:spMkLst>
            <pc:docMk/>
            <pc:sldMk cId="908488964" sldId="586"/>
            <ac:spMk id="23" creationId="{7D1CF86A-D4ED-E25F-19E3-E1F021E47C8F}"/>
          </ac:spMkLst>
        </pc:spChg>
        <pc:spChg chg="add mod">
          <ac:chgData name="Zonghua Gu" userId="9a7e1853e1951ef5" providerId="LiveId" clId="{CF1FAA12-072C-4ED5-BA76-0FFFAEFDB88A}" dt="2025-10-15T00:15:29.539" v="4865"/>
          <ac:spMkLst>
            <pc:docMk/>
            <pc:sldMk cId="908488964" sldId="586"/>
            <ac:spMk id="24" creationId="{8F7C7F06-67DF-7BC1-E659-4759B0125435}"/>
          </ac:spMkLst>
        </pc:spChg>
        <pc:spChg chg="add mod">
          <ac:chgData name="Zonghua Gu" userId="9a7e1853e1951ef5" providerId="LiveId" clId="{CF1FAA12-072C-4ED5-BA76-0FFFAEFDB88A}" dt="2025-10-15T00:15:29.539" v="4865"/>
          <ac:spMkLst>
            <pc:docMk/>
            <pc:sldMk cId="908488964" sldId="586"/>
            <ac:spMk id="25" creationId="{0BE27724-9882-64E4-9FA6-DF613F1C77AE}"/>
          </ac:spMkLst>
        </pc:spChg>
        <pc:graphicFrameChg chg="modGraphic">
          <ac:chgData name="Zonghua Gu" userId="9a7e1853e1951ef5" providerId="LiveId" clId="{CF1FAA12-072C-4ED5-BA76-0FFFAEFDB88A}" dt="2025-10-07T20:52:20.289" v="3822" actId="20577"/>
          <ac:graphicFrameMkLst>
            <pc:docMk/>
            <pc:sldMk cId="908488964" sldId="586"/>
            <ac:graphicFrameMk id="5" creationId="{65E83F07-A072-D782-6A5E-2BFF083E04B3}"/>
          </ac:graphicFrameMkLst>
        </pc:graphicFrameChg>
        <pc:graphicFrameChg chg="modGraphic">
          <ac:chgData name="Zonghua Gu" userId="9a7e1853e1951ef5" providerId="LiveId" clId="{CF1FAA12-072C-4ED5-BA76-0FFFAEFDB88A}" dt="2025-10-14T23:08:59.529" v="4353" actId="20577"/>
          <ac:graphicFrameMkLst>
            <pc:docMk/>
            <pc:sldMk cId="908488964" sldId="586"/>
            <ac:graphicFrameMk id="13" creationId="{F63A0396-E875-E526-563F-9D73C0C90D13}"/>
          </ac:graphicFrameMkLst>
        </pc:graphicFrameChg>
        <pc:graphicFrameChg chg="modGraphic">
          <ac:chgData name="Zonghua Gu" userId="9a7e1853e1951ef5" providerId="LiveId" clId="{CF1FAA12-072C-4ED5-BA76-0FFFAEFDB88A}" dt="2025-10-07T21:11:04.012" v="3876" actId="20577"/>
          <ac:graphicFrameMkLst>
            <pc:docMk/>
            <pc:sldMk cId="908488964" sldId="586"/>
            <ac:graphicFrameMk id="16" creationId="{18815F9F-0A77-C53E-5E6E-AFCEED2346CE}"/>
          </ac:graphicFrameMkLst>
        </pc:graphicFrameChg>
        <pc:graphicFrameChg chg="modGraphic">
          <ac:chgData name="Zonghua Gu" userId="9a7e1853e1951ef5" providerId="LiveId" clId="{CF1FAA12-072C-4ED5-BA76-0FFFAEFDB88A}" dt="2025-10-07T21:10:58.008" v="3875" actId="20577"/>
          <ac:graphicFrameMkLst>
            <pc:docMk/>
            <pc:sldMk cId="908488964" sldId="586"/>
            <ac:graphicFrameMk id="19" creationId="{84DB85B8-7574-25F2-060F-F0E37FAF8037}"/>
          </ac:graphicFrameMkLst>
        </pc:graphicFrameChg>
      </pc:sldChg>
      <pc:sldChg chg="addSp delSp modSp add mod ord">
        <pc:chgData name="Zonghua Gu" userId="9a7e1853e1951ef5" providerId="LiveId" clId="{CF1FAA12-072C-4ED5-BA76-0FFFAEFDB88A}" dt="2025-10-15T00:15:55.115" v="4871" actId="6549"/>
        <pc:sldMkLst>
          <pc:docMk/>
          <pc:sldMk cId="3350438353" sldId="587"/>
        </pc:sldMkLst>
        <pc:spChg chg="mod">
          <ac:chgData name="Zonghua Gu" userId="9a7e1853e1951ef5" providerId="LiveId" clId="{CF1FAA12-072C-4ED5-BA76-0FFFAEFDB88A}" dt="2025-10-07T21:12:48.454" v="3906" actId="20577"/>
          <ac:spMkLst>
            <pc:docMk/>
            <pc:sldMk cId="3350438353" sldId="587"/>
            <ac:spMk id="2" creationId="{7FA9ABE5-E35E-9995-C450-C422553E96B1}"/>
          </ac:spMkLst>
        </pc:spChg>
        <pc:graphicFrameChg chg="add mod modGraphic">
          <ac:chgData name="Zonghua Gu" userId="9a7e1853e1951ef5" providerId="LiveId" clId="{CF1FAA12-072C-4ED5-BA76-0FFFAEFDB88A}" dt="2025-10-15T00:15:55.115" v="4871" actId="6549"/>
          <ac:graphicFrameMkLst>
            <pc:docMk/>
            <pc:sldMk cId="3350438353" sldId="587"/>
            <ac:graphicFrameMk id="4" creationId="{39EE1C15-FF51-08AC-2A57-2CF578AEDA18}"/>
          </ac:graphicFrameMkLst>
        </pc:graphicFrameChg>
      </pc:sldChg>
      <pc:sldChg chg="addSp delSp modSp add mod">
        <pc:chgData name="Zonghua Gu" userId="9a7e1853e1951ef5" providerId="LiveId" clId="{CF1FAA12-072C-4ED5-BA76-0FFFAEFDB88A}" dt="2025-10-08T01:23:45.059" v="4321" actId="20577"/>
        <pc:sldMkLst>
          <pc:docMk/>
          <pc:sldMk cId="3677126747" sldId="589"/>
        </pc:sldMkLst>
        <pc:spChg chg="mod">
          <ac:chgData name="Zonghua Gu" userId="9a7e1853e1951ef5" providerId="LiveId" clId="{CF1FAA12-072C-4ED5-BA76-0FFFAEFDB88A}" dt="2025-10-08T01:04:06.916" v="4056" actId="20577"/>
          <ac:spMkLst>
            <pc:docMk/>
            <pc:sldMk cId="3677126747" sldId="589"/>
            <ac:spMk id="2" creationId="{CB69B07D-F698-D274-049D-5A851970124B}"/>
          </ac:spMkLst>
        </pc:spChg>
        <pc:spChg chg="mod">
          <ac:chgData name="Zonghua Gu" userId="9a7e1853e1951ef5" providerId="LiveId" clId="{CF1FAA12-072C-4ED5-BA76-0FFFAEFDB88A}" dt="2025-10-08T01:23:45.059" v="4321" actId="20577"/>
          <ac:spMkLst>
            <pc:docMk/>
            <pc:sldMk cId="3677126747" sldId="589"/>
            <ac:spMk id="4" creationId="{0A380CFB-3CFF-ED04-FB0F-0B0AEF72870A}"/>
          </ac:spMkLst>
        </pc:spChg>
        <pc:graphicFrameChg chg="add mod">
          <ac:chgData name="Zonghua Gu" userId="9a7e1853e1951ef5" providerId="LiveId" clId="{CF1FAA12-072C-4ED5-BA76-0FFFAEFDB88A}" dt="2025-10-08T01:08:41.220" v="4112"/>
          <ac:graphicFrameMkLst>
            <pc:docMk/>
            <pc:sldMk cId="3677126747" sldId="589"/>
            <ac:graphicFrameMk id="6" creationId="{D26B2FE4-3D6B-5F71-9A58-0E695C18479A}"/>
          </ac:graphicFrameMkLst>
        </pc:graphicFrameChg>
      </pc:sldChg>
      <pc:sldChg chg="addSp delSp modSp add mod">
        <pc:chgData name="Zonghua Gu" userId="9a7e1853e1951ef5" providerId="LiveId" clId="{CF1FAA12-072C-4ED5-BA76-0FFFAEFDB88A}" dt="2025-10-16T23:24:08.066" v="5625" actId="20577"/>
        <pc:sldMkLst>
          <pc:docMk/>
          <pc:sldMk cId="1060976615" sldId="590"/>
        </pc:sldMkLst>
        <pc:spChg chg="mod">
          <ac:chgData name="Zonghua Gu" userId="9a7e1853e1951ef5" providerId="LiveId" clId="{CF1FAA12-072C-4ED5-BA76-0FFFAEFDB88A}" dt="2025-10-16T23:24:08.066" v="5625" actId="20577"/>
          <ac:spMkLst>
            <pc:docMk/>
            <pc:sldMk cId="1060976615" sldId="590"/>
            <ac:spMk id="4" creationId="{80E8719E-6F53-B45E-0478-44C5D8020651}"/>
          </ac:spMkLst>
        </pc:spChg>
      </pc:sldChg>
      <pc:sldChg chg="addSp delSp modSp add mod ord">
        <pc:chgData name="Zonghua Gu" userId="9a7e1853e1951ef5" providerId="LiveId" clId="{CF1FAA12-072C-4ED5-BA76-0FFFAEFDB88A}" dt="2025-10-08T01:24:03.105" v="4333" actId="20577"/>
        <pc:sldMkLst>
          <pc:docMk/>
          <pc:sldMk cId="1206155242" sldId="591"/>
        </pc:sldMkLst>
        <pc:spChg chg="mod">
          <ac:chgData name="Zonghua Gu" userId="9a7e1853e1951ef5" providerId="LiveId" clId="{CF1FAA12-072C-4ED5-BA76-0FFFAEFDB88A}" dt="2025-10-08T01:24:03.105" v="4333" actId="20577"/>
          <ac:spMkLst>
            <pc:docMk/>
            <pc:sldMk cId="1206155242" sldId="591"/>
            <ac:spMk id="4" creationId="{7E1BCC50-A76F-3959-218D-71AAD3648525}"/>
          </ac:spMkLst>
        </pc:spChg>
      </pc:sldChg>
      <pc:sldChg chg="modSp add mod">
        <pc:chgData name="Zonghua Gu" userId="9a7e1853e1951ef5" providerId="LiveId" clId="{CF1FAA12-072C-4ED5-BA76-0FFFAEFDB88A}" dt="2025-10-17T12:04:17.917" v="5780" actId="20577"/>
        <pc:sldMkLst>
          <pc:docMk/>
          <pc:sldMk cId="3403107874" sldId="592"/>
        </pc:sldMkLst>
        <pc:spChg chg="mod">
          <ac:chgData name="Zonghua Gu" userId="9a7e1853e1951ef5" providerId="LiveId" clId="{CF1FAA12-072C-4ED5-BA76-0FFFAEFDB88A}" dt="2025-10-16T22:28:15.749" v="5010" actId="20577"/>
          <ac:spMkLst>
            <pc:docMk/>
            <pc:sldMk cId="3403107874" sldId="592"/>
            <ac:spMk id="2" creationId="{3BF8795C-148F-094D-80F5-1264C3578EE6}"/>
          </ac:spMkLst>
        </pc:spChg>
        <pc:spChg chg="mod">
          <ac:chgData name="Zonghua Gu" userId="9a7e1853e1951ef5" providerId="LiveId" clId="{CF1FAA12-072C-4ED5-BA76-0FFFAEFDB88A}" dt="2025-10-17T12:04:17.917" v="5780" actId="20577"/>
          <ac:spMkLst>
            <pc:docMk/>
            <pc:sldMk cId="3403107874" sldId="592"/>
            <ac:spMk id="4" creationId="{2C569AB0-22FC-BE38-C5AA-9F8E6ECA54DA}"/>
          </ac:spMkLst>
        </pc:spChg>
      </pc:sldChg>
      <pc:sldChg chg="modSp add mod">
        <pc:chgData name="Zonghua Gu" userId="9a7e1853e1951ef5" providerId="LiveId" clId="{CF1FAA12-072C-4ED5-BA76-0FFFAEFDB88A}" dt="2025-10-17T12:04:42.582" v="5782" actId="27636"/>
        <pc:sldMkLst>
          <pc:docMk/>
          <pc:sldMk cId="3657267278" sldId="593"/>
        </pc:sldMkLst>
        <pc:spChg chg="mod">
          <ac:chgData name="Zonghua Gu" userId="9a7e1853e1951ef5" providerId="LiveId" clId="{CF1FAA12-072C-4ED5-BA76-0FFFAEFDB88A}" dt="2025-10-16T22:49:30.922" v="5267" actId="20577"/>
          <ac:spMkLst>
            <pc:docMk/>
            <pc:sldMk cId="3657267278" sldId="593"/>
            <ac:spMk id="2" creationId="{9AB860C7-6D32-CED6-8DDA-C2F9D8462339}"/>
          </ac:spMkLst>
        </pc:spChg>
        <pc:spChg chg="mod">
          <ac:chgData name="Zonghua Gu" userId="9a7e1853e1951ef5" providerId="LiveId" clId="{CF1FAA12-072C-4ED5-BA76-0FFFAEFDB88A}" dt="2025-10-17T12:04:42.582" v="5782" actId="27636"/>
          <ac:spMkLst>
            <pc:docMk/>
            <pc:sldMk cId="3657267278" sldId="593"/>
            <ac:spMk id="4" creationId="{B0AEBDB8-79A1-498D-B9D2-DDE87FE9C06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b="1" dirty="0"/>
              <a:t>LSR (used here)</a:t>
            </a:r>
            <a:r>
              <a:rPr lang="en-US" dirty="0"/>
              <a:t>: Always fills with zeros, converting the negative value to a large positive number</a:t>
            </a:r>
          </a:p>
          <a:p>
            <a:r>
              <a:rPr lang="en-US" b="1" dirty="0"/>
              <a:t>ASR</a:t>
            </a:r>
            <a:r>
              <a:rPr lang="en-US" dirty="0"/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3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ORR r6, r6, #0x1001  @ Set bits 0, 4, and 12 (0x1001 = binary 1000000010001)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0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r>
              <a:rPr lang="pt-BR" dirty="0"/>
              <a:t>AND r1, r0, #0xF0</a:t>
            </a:r>
          </a:p>
          <a:p>
            <a:pPr lvl="1"/>
            <a:r>
              <a:rPr lang="pt-BR" dirty="0"/>
              <a:t>MOV r1, r1, LSR #4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5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6557-E30C-AF68-CD82-F4D49090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206F9-A8D8-B695-0EB9-4F91C56B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6A2AB-BEA2-B89F-9BAD-960432F9E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8607F-4039-82BD-5A6F-95CCF817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73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3741-8FC4-2591-E3BC-8A077C76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9CAA2-6E22-E219-DF82-8A5042436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D407-7127-9C12-D518-1935CDC4D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ED6B6-BD58-1B29-B600-C30D0C6E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D06-CB4D-495B-C694-4C1B6E7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BA59D-F778-B6DB-A073-14EAC72E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544-8E4A-41E5-8E60-89D98A20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5DA1-B8B2-6177-0798-B0B79A26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458A-F714-96DC-BEC2-76172F97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72E45-2A52-237E-B35D-FEA0095D1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D1FBD-6F97-9862-594A-5783D9367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E9D0-8E60-5AB5-285C-ECC3C6FE9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31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9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</a:t>
            </a:r>
          </a:p>
          <a:p>
            <a:pPr lvl="1"/>
            <a:r>
              <a:rPr lang="en-US" dirty="0"/>
              <a:t>r0 = 0xFFFFFFFF, r1 = 0x00000001, r2 = 0x00000000,</a:t>
            </a:r>
          </a:p>
          <a:p>
            <a:pPr lvl="1"/>
            <a:r>
              <a:rPr lang="en-US" dirty="0"/>
              <a:t>NZCV = 0000 initially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10/26/2025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10/26/2025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27963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912" y="152400"/>
            <a:ext cx="7649688" cy="9906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5998447" y="5885466"/>
            <a:ext cx="16002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05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05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12648" y="1056187"/>
            <a:ext cx="78867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6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If two operands have same sign, and the result has opposite sign, then V = 1; else V = 0</a:t>
            </a:r>
            <a:endParaRPr lang="en-US" sz="16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69076"/>
              </p:ext>
            </p:extLst>
          </p:nvPr>
        </p:nvGraphicFramePr>
        <p:xfrm>
          <a:off x="1447800" y="4171018"/>
          <a:ext cx="6446109" cy="214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8942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1677164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1587037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1782966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4357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Addition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Signed Addition or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Carry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Overflow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  <a:r>
                        <a:rPr lang="en-US" sz="1400" b="0" dirty="0">
                          <a:effectLst/>
                        </a:rPr>
                        <a:t>-1 or true result &lt; -2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4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3641316" y="4901005"/>
              <a:ext cx="270" cy="27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456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4061706" y="4901005"/>
              <a:ext cx="27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495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96597"/>
            <a:ext cx="1981200" cy="27432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Horizontal Scroll 12">
            <a:extLst>
              <a:ext uri="{FF2B5EF4-FFF2-40B4-BE49-F238E27FC236}">
                <a16:creationId xmlns:a16="http://schemas.microsoft.com/office/drawing/2014/main" id="{D48C24B2-C142-576C-CE10-D9A6DF0F70B2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318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32-bit register values after each instruction</a:t>
            </a:r>
          </a:p>
          <a:p>
            <a:r>
              <a:rPr lang="pt-BR" dirty="0"/>
              <a:t>MOV R0, #0x0ABC</a:t>
            </a:r>
          </a:p>
          <a:p>
            <a:r>
              <a:rPr lang="pt-BR" dirty="0"/>
              <a:t>MOV R1, #0x0DEF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CCDD-F534-1679-8F38-7DE37BF4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104-88B9-F7DD-C7CF-BD3C5A8D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EFCD-466A-CEA5-3D17-4D6AE99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07159-9E90-34FC-FD37-707ADD2978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505200" cy="4557932"/>
          </a:xfrm>
        </p:spPr>
        <p:txBody>
          <a:bodyPr>
            <a:normAutofit/>
          </a:bodyPr>
          <a:lstStyle/>
          <a:p>
            <a:r>
              <a:rPr lang="pt-BR" dirty="0"/>
              <a:t>MOV R0, #0x0ABC</a:t>
            </a:r>
          </a:p>
          <a:p>
            <a:r>
              <a:rPr lang="pt-BR" dirty="0"/>
              <a:t>MOV R1, #0x0DEF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2F52E9-C913-0809-7AFE-FB9B6517BE16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4572000" cy="36576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R0 = 0x0ABC</a:t>
            </a:r>
          </a:p>
          <a:p>
            <a:r>
              <a:rPr lang="pt-BR" dirty="0"/>
              <a:t>R1 = 0x0DEF</a:t>
            </a:r>
          </a:p>
          <a:p>
            <a:r>
              <a:rPr lang="pt-BR" dirty="0"/>
              <a:t>R2 = R0 AND R1 = 0x08AC</a:t>
            </a:r>
          </a:p>
          <a:p>
            <a:r>
              <a:rPr lang="pt-BR" dirty="0"/>
              <a:t>R3 = R0 ORR R1 = 0x0FFF</a:t>
            </a:r>
          </a:p>
          <a:p>
            <a:r>
              <a:rPr lang="pt-BR" dirty="0"/>
              <a:t>R4 = R0 EOR R1 = 0x0753</a:t>
            </a:r>
          </a:p>
          <a:p>
            <a:r>
              <a:rPr lang="pt-BR" dirty="0"/>
              <a:t>R5 = R0 ORN R1 = R0 | (~R1) = </a:t>
            </a:r>
            <a:r>
              <a:rPr lang="en-US" dirty="0"/>
              <a:t>0x00000ABC </a:t>
            </a:r>
            <a:r>
              <a:rPr lang="pt-BR" dirty="0"/>
              <a:t>| 0xFFFFF210 = </a:t>
            </a:r>
            <a:r>
              <a:rPr lang="en-US" dirty="0"/>
              <a:t> 0xFFFFFABC</a:t>
            </a:r>
            <a:endParaRPr lang="pt-BR" dirty="0"/>
          </a:p>
          <a:p>
            <a:pPr lvl="1"/>
            <a:r>
              <a:rPr lang="en-US" dirty="0"/>
              <a:t>~R1 (32-bit) = 0xFFFFF210</a:t>
            </a:r>
            <a:endParaRPr lang="pt-BR" dirty="0"/>
          </a:p>
          <a:p>
            <a:r>
              <a:rPr lang="pt-BR" dirty="0"/>
              <a:t>r6 = r0 BIC R1 = R0 &amp; (~R1) =</a:t>
            </a:r>
            <a:r>
              <a:rPr lang="en-US" dirty="0"/>
              <a:t> 0x00000ABC </a:t>
            </a:r>
            <a:r>
              <a:rPr lang="pt-BR" dirty="0"/>
              <a:t>&amp; 0xFFFFF210 = 0x00000210</a:t>
            </a:r>
            <a:endParaRPr 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62AD7A-A16D-A5D7-1F8E-3C4D2AEFE54C}"/>
              </a:ext>
            </a:extLst>
          </p:cNvPr>
          <p:cNvSpPr txBox="1">
            <a:spLocks/>
          </p:cNvSpPr>
          <p:nvPr/>
        </p:nvSpPr>
        <p:spPr bwMode="auto">
          <a:xfrm>
            <a:off x="1603248" y="4724400"/>
            <a:ext cx="6285109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AND Rn Operand2 performs bitwise conjunction on Rn and Operand2.</a:t>
            </a:r>
          </a:p>
          <a:p>
            <a:pPr marL="0" indent="0">
              <a:buNone/>
            </a:pPr>
            <a:r>
              <a:rPr lang="en-US" sz="1600" dirty="0"/>
              <a:t>ORR performs bitwise OR on Rn and Operand2.</a:t>
            </a:r>
          </a:p>
          <a:p>
            <a:pPr marL="0" indent="0">
              <a:buNone/>
            </a:pPr>
            <a:r>
              <a:rPr lang="en-US" sz="1600" dirty="0"/>
              <a:t>EOR performs bitwise XOR on Rn and Operand2.</a:t>
            </a:r>
          </a:p>
          <a:p>
            <a:pPr marL="0" indent="0">
              <a:buNone/>
            </a:pPr>
            <a:r>
              <a:rPr lang="en-US" sz="1600" dirty="0"/>
              <a:t>ORN computes Rn OR NOT Operand2, i.e., Rn | (~Rm). </a:t>
            </a:r>
          </a:p>
          <a:p>
            <a:pPr marL="0" indent="0">
              <a:buNone/>
            </a:pPr>
            <a:r>
              <a:rPr lang="en-US" sz="1600" dirty="0"/>
              <a:t>BIC computes Rn AND NOT Operand2, i.e., Rn &amp; (~Rm).</a:t>
            </a:r>
          </a:p>
          <a:p>
            <a:pPr marL="0" indent="0">
              <a:buNone/>
            </a:pPr>
            <a:r>
              <a:rPr lang="en-US" sz="1600" dirty="0"/>
              <a:t>(Hint: convert hex to binary, perform operation, and convert back to hex.)</a:t>
            </a:r>
          </a:p>
        </p:txBody>
      </p:sp>
    </p:spTree>
    <p:extLst>
      <p:ext uri="{BB962C8B-B14F-4D97-AF65-F5344CB8AC3E}">
        <p14:creationId xmlns:p14="http://schemas.microsoft.com/office/powerpoint/2010/main" val="319879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D76F-A387-28AA-7D80-1357E32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AA65-B209-1287-7606-ED7A0C24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05C08-0E9F-A61E-3D89-FD0DE9CF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C0D2-DA1A-E3F6-EAF4-BA1DF53BEE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Find the Register Value to set, clear, or toggle the 5th, 7th, 12th bit of the given value and also find the result: 0xDECB.</a:t>
            </a:r>
          </a:p>
          <a:p>
            <a:r>
              <a:rPr lang="en-US" dirty="0"/>
              <a:t>ANS: </a:t>
            </a:r>
          </a:p>
          <a:p>
            <a:r>
              <a:rPr lang="en-US" dirty="0"/>
              <a:t>Set/Clear/Complement</a:t>
            </a:r>
          </a:p>
          <a:p>
            <a:pPr lvl="1"/>
            <a:r>
              <a:rPr lang="en-US" dirty="0"/>
              <a:t>Set a bit: x |= mask, which forces those bit positions to 1 without changing others. (| is OR)</a:t>
            </a:r>
          </a:p>
          <a:p>
            <a:pPr lvl="1"/>
            <a:r>
              <a:rPr lang="en-US" dirty="0"/>
              <a:t>Clear a bit: x &amp;= ~mask, which forces those bit positions to 0. (&amp; is AND)</a:t>
            </a:r>
          </a:p>
          <a:p>
            <a:pPr lvl="1"/>
            <a:r>
              <a:rPr lang="en-US" dirty="0"/>
              <a:t>Toggle (Complement) a bit: x ^= mask, which flips those bit positions. (^ is XOR)</a:t>
            </a:r>
          </a:p>
          <a:p>
            <a:r>
              <a:rPr lang="en-US" dirty="0"/>
              <a:t>Masks for 5th, 7th, 12th</a:t>
            </a:r>
          </a:p>
          <a:p>
            <a:pPr lvl="1"/>
            <a:r>
              <a:rPr lang="en-US" dirty="0"/>
              <a:t>Bit 5 → 1&lt;&lt;5 = 0x20.</a:t>
            </a:r>
          </a:p>
          <a:p>
            <a:pPr lvl="1"/>
            <a:r>
              <a:rPr lang="en-US" dirty="0"/>
              <a:t>Bit 7 → 1&lt;&lt;7 = 0x80.</a:t>
            </a:r>
          </a:p>
          <a:p>
            <a:pPr lvl="1"/>
            <a:r>
              <a:rPr lang="en-US" dirty="0"/>
              <a:t>Bit 12 → 1&lt;&lt;12 = 0x1000.</a:t>
            </a:r>
          </a:p>
          <a:p>
            <a:r>
              <a:rPr lang="en-US" dirty="0"/>
              <a:t>Combined mask = 0x1000 | 0x80 | 0x20 = 0x10A0 = 0b0001 0000 1010 0000 </a:t>
            </a:r>
          </a:p>
          <a:p>
            <a:r>
              <a:rPr lang="en-US" dirty="0"/>
              <a:t>Apply to 0xDECB</a:t>
            </a:r>
          </a:p>
          <a:p>
            <a:pPr lvl="1"/>
            <a:r>
              <a:rPr lang="en-US" dirty="0"/>
              <a:t>Set: 0xDECB | 0x10A0 = 0xDEEB</a:t>
            </a:r>
          </a:p>
          <a:p>
            <a:pPr lvl="1"/>
            <a:r>
              <a:rPr lang="en-US" dirty="0"/>
              <a:t>Clear: 0xDECB &amp; ~0x10A0 = 0xCE4B</a:t>
            </a:r>
          </a:p>
          <a:p>
            <a:pPr lvl="1"/>
            <a:r>
              <a:rPr lang="en-US" dirty="0"/>
              <a:t>Toggle: 0xDECB ^ 0x10A0 = 0xCE6B</a:t>
            </a:r>
          </a:p>
        </p:txBody>
      </p:sp>
    </p:spTree>
    <p:extLst>
      <p:ext uri="{BB962C8B-B14F-4D97-AF65-F5344CB8AC3E}">
        <p14:creationId xmlns:p14="http://schemas.microsoft.com/office/powerpoint/2010/main" val="300121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DEE3-999D-1EAF-5DC2-A8F08CED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9A8F-E6AE-D7A6-6FBF-16368A2F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8CD8A-0816-D45A-B3F1-5B558F32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9501F-592C-5813-E379-F3D65F5F6F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r>
              <a:rPr lang="en-US" dirty="0"/>
              <a:t>Method 1: XOR with itself</a:t>
            </a:r>
          </a:p>
          <a:p>
            <a:pPr lvl="1"/>
            <a:r>
              <a:rPr lang="en-US" dirty="0"/>
              <a:t>EOR r12, r12, r12</a:t>
            </a:r>
          </a:p>
          <a:p>
            <a:r>
              <a:rPr lang="en-US" dirty="0"/>
              <a:t>Method 2: AND with zero</a:t>
            </a:r>
          </a:p>
          <a:p>
            <a:pPr lvl="1"/>
            <a:r>
              <a:rPr lang="en-US" dirty="0"/>
              <a:t>AND r12, r12, #0</a:t>
            </a:r>
          </a:p>
          <a:p>
            <a:r>
              <a:rPr lang="en-US" dirty="0"/>
              <a:t>Method 3: Move zero</a:t>
            </a:r>
          </a:p>
          <a:p>
            <a:pPr lvl="1"/>
            <a:r>
              <a:rPr lang="en-US" dirty="0"/>
              <a:t>MOV r12, #0</a:t>
            </a:r>
          </a:p>
          <a:p>
            <a:r>
              <a:rPr lang="en-US" dirty="0"/>
              <a:t>Method 4: Subtract from itself</a:t>
            </a:r>
          </a:p>
          <a:p>
            <a:pPr lvl="1"/>
            <a:r>
              <a:rPr lang="en-US" dirty="0"/>
              <a:t>SUB r12, r12, r12</a:t>
            </a:r>
          </a:p>
          <a:p>
            <a:r>
              <a:rPr lang="en-US" dirty="0"/>
              <a:t>Method 5: Clear 32 bits in r12 starting from bit 0</a:t>
            </a:r>
          </a:p>
          <a:p>
            <a:pPr lvl="1"/>
            <a:r>
              <a:rPr lang="en-US" dirty="0"/>
              <a:t>BFC r12, #0, #32</a:t>
            </a:r>
          </a:p>
          <a:p>
            <a:r>
              <a:rPr lang="en-US" dirty="0"/>
              <a:t>Method 6: r12 = r12 AND NOT r12 (bitwise clear)</a:t>
            </a:r>
          </a:p>
          <a:p>
            <a:pPr lvl="1"/>
            <a:r>
              <a:rPr lang="en-US" dirty="0"/>
              <a:t>BIC r12, r12</a:t>
            </a:r>
            <a:r>
              <a:rPr lang="en-US"/>
              <a:t>, r12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8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A9A8-82E2-4F95-D8FB-0D4CE486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A293A-4DA6-4704-C03F-18E36CC3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630C7-7636-313D-8356-C87C2A0086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ORR r6, r6, #(1&lt;&lt;0) | (1&lt;&lt;4) | (1&lt;&lt;12)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BIC r6, r6, #(1&lt;&lt;0) | (1&lt;&lt;4) | (1&lt;&lt;12)</a:t>
            </a:r>
          </a:p>
          <a:p>
            <a:pPr lvl="1"/>
            <a:r>
              <a:rPr lang="pt-BR" dirty="0"/>
              <a:t>Or: AND r6, r6, #~( (1&lt;&lt;0) | (1&lt;&lt;4) | (1&lt;&lt;12)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5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2A67-D3E0-8D9E-1017-79B66424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ED093-E954-3579-9417-B11C86F7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B818-9E8A-D4F7-35C5-0DE946EE80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r3.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pt-BR" dirty="0"/>
              <a:t>@ Add 128-bit numbers (r4,r5,r6,r7) + (r8,r9,r10,r11) = (r0,r1,r2,r3)</a:t>
            </a:r>
          </a:p>
          <a:p>
            <a:pPr lvl="1"/>
            <a:r>
              <a:rPr lang="pt-BR" dirty="0"/>
              <a:t>ADDS r0, r4, r8     @ Add lowest 32 bits with carry flag update</a:t>
            </a:r>
          </a:p>
          <a:p>
            <a:pPr lvl="1"/>
            <a:r>
              <a:rPr lang="pt-BR" dirty="0"/>
              <a:t>ADCS r1, r5, r9     @ Add with carry</a:t>
            </a:r>
          </a:p>
          <a:p>
            <a:pPr lvl="1"/>
            <a:r>
              <a:rPr lang="pt-BR" dirty="0"/>
              <a:t>ADCS r2, r6, r10    @ Add with carry</a:t>
            </a:r>
          </a:p>
          <a:p>
            <a:pPr lvl="1"/>
            <a:r>
              <a:rPr lang="pt-BR" dirty="0"/>
              <a:t>ADC r3, r7, r11     @ Add with carry (final)</a:t>
            </a:r>
          </a:p>
          <a:p>
            <a:pPr lvl="2"/>
            <a:r>
              <a:rPr lang="pt-BR" dirty="0"/>
              <a:t>Or ADCS r3, r7, r11, but the flags are not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A481-55B1-F5F7-6B58-52A41CE6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EADC-BA4A-4303-25AD-FB3AC0C9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9E0ED-F752-B243-A066-B0DE708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46EEC-0834-DAC4-3147-4F3D501AA7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  <a:p>
            <a:r>
              <a:rPr lang="en-US" dirty="0"/>
              <a:t>ANS</a:t>
            </a:r>
          </a:p>
          <a:p>
            <a:pPr lvl="1"/>
            <a:r>
              <a:rPr lang="pt-BR" dirty="0"/>
              <a:t>CMP r0, #0      @ Compare with zero</a:t>
            </a:r>
          </a:p>
          <a:p>
            <a:pPr lvl="1"/>
            <a:r>
              <a:rPr lang="pt-BR" dirty="0"/>
              <a:t>RSBLT r0, r0, #0 @ If less than zero, r0 = 0 - r0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9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Assuimg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2</a:t>
            </a:r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2</a:t>
            </a:r>
            <a:endParaRPr lang="en-US" dirty="0"/>
          </a:p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3F0F-A7BA-9DDA-1E58-F95F1967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D60A-F4CC-C593-9C3D-32E1A05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7A4F2-6A40-EE02-A589-CB00C69D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5C410-5B5B-9673-EACF-102D341F62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7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LSL 7, r0 = 0000 0000 0000 0000 0000 0011 1000 0000 = </a:t>
            </a:r>
            <a:r>
              <a:rPr lang="pt-BR" dirty="0"/>
              <a:t>0x00000380 (896 in decimal)</a:t>
            </a:r>
          </a:p>
          <a:p>
            <a:pPr lvl="1"/>
            <a:r>
              <a:rPr lang="en-US" dirty="0"/>
              <a:t>In decimal: 7 × 2^7 = 7 × 128 = 896 (Not required for exam)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9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F67D-B45B-2717-6385-5EB8F11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E60-E213-C841-CE66-6B08D43F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CD85D-5330-5C16-C4BD-607AE265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637E-01BA-8126-601A-84479B0807A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0100 0000 0000</a:t>
            </a:r>
          </a:p>
          <a:p>
            <a:pPr lvl="1"/>
            <a:r>
              <a:rPr lang="en-US" dirty="0"/>
              <a:t>After LSR 2, r0 = 0000 0000 0000 0000 0000 0001 0000 0000 = 0x00000100 (256 in decimal)</a:t>
            </a:r>
          </a:p>
          <a:p>
            <a:pPr lvl="1"/>
            <a:r>
              <a:rPr lang="en-US" dirty="0"/>
              <a:t>In decimal: 1024 ÷ 2² = 256 (Not required for exam)</a:t>
            </a:r>
          </a:p>
        </p:txBody>
      </p:sp>
    </p:spTree>
    <p:extLst>
      <p:ext uri="{BB962C8B-B14F-4D97-AF65-F5344CB8AC3E}">
        <p14:creationId xmlns:p14="http://schemas.microsoft.com/office/powerpoint/2010/main" val="235080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036-2869-0E69-8B9A-E1933A6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DD10A-EF4D-96C9-153C-371D4E6C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DF07-A9DB-A45E-E865-E3DA1A2E9A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1111 1100 0000 0000</a:t>
            </a:r>
          </a:p>
          <a:p>
            <a:pPr lvl="1"/>
            <a:r>
              <a:rPr lang="en-US" dirty="0"/>
              <a:t>After LSR 2, r0 = 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 1111 1111 1111 1111 1111 0000 0000 = 0x3FFFF000</a:t>
            </a:r>
          </a:p>
          <a:p>
            <a:pPr lvl="1"/>
            <a:r>
              <a:rPr lang="en-US" dirty="0"/>
              <a:t>In decimal: 4,294,951,424 ÷ 4 = 1,073,737,728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3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80EF-5EA1-3126-9F72-DBC3BB5C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28A9-784B-2788-2972-41B5BBF9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4A7CFC-639E-5CD7-AD17-ED109B73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53D22-7664-ED5A-1A06-11937BAAD83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1111 1100 0000 0000</a:t>
            </a:r>
          </a:p>
          <a:p>
            <a:pPr lvl="1"/>
            <a:r>
              <a:rPr lang="en-US" dirty="0"/>
              <a:t>After ASR 2, r0 = </a:t>
            </a:r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11 1111 1111 1111 1111 1111 0000 0000 = 0xFFFFFF00 (-256 in decimal)</a:t>
            </a:r>
          </a:p>
          <a:p>
            <a:pPr lvl="1"/>
            <a:r>
              <a:rPr lang="en-US" dirty="0"/>
              <a:t>In decimal: -16384 ÷ 2² = -4096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4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F7E-B72B-03F3-82BC-5ADF55A6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F2938-6A94-824D-979C-92A72D7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7C57D-5681-1E7F-C90E-C2A6E62DD3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ROR r0 = 1100 0000 0000 0000 0000 0000 0000 0001 = 0xC0000001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216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  <a:p>
            <a:r>
              <a:rPr lang="pt-BR"/>
              <a:t>ANS:</a:t>
            </a:r>
          </a:p>
          <a:p>
            <a:pPr lvl="1"/>
            <a:r>
              <a:rPr lang="pt-BR" dirty="0"/>
              <a:t>MOV r1, r0, LSR #4</a:t>
            </a:r>
          </a:p>
          <a:p>
            <a:pPr lvl="1"/>
            <a:r>
              <a:rPr lang="pt-BR" dirty="0"/>
              <a:t>AND r1, r1, #15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BB5F-8CF5-FEDE-3113-D15C58A4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BD31-36DB-8B14-43C7-875373D2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66FCC-3D4C-1AF2-16FA-EB082CA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5CE6-6347-A24A-DCDF-0579A282C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 R2, R1, LSL #4 performs a logical left shift of R1 by 4 bits, inserting zeros; 0x11223344 &lt;&lt; 4 = 0x12233440.</a:t>
            </a:r>
          </a:p>
          <a:p>
            <a:pPr lvl="1"/>
            <a:r>
              <a:rPr lang="en-US" dirty="0"/>
              <a:t>MOV R3, R1, LSL #8 shifts by 8 bits; 0x11223344 &lt;&lt; 8 = 0x22334400.</a:t>
            </a:r>
          </a:p>
          <a:p>
            <a:pPr lvl="1"/>
            <a:r>
              <a:rPr lang="en-US" dirty="0"/>
              <a:t>MOV R4, R1, LSL #16 shifts by 16 bits; 0x11223344 &lt;&lt; 16 = 0x33440000.</a:t>
            </a:r>
          </a:p>
          <a:p>
            <a:pPr lvl="1"/>
            <a:r>
              <a:rPr lang="en-US" dirty="0"/>
              <a:t>MOV R5, R1, LSL 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116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0120-AA85-2F0A-CC9A-66A79F09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795C-148F-094D-80F5-1264C35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9452F-FC85-2CA2-05E2-EE443BF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69AB0-22FC-BE38-C5AA-9F8E6ECA54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Compute register values, and</a:t>
            </a:r>
            <a:r>
              <a:rPr lang="en-US" dirty="0"/>
              <a:t> NZCV flags after execution of each instruction, assuming all flags are initially 0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LSLS #4</a:t>
            </a:r>
          </a:p>
          <a:p>
            <a:pPr lvl="1"/>
            <a:r>
              <a:rPr lang="pt-BR" dirty="0"/>
              <a:t>MOV R3, R1, LSLS #8</a:t>
            </a:r>
          </a:p>
          <a:p>
            <a:pPr lvl="1"/>
            <a:r>
              <a:rPr lang="pt-BR" dirty="0"/>
              <a:t>MOV R4, R1, LSLS 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 R2, R1, LSLS #4 performs a logical left shift of R1 by 4 bits, inserting zeros; 0x11223344 &lt;&lt; 4 = 0x12233440. </a:t>
            </a:r>
          </a:p>
          <a:p>
            <a:pPr lvl="2"/>
            <a:r>
              <a:rPr lang="en-US" dirty="0"/>
              <a:t>NZCV = 0010 (last bit shifted out was 1, LSB of 0x1)</a:t>
            </a:r>
          </a:p>
          <a:p>
            <a:pPr lvl="1"/>
            <a:r>
              <a:rPr lang="en-US" dirty="0"/>
              <a:t>MOV R3, R1, LSLS #8 shifts by 8 bits; 0x11223344 &lt;&lt; 8 = 0x22334400.</a:t>
            </a:r>
          </a:p>
          <a:p>
            <a:pPr lvl="2"/>
            <a:r>
              <a:rPr lang="en-US" dirty="0"/>
              <a:t>NZCV = 0010 (last bit shifted out was 1, LSB of 0x11)</a:t>
            </a:r>
          </a:p>
          <a:p>
            <a:pPr lvl="1"/>
            <a:r>
              <a:rPr lang="en-US" dirty="0"/>
              <a:t>MOV R4, R1, LSLS #16 shifts by 16 bits; 0x11223344 &lt;&lt; 16 = 0x33440000.</a:t>
            </a:r>
          </a:p>
          <a:p>
            <a:pPr lvl="2"/>
            <a:r>
              <a:rPr lang="en-US" dirty="0"/>
              <a:t>NZCV = 0000 (last bit shifted out was 0, LSB of 0x1122)</a:t>
            </a:r>
          </a:p>
          <a:p>
            <a:pPr lvl="1"/>
            <a:r>
              <a:rPr lang="en-US" dirty="0"/>
              <a:t>MOV R5, R1, LSLS #6 shifts by 6 bits; 0x11223344 &lt;&lt; 6 = 0x488CD100. (convert to binary and back)</a:t>
            </a:r>
          </a:p>
          <a:p>
            <a:pPr lvl="2"/>
            <a:r>
              <a:rPr lang="en-US" dirty="0"/>
              <a:t>NZCV = 0000 (last bit shifted out 0, LSB of 000100)</a:t>
            </a:r>
          </a:p>
        </p:txBody>
      </p:sp>
    </p:spTree>
    <p:extLst>
      <p:ext uri="{BB962C8B-B14F-4D97-AF65-F5344CB8AC3E}">
        <p14:creationId xmlns:p14="http://schemas.microsoft.com/office/powerpoint/2010/main" val="3403107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CB07-1D04-C38F-A34B-D46C4EA4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2234B-D9FF-D51C-F98D-7FCAE62D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31EC3-9A82-D4F4-6333-68B054842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  <a:p>
            <a:r>
              <a:rPr lang="pt-BR" dirty="0"/>
              <a:t>ANS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R2 = R1 ASR #4 = 0xF8122334 (right shift 4; top nibble becomes F due to sign extension).</a:t>
            </a:r>
          </a:p>
          <a:p>
            <a:pPr lvl="1"/>
            <a:r>
              <a:rPr lang="en-US" dirty="0"/>
              <a:t>R3 = R1 ASR #8 = 0xFF812233 (right shift 8; top byte becomes FF).</a:t>
            </a:r>
          </a:p>
          <a:p>
            <a:pPr lvl="1"/>
            <a:r>
              <a:rPr lang="en-US" dirty="0"/>
              <a:t>R4 = R1 ASR #16 = 0xFFFF8122 (right shift 16; top halfword becomes FFFF)</a:t>
            </a:r>
          </a:p>
        </p:txBody>
      </p:sp>
    </p:spTree>
    <p:extLst>
      <p:ext uri="{BB962C8B-B14F-4D97-AF65-F5344CB8AC3E}">
        <p14:creationId xmlns:p14="http://schemas.microsoft.com/office/powerpoint/2010/main" val="4168816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6A51-A439-F103-49BD-FDEA556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DBC-650F-2FD6-D799-9D9632A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1C5B6-51F3-7333-86A4-FA1F195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A0C6-9296-BA88-C598-6B260416FC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 #4</a:t>
            </a:r>
          </a:p>
          <a:p>
            <a:pPr lvl="1"/>
            <a:r>
              <a:rPr lang="pt-BR" dirty="0"/>
              <a:t>MOV R3, R1, LSR #8</a:t>
            </a:r>
          </a:p>
          <a:p>
            <a:pPr lvl="1"/>
            <a:r>
              <a:rPr lang="pt-BR" dirty="0"/>
              <a:t>MOV R4, R1, LSR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 R6, R1, ASR #8</a:t>
            </a:r>
          </a:p>
          <a:p>
            <a:pPr lvl="1"/>
            <a:r>
              <a:rPr lang="pt-BR" dirty="0"/>
              <a:t>MOV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1"/>
            <a:r>
              <a:rPr lang="pt-BR" dirty="0"/>
              <a:t>LSR #8: R3 = 0x11223344 &gt;&gt; 8 = 0x00112233.</a:t>
            </a:r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752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DAD4-A15A-CB26-167A-FED5BF30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60C7-6D32-CED6-8DDA-C2F9D846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LSRS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DF2A77-49EC-04E8-D5EC-35623E91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EBDB8-79A1-498D-B9D2-DDE87FE9C0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03188"/>
            <a:ext cx="8229600" cy="5638800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Compute register values, and</a:t>
            </a:r>
            <a:r>
              <a:rPr lang="en-US" dirty="0"/>
              <a:t> NZCV flags after execution of each instruction, assuming all flags are initially 0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LSRS #4</a:t>
            </a:r>
          </a:p>
          <a:p>
            <a:pPr lvl="1"/>
            <a:r>
              <a:rPr lang="pt-BR" dirty="0"/>
              <a:t>MOV R3, R1, LSRS #8</a:t>
            </a:r>
          </a:p>
          <a:p>
            <a:pPr lvl="1"/>
            <a:r>
              <a:rPr lang="pt-BR" dirty="0"/>
              <a:t>MOV R4, R1, LSRS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SRS #4</a:t>
            </a:r>
          </a:p>
          <a:p>
            <a:pPr lvl="1"/>
            <a:r>
              <a:rPr lang="pt-BR" dirty="0"/>
              <a:t>MOV R6, R1, ASRS #8</a:t>
            </a:r>
          </a:p>
          <a:p>
            <a:pPr lvl="1"/>
            <a:r>
              <a:rPr lang="pt-BR" dirty="0"/>
              <a:t>MOV R7, R1, ASRS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2"/>
            <a:r>
              <a:rPr lang="pt-BR" dirty="0"/>
              <a:t>NZCV = 0000 </a:t>
            </a:r>
            <a:r>
              <a:rPr lang="en-US" dirty="0"/>
              <a:t> (last bit shifted out was 0, MSB of 0x4)</a:t>
            </a:r>
            <a:endParaRPr lang="pt-BR" dirty="0"/>
          </a:p>
          <a:p>
            <a:pPr lvl="1"/>
            <a:r>
              <a:rPr lang="pt-BR" dirty="0"/>
              <a:t>LSR #8: R3 = 0x11223344 &gt;&gt; 8 = 0x00112233.</a:t>
            </a:r>
          </a:p>
          <a:p>
            <a:pPr lvl="2"/>
            <a:r>
              <a:rPr lang="pt-BR" dirty="0"/>
              <a:t>NZCV = 0000 </a:t>
            </a:r>
            <a:r>
              <a:rPr lang="en-US" dirty="0"/>
              <a:t> (last bit shifted out was 0, MSB of 0x44)</a:t>
            </a:r>
            <a:endParaRPr lang="pt-BR" dirty="0"/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2"/>
            <a:r>
              <a:rPr lang="pt-BR" dirty="0"/>
              <a:t>NZCV = 0000</a:t>
            </a:r>
            <a:r>
              <a:rPr lang="en-US" dirty="0"/>
              <a:t> (last bit shifted out was 0, MSB of 0x3344)</a:t>
            </a:r>
            <a:endParaRPr lang="pt-BR" dirty="0"/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2"/>
            <a:r>
              <a:rPr lang="pt-BR" dirty="0"/>
              <a:t>NZCV = 0000 (ASR has the same flag settings as LSR, since they both shift out the same bits)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7267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16384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7702-AA68-AFC9-05E8-6A781768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8FC1-052B-F011-D5E5-525504D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8F778-6A22-5F8A-A058-93D44EDF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AC4D7-2D14-2E25-93CD-623479AB15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Without using MUL instruction, give instructions that multiply a register, r3 by: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1025</a:t>
            </a:r>
          </a:p>
          <a:p>
            <a:r>
              <a:rPr lang="en-US" dirty="0"/>
              <a:t>ANS:  Decompose 135 = 128 + 4 + 2 + 1</a:t>
            </a:r>
          </a:p>
          <a:p>
            <a:pPr lvl="1"/>
            <a:r>
              <a:rPr lang="pt-BR" dirty="0"/>
              <a:t>MOV   r0, r3, LSL #7    @ 128*r3</a:t>
            </a:r>
          </a:p>
          <a:p>
            <a:pPr lvl="1"/>
            <a:r>
              <a:rPr lang="pt-BR" dirty="0"/>
              <a:t>ADD   r0, r0, r3, LSL #2 @ +4*r3  -&gt; 132*r3</a:t>
            </a:r>
          </a:p>
          <a:p>
            <a:pPr lvl="1"/>
            <a:r>
              <a:rPr lang="pt-BR" dirty="0"/>
              <a:t>ADD   r0, r0, r3, LSL #1 @ +2*r3  -&gt; 134*r3</a:t>
            </a:r>
          </a:p>
          <a:p>
            <a:pPr lvl="1"/>
            <a:r>
              <a:rPr lang="pt-BR" dirty="0"/>
              <a:t>ADD   r0, r0, r3         @ +1*r3  -&gt; 135*r3</a:t>
            </a:r>
          </a:p>
          <a:p>
            <a:r>
              <a:rPr lang="en-US" dirty="0"/>
              <a:t>Decompose 153 = (8 + 1) * (16 + 1)</a:t>
            </a:r>
          </a:p>
          <a:p>
            <a:pPr lvl="1"/>
            <a:r>
              <a:rPr lang="en-US" dirty="0"/>
              <a:t>ADD r0, r3, r3, LSL#3   @ r0 = r3 + 8*r3 = 9*r3</a:t>
            </a:r>
            <a:br>
              <a:rPr lang="en-US" dirty="0"/>
            </a:br>
            <a:r>
              <a:rPr lang="en-US" dirty="0"/>
              <a:t>ADD r0, r0, r0, LSL#4   @ r0 = 9*r3 + 16*9*r3 = 135*r3</a:t>
            </a:r>
          </a:p>
          <a:p>
            <a:r>
              <a:rPr lang="en-US" dirty="0"/>
              <a:t>Decompose 255 = 256 - 1</a:t>
            </a:r>
          </a:p>
          <a:p>
            <a:pPr lvl="1"/>
            <a:r>
              <a:rPr lang="en-US" dirty="0"/>
              <a:t>RSB r0, r3, r3, LSL#8   @ r0 = 256*r3 - r3 = 255*r3</a:t>
            </a:r>
          </a:p>
          <a:p>
            <a:r>
              <a:rPr lang="en-US" dirty="0"/>
              <a:t>Decompose 1025=2^10+1:</a:t>
            </a:r>
          </a:p>
          <a:p>
            <a:pPr lvl="1"/>
            <a:r>
              <a:rPr lang="en-US" dirty="0"/>
              <a:t>ADD r0, r3, r3, LSL#10   @ r0 = r3 + 1024*r3 = 1025*r3</a:t>
            </a:r>
          </a:p>
          <a:p>
            <a:r>
              <a:rPr lang="en-US" dirty="0"/>
              <a:t>Decompose 18 = (16 + 1) + 1</a:t>
            </a:r>
          </a:p>
          <a:p>
            <a:pPr lvl="1"/>
            <a:r>
              <a:rPr lang="en-US" dirty="0"/>
              <a:t>ADD r0, r3, r3, LSL#4   @ r0 = r3 + 16*r3 = 17*r3</a:t>
            </a:r>
            <a:br>
              <a:rPr lang="en-US" dirty="0"/>
            </a:br>
            <a:r>
              <a:rPr lang="en-US" dirty="0"/>
              <a:t>ADD r0, r0, r3          @ r0 = 17*r3 + r3 = 18*r3</a:t>
            </a:r>
          </a:p>
        </p:txBody>
      </p:sp>
    </p:spTree>
    <p:extLst>
      <p:ext uri="{BB962C8B-B14F-4D97-AF65-F5344CB8AC3E}">
        <p14:creationId xmlns:p14="http://schemas.microsoft.com/office/powerpoint/2010/main" val="210341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CB25-8749-9152-E8F2-28CF8B24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2E3E-5E2B-A3DE-AE04-01ED4350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ones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5E3B-15FA-54D0-5AC7-DB417661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879D-131C-C42E-D9BE-DA4B7A44B6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Count ones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7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C34C-948A-7331-C0B5-36BC587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027-E858-BDF6-8FD3-20349087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439C1-63DF-4DC1-EB71-439694FB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F09B-0D79-10B8-9B5A-BD5E2ECFC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Based on the program that counts 1’s, modify it to count the number of zeros a 32-bit register r0. </a:t>
            </a:r>
          </a:p>
          <a:p>
            <a:r>
              <a:rPr lang="en-US" dirty="0"/>
              <a:t>ANS: count ones, then subtract from 32</a:t>
            </a:r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RSB r3, r3, #32 @ zeros = 32 – ones</a:t>
            </a:r>
          </a:p>
          <a:p>
            <a:r>
              <a:rPr lang="pt-BR" dirty="0"/>
              <a:t>Or </a:t>
            </a:r>
            <a:r>
              <a:rPr lang="en-US" dirty="0"/>
              <a:t>Invert all bits of r0, then count 1’s</a:t>
            </a:r>
            <a:endParaRPr lang="pt-BR" dirty="0"/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MVN r0, r0 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9950-623A-C446-86E3-ABAF4DE8E5CB}"/>
              </a:ext>
            </a:extLst>
          </p:cNvPr>
          <p:cNvSpPr txBox="1"/>
          <p:nvPr/>
        </p:nvSpPr>
        <p:spPr>
          <a:xfrm>
            <a:off x="3962400" y="3581400"/>
            <a:ext cx="49175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SUB r3, #32, r3 is not valid ARM syntax,</a:t>
            </a:r>
          </a:p>
          <a:p>
            <a:r>
              <a:rPr lang="en-US" dirty="0"/>
              <a:t>Since the middle operand cannot be an immediate.</a:t>
            </a:r>
          </a:p>
          <a:p>
            <a:r>
              <a:rPr lang="en-US" dirty="0"/>
              <a:t>You can load 32 into a register and subtract:</a:t>
            </a:r>
          </a:p>
          <a:p>
            <a:r>
              <a:rPr lang="pt-BR" dirty="0"/>
              <a:t>MOV r2, #32</a:t>
            </a:r>
            <a:br>
              <a:rPr lang="pt-BR" dirty="0"/>
            </a:br>
            <a:r>
              <a:rPr lang="pt-BR" dirty="0"/>
              <a:t>SUB r3, r2, r3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69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08DE-522A-498D-6E3F-C54CB6A4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Polynomial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F70D3-620B-5782-021B-474F6936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68C4B-C7E5-9534-B165-9B7E9107CB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that computes 6x^2 – 9x + 2 and stores the result in register r2.  Assume x is stored in register r3.</a:t>
            </a:r>
          </a:p>
        </p:txBody>
      </p:sp>
    </p:spTree>
    <p:extLst>
      <p:ext uri="{BB962C8B-B14F-4D97-AF65-F5344CB8AC3E}">
        <p14:creationId xmlns:p14="http://schemas.microsoft.com/office/powerpoint/2010/main" val="7140928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87A4-0DA7-C173-0538-DAB6342D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90458-C6F5-FEBF-1A62-E300A742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3EDD55-4B34-E9B0-90CE-5D12E387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2029"/>
              </p:ext>
            </p:extLst>
          </p:nvPr>
        </p:nvGraphicFramePr>
        <p:xfrm>
          <a:off x="1295400" y="1289489"/>
          <a:ext cx="662940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A: Direct Translation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r3, r3      @ r0 = 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#6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r0, r1      @ r0 = 6x²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#9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r1, r1, r3      @ r1 =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r2, r0, r1      @ r2 = 6x² - 9x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#2      @ r2 = 6x² - 9x + 2</a:t>
                      </a:r>
                    </a:p>
                    <a:p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172DA9-F89E-86B9-22FF-347E4B139A9D}"/>
              </a:ext>
            </a:extLst>
          </p:cNvPr>
          <p:cNvSpPr txBox="1"/>
          <p:nvPr/>
        </p:nvSpPr>
        <p:spPr>
          <a:xfrm>
            <a:off x="2362200" y="3657600"/>
            <a:ext cx="491224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MUL r0, r0, #6 is not a valid instruction.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83309C-FA8B-6F99-8A51-4E5D4937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15352249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554BE-2738-205C-F3A8-BC35BC86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FA25-F4A6-2026-7853-D78B19A98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3186"/>
              </p:ext>
            </p:extLst>
          </p:nvPr>
        </p:nvGraphicFramePr>
        <p:xfrm>
          <a:off x="1257300" y="3136998"/>
          <a:ext cx="6629400" cy="1526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43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C: Horner form 6x^2 − 9x + 2 =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183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r2, r3, r0         // r2 = x*(6x - 9)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E53F05-AEE5-4C73-59D1-FB738C8FC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96301"/>
              </p:ext>
            </p:extLst>
          </p:nvPr>
        </p:nvGraphicFramePr>
        <p:xfrm>
          <a:off x="1257300" y="1264996"/>
          <a:ext cx="6629400" cy="18110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B: Minimal multiplies with a single MUL and shift-adds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r0, r3, r3         // r0 = 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r0, LSL #1 // r0 = 3*x*x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r1, r3, r3, LSL #3 // r1 = x + 8x =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r2, r0, r1         // r2 = 6x^2 - 9x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08726-902A-C6CC-1647-A81D62B6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7922"/>
              </p:ext>
            </p:extLst>
          </p:nvPr>
        </p:nvGraphicFramePr>
        <p:xfrm>
          <a:off x="1257300" y="4729275"/>
          <a:ext cx="6629400" cy="16597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D: Use MLA (multiply-accumulate) and Horner form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984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MLA     r2, r3, r0, #2       // r2 = r3*r0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9AD0913-B118-F87E-249C-6E68B089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2592113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</a:t>
            </a:r>
            <a:r>
              <a:rPr lang="pt-BR" sz="2000">
                <a:latin typeface="Consolas" panose="020B0609020204030204" pitchFamily="49" charset="0"/>
                <a:cs typeface="Consolas" panose="020B0609020204030204" pitchFamily="49" charset="0"/>
              </a:rPr>
              <a:t>, =0xFFFFFF00</a:t>
            </a:r>
            <a:endParaRPr lang="pt-B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5FAD-9A08-0CCB-CFB7-78E0DB9D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212C-AC3A-BD60-BBB1-8FEACA8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B6C76-EADD-C77E-1FF4-98C0CAB0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18A86-8DB2-795C-FF88-161C2A00B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ANS: </a:t>
            </a:r>
            <a:r>
              <a:rPr lang="pt-BR" sz="2000" dirty="0"/>
              <a:t>r2 = 0x00000000</a:t>
            </a:r>
          </a:p>
          <a:p>
            <a:r>
              <a:rPr lang="pt-BR" sz="2000" dirty="0"/>
              <a:t>NZCV = 0110</a:t>
            </a: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CB201-5D7D-1A95-A3C5-0B501ADFE4ED}"/>
              </a:ext>
            </a:extLst>
          </p:cNvPr>
          <p:cNvSpPr/>
          <p:nvPr/>
        </p:nvSpPr>
        <p:spPr>
          <a:xfrm>
            <a:off x="2057400" y="162161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200113-936A-759C-DAEA-A0CA7E874220}"/>
              </a:ext>
            </a:extLst>
          </p:cNvPr>
          <p:cNvSpPr txBox="1">
            <a:spLocks/>
          </p:cNvSpPr>
          <p:nvPr/>
        </p:nvSpPr>
        <p:spPr>
          <a:xfrm>
            <a:off x="470452" y="3429000"/>
            <a:ext cx="8348605" cy="297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ANS:</a:t>
            </a:r>
          </a:p>
          <a:p>
            <a:r>
              <a:rPr lang="en-US" sz="1600" dirty="0"/>
              <a:t>Left shift (LSL #1) moves the bits in r0 left by 1 bit. The bitwise AND is then computed: r2 = r1 &amp; (r0 &lt;&lt; 1).</a:t>
            </a:r>
          </a:p>
          <a:p>
            <a:r>
              <a:rPr lang="en-US" sz="1600" dirty="0"/>
              <a:t>N (Negative flag): Set to 0 because result r2 = 0x00000000, which is not negative.</a:t>
            </a:r>
          </a:p>
          <a:p>
            <a:r>
              <a:rPr lang="en-US" sz="1600" dirty="0"/>
              <a:t>Z (Zero flag): Set to 1 because the result is zero (r2 = 0).</a:t>
            </a:r>
          </a:p>
          <a:p>
            <a:r>
              <a:rPr lang="en-US" sz="1600" dirty="0"/>
              <a:t>C (Carry flag): Set to 1.  The last bit shifted out was 1.  </a:t>
            </a:r>
            <a:r>
              <a:rPr lang="en-US" sz="1600"/>
              <a:t>(ANDS </a:t>
            </a:r>
            <a:r>
              <a:rPr lang="en-US" sz="1600" dirty="0"/>
              <a:t>does not affect C </a:t>
            </a:r>
            <a:r>
              <a:rPr lang="en-US" sz="1600"/>
              <a:t>flag.)</a:t>
            </a:r>
            <a:endParaRPr lang="en-US" sz="1600" dirty="0"/>
          </a:p>
          <a:p>
            <a:r>
              <a:rPr lang="en-US" sz="1600" dirty="0"/>
              <a:t>V (Overflow flag): Unchanged by AND operation.</a:t>
            </a:r>
          </a:p>
        </p:txBody>
      </p:sp>
    </p:spTree>
    <p:extLst>
      <p:ext uri="{BB962C8B-B14F-4D97-AF65-F5344CB8AC3E}">
        <p14:creationId xmlns:p14="http://schemas.microsoft.com/office/powerpoint/2010/main" val="35922270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19812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C940-4E30-82BE-8EE2-628F3E65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91BF-E76C-EDC4-020F-C2C90681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33420-26DD-E8AD-EAB4-EE45F105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B3059B3-E7CA-6A88-ECC8-ADFF4594B5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ANS: </a:t>
            </a:r>
            <a:r>
              <a:rPr lang="pt-BR" sz="2000" dirty="0"/>
              <a:t>r2 = 0xFFFFFFE01</a:t>
            </a:r>
          </a:p>
          <a:p>
            <a:r>
              <a:rPr lang="pt-BR" sz="2000" dirty="0"/>
              <a:t>NZCV = 1000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728C00-95CC-7E30-18AF-775A46A3C6BF}"/>
              </a:ext>
            </a:extLst>
          </p:cNvPr>
          <p:cNvSpPr/>
          <p:nvPr/>
        </p:nvSpPr>
        <p:spPr>
          <a:xfrm>
            <a:off x="1828800" y="162161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3452190"/>
                <a:ext cx="8610600" cy="3269919"/>
              </a:xfrm>
              <a:prstGeom prst="rect">
                <a:avLst/>
              </a:prstGeom>
            </p:spPr>
            <p:txBody>
              <a:bodyPr vert="horz">
                <a:normAutofit fontScale="62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ANS: Left shift (LSL #1) moves the bits in r0 left by 1 bit, so r0 = 0xFFFFFFE00. ADDS is then computed: r2 = r1 + (r0 &lt;&lt; 1) = 0xFFFFFFE01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LSL does not update flags; ADDS updates flags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 (Negative): Since </a:t>
                </a:r>
                <a:r>
                  <a:rPr lang="en-US" dirty="0"/>
                  <a:t>result r2 = 0xFFFFFFE01 </a:t>
                </a:r>
                <a:r>
                  <a:rPr lang="en-US" dirty="0">
                    <a:solidFill>
                      <a:schemeClr val="tx1"/>
                    </a:solidFill>
                  </a:rPr>
                  <a:t>when interpreted as signed 32-bit (two's complement) is negative (most significant bit is 1), N = 1.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Z (Zero): Result is not zero, Z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 (Carry): for ADDS, C is the carry-out from the addition (unsigned overflow). Since 0x0000_0001 + 0xFFFF_FE00 &lt; 2^32, there is no carry-out → C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Note: the shift’s carry-out was 1, but ADDS overwrites the flags; the final C is the addition carry-out (0).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V (Overflow): Overflow is set if there is a signed overflow. 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positive;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negative since high bit is set; 2 operands have different signs, no overflow, so V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Recall “Overflow cannot occur when adding 2 operands with different signs or when subtracting 2 operands with the same sign. ”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52190"/>
                <a:ext cx="8610600" cy="3269919"/>
              </a:xfrm>
              <a:prstGeom prst="rect">
                <a:avLst/>
              </a:prstGeom>
              <a:blipFill>
                <a:blip r:embed="rId3"/>
                <a:stretch>
                  <a:fillRect t="-2048" r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692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r4, r0, r2, ASRS #3</a:t>
            </a:r>
          </a:p>
          <a:p>
            <a:pPr lvl="1"/>
            <a:r>
              <a:rPr lang="pt-BR" dirty="0"/>
              <a:t>(b) ADDS r4, r0, r1</a:t>
            </a:r>
          </a:p>
          <a:p>
            <a:pPr lvl="1"/>
            <a:r>
              <a:rPr lang="pt-BR" dirty="0"/>
              <a:t>(c) LSRS r4, r0, #1</a:t>
            </a:r>
          </a:p>
          <a:p>
            <a:pPr lvl="1"/>
            <a:r>
              <a:rPr lang="pt-BR" dirty="0"/>
              <a:t>(d) ANDS r4, r0, r3</a:t>
            </a:r>
          </a:p>
          <a:p>
            <a:pPr lvl="1"/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7231-82FF-C0A5-9383-A83CE251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D9D39-93B6-A1E2-EA7F-5C474F5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F534B-2417-B92D-61EA-CC2082CC62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(a) ADD r4, r0, r2, ASRS #3</a:t>
            </a:r>
            <a:endParaRPr lang="en-US" dirty="0"/>
          </a:p>
          <a:p>
            <a:pPr lvl="1"/>
            <a:r>
              <a:rPr lang="en-US" dirty="0"/>
              <a:t>First, r2 ASRS #3: 0x00000003 &gt;&gt; 3 = 0x00000000 (arithmetic shift preserves sign)</a:t>
            </a:r>
          </a:p>
          <a:p>
            <a:pPr lvl="2"/>
            <a:r>
              <a:rPr lang="en-US" dirty="0"/>
              <a:t>Carry bit is 0 (last bit shifted out was 0, the first bit of 011)</a:t>
            </a:r>
          </a:p>
          <a:p>
            <a:pPr lvl="1"/>
            <a:r>
              <a:rPr lang="en-US" dirty="0"/>
              <a:t>Then: r4 = r0 + 0 = 0xFFFFFFFF + 0 = 0xFFFFFFFF</a:t>
            </a:r>
          </a:p>
          <a:p>
            <a:pPr lvl="1"/>
            <a:r>
              <a:rPr lang="en-US" dirty="0"/>
              <a:t>Result: r4 = 0xFFFFFFFF, NZCV = 0000</a:t>
            </a:r>
          </a:p>
          <a:p>
            <a:pPr lvl="2"/>
            <a:r>
              <a:rPr lang="en-US" dirty="0"/>
              <a:t>ADD does not affect flags</a:t>
            </a:r>
          </a:p>
          <a:p>
            <a:r>
              <a:rPr lang="pt-BR" dirty="0"/>
              <a:t>(b) ADDS r4, r0, r1</a:t>
            </a:r>
          </a:p>
          <a:p>
            <a:pPr lvl="1"/>
            <a:r>
              <a:rPr lang="en-US" dirty="0"/>
              <a:t>r4 = 0xFFFFFFFF + 0x00000001 = 0x00000000 (truncated to 32-bit)</a:t>
            </a:r>
          </a:p>
          <a:p>
            <a:pPr lvl="1"/>
            <a:r>
              <a:rPr lang="en-US" dirty="0"/>
              <a:t>N = 0 (result bit 31 = 0, not negative)</a:t>
            </a:r>
          </a:p>
          <a:p>
            <a:pPr lvl="1"/>
            <a:r>
              <a:rPr lang="en-US" dirty="0"/>
              <a:t>Z = 1 (result is zero)</a:t>
            </a:r>
          </a:p>
          <a:p>
            <a:pPr lvl="1"/>
            <a:r>
              <a:rPr lang="en-US" dirty="0"/>
              <a:t>C = 1 (carry out from bit 31: 0xFFFFFFFF + 1 produces carry)</a:t>
            </a:r>
          </a:p>
          <a:p>
            <a:pPr lvl="1"/>
            <a:r>
              <a:rPr lang="en-US" dirty="0"/>
              <a:t>V = 0 (no signed overflow: -1 + 1 = 0, valid in 32-bit signed range)</a:t>
            </a:r>
          </a:p>
          <a:p>
            <a:pPr lvl="1"/>
            <a:r>
              <a:rPr lang="en-US" dirty="0"/>
              <a:t>Result: r4 = 0x00000000, NZCV = 0110</a:t>
            </a:r>
          </a:p>
          <a:p>
            <a:r>
              <a:rPr lang="pt-BR" dirty="0"/>
              <a:t>(c) LSRS r4, r0, #1</a:t>
            </a:r>
          </a:p>
          <a:p>
            <a:pPr lvl="1"/>
            <a:r>
              <a:rPr lang="en-US" dirty="0"/>
              <a:t>Logical shift right with flag update: 0xFFFFFFFF &gt;&gt; 1 = 0x7FFFFFFF</a:t>
            </a:r>
          </a:p>
          <a:p>
            <a:pPr lvl="1"/>
            <a:r>
              <a:rPr lang="en-US" dirty="0"/>
              <a:t>N = 0 (result bit 31 = 0)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1 (last bit shifted out was 1)</a:t>
            </a:r>
          </a:p>
          <a:p>
            <a:pPr lvl="1"/>
            <a:r>
              <a:rPr lang="en-US" dirty="0"/>
              <a:t>V = 0 (logical shifts don't affect overflow flag)</a:t>
            </a:r>
          </a:p>
          <a:p>
            <a:pPr lvl="1"/>
            <a:r>
              <a:rPr lang="en-US" dirty="0"/>
              <a:t>Result: r4 = 0x7FFFFFFF, NZCV = 0010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3E2C1E-31D7-D8FB-CE9D-0E062ADE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529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6F90-35DA-C6B2-DA8D-B8A77EB6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3923-A3D7-3DF6-0FD1-40B2D707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48110-879A-1649-F5F1-EE26EAC3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5CD76-A90D-FFA9-784E-A81C0CBBBD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(d) ANDS r4, r0, r3</a:t>
            </a:r>
          </a:p>
          <a:p>
            <a:pPr lvl="1"/>
            <a:r>
              <a:rPr lang="en-US" dirty="0"/>
              <a:t>Bitwise AND with flag update: 0xFFFFFFFF &amp; 0xFFFFFFF0 = 0xFFFFFFF0</a:t>
            </a:r>
          </a:p>
          <a:p>
            <a:pPr lvl="1"/>
            <a:r>
              <a:rPr lang="en-US" dirty="0"/>
              <a:t>N = 1 (result MSB = 1, negative)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previous value, assumed to be 0 (C is unaffected by ANDS)</a:t>
            </a:r>
          </a:p>
          <a:p>
            <a:pPr lvl="1"/>
            <a:r>
              <a:rPr lang="en-US" dirty="0"/>
              <a:t>V = previous value, assumed to be 0 (V is unaffected by ANDS)</a:t>
            </a:r>
          </a:p>
          <a:p>
            <a:pPr lvl="1"/>
            <a:r>
              <a:rPr lang="en-US" dirty="0"/>
              <a:t>Result: r4 = 0xFFFFFFF0, NZCV = 1000</a:t>
            </a:r>
          </a:p>
          <a:p>
            <a:r>
              <a:rPr lang="en-US" dirty="0"/>
              <a:t>(e) CMP r2, #3</a:t>
            </a:r>
          </a:p>
          <a:p>
            <a:pPr lvl="1"/>
            <a:r>
              <a:rPr lang="en-US" dirty="0"/>
              <a:t>Compare operation: r2 - 3 = 3 - 3 = 0 (result not stored, only flags updated)</a:t>
            </a:r>
          </a:p>
          <a:p>
            <a:pPr lvl="1"/>
            <a:r>
              <a:rPr lang="en-US" dirty="0"/>
              <a:t>N = 0 (subtraction result is 0, bit 31 = 0)</a:t>
            </a:r>
          </a:p>
          <a:p>
            <a:pPr lvl="1"/>
            <a:r>
              <a:rPr lang="en-US" dirty="0"/>
              <a:t>Z = 1 (subtraction result is 0)</a:t>
            </a:r>
          </a:p>
          <a:p>
            <a:pPr lvl="1"/>
            <a:r>
              <a:rPr lang="en-US" dirty="0"/>
              <a:t>C = 1 (no borrow: 3 ≥ 3, so C = 1 = not borrow)</a:t>
            </a:r>
          </a:p>
          <a:p>
            <a:pPr lvl="1"/>
            <a:r>
              <a:rPr lang="en-US" dirty="0"/>
              <a:t>V = 0 (no signed overflow in 3 - 3)</a:t>
            </a:r>
          </a:p>
          <a:p>
            <a:pPr lvl="1"/>
            <a:r>
              <a:rPr lang="en-US" dirty="0"/>
              <a:t>Result: NZCV =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FC7784-AC7A-8159-74B8-C94D84BE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47211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054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7B51-11BC-FFC9-CF42-A6BABBAD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B07D-F698-D274-049D-5A85197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49653-EF96-2820-E597-C71FA0AB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0CFB-3CFF-ED04-FB0F-0B0AEF7287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r3,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r3, r0, r2</a:t>
            </a:r>
          </a:p>
          <a:p>
            <a:pPr lvl="1"/>
            <a:r>
              <a:rPr lang="pt-BR" dirty="0"/>
              <a:t>(b) ADDS r3, r0, r2</a:t>
            </a:r>
          </a:p>
          <a:p>
            <a:pPr lvl="1"/>
            <a:r>
              <a:rPr lang="pt-BR" dirty="0"/>
              <a:t>(c) SUBS r3, r0, r0</a:t>
            </a:r>
          </a:p>
          <a:p>
            <a:pPr lvl="1"/>
            <a:r>
              <a:rPr lang="pt-BR" dirty="0"/>
              <a:t>(d) LSL r3, r0, #1</a:t>
            </a:r>
          </a:p>
          <a:p>
            <a:pPr lvl="1"/>
            <a:r>
              <a:rPr lang="pt-BR" dirty="0"/>
              <a:t>(e) LSRS r3, r1, #1</a:t>
            </a:r>
          </a:p>
          <a:p>
            <a:pPr lvl="1"/>
            <a:r>
              <a:rPr lang="pt-BR" dirty="0"/>
              <a:t>(f) ANDS r3, r0, r2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B2FE4-3D6B-5F71-9A58-0E695C18479A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267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95867-7F1D-793E-4C60-23701C88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E215-3CFF-4B98-4305-63717698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7EE4-8618-5F31-EEBF-6DC31D07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BCC50-A76F-3959-218D-71AAD36485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(a) ADD r3, r0, r2</a:t>
            </a:r>
          </a:p>
          <a:p>
            <a:pPr lvl="1"/>
            <a:r>
              <a:rPr lang="pt-BR" dirty="0"/>
              <a:t>r3 = 0xFFFFFFFF</a:t>
            </a:r>
          </a:p>
          <a:p>
            <a:pPr lvl="1"/>
            <a:r>
              <a:rPr lang="pt-BR" dirty="0"/>
              <a:t>NZCV = 0000 (ADD without S does not update flags)</a:t>
            </a:r>
          </a:p>
          <a:p>
            <a:r>
              <a:rPr lang="pt-BR" dirty="0"/>
              <a:t>(b) ADDS r3, r0, r2</a:t>
            </a:r>
          </a:p>
          <a:p>
            <a:pPr lvl="1"/>
            <a:r>
              <a:rPr lang="pt-BR" dirty="0"/>
              <a:t>r3 = 0xFFFFFFFF, NZCV = 1000</a:t>
            </a:r>
          </a:p>
          <a:p>
            <a:pPr lvl="2"/>
            <a:r>
              <a:rPr lang="pt-BR" dirty="0"/>
              <a:t>N = 1 (MSB = 1)</a:t>
            </a:r>
          </a:p>
          <a:p>
            <a:pPr lvl="2"/>
            <a:r>
              <a:rPr lang="pt-BR" dirty="0"/>
              <a:t>Z = 0 (nonzero)</a:t>
            </a:r>
          </a:p>
          <a:p>
            <a:pPr lvl="2"/>
            <a:r>
              <a:rPr lang="pt-BR" dirty="0"/>
              <a:t>C = 0 (no carry out)</a:t>
            </a:r>
          </a:p>
          <a:p>
            <a:pPr lvl="2"/>
            <a:r>
              <a:rPr lang="pt-BR" dirty="0"/>
              <a:t>V = 0 (no signed overflow)</a:t>
            </a:r>
          </a:p>
          <a:p>
            <a:r>
              <a:rPr lang="pt-BR" dirty="0"/>
              <a:t>(c) SUBS r3, r0, r0</a:t>
            </a:r>
          </a:p>
          <a:p>
            <a:pPr lvl="1"/>
            <a:r>
              <a:rPr lang="pt-BR" dirty="0"/>
              <a:t>r3 = 0x00000000 (r0 − r0 = 0), NZCV = 0110</a:t>
            </a:r>
          </a:p>
          <a:p>
            <a:pPr lvl="2"/>
            <a:r>
              <a:rPr lang="pt-BR" dirty="0"/>
              <a:t>N = 0 (MSB = 0)</a:t>
            </a:r>
          </a:p>
          <a:p>
            <a:pPr lvl="2"/>
            <a:r>
              <a:rPr lang="pt-BR" dirty="0"/>
              <a:t>Z = 1 (result == 0)</a:t>
            </a:r>
          </a:p>
          <a:p>
            <a:pPr lvl="2"/>
            <a:r>
              <a:rPr lang="pt-BR" dirty="0"/>
              <a:t>C = 1 (no borrow: unsigned r0 ≥ r0)</a:t>
            </a:r>
          </a:p>
          <a:p>
            <a:pPr lvl="2"/>
            <a:r>
              <a:rPr lang="pt-BR" dirty="0"/>
              <a:t>V = 0 (no signed overflow)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C4EF8-CA07-8D9E-1C34-0E4536477C58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552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FEB2-F756-C046-A7C9-BE3B4F4F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CE3F-7A78-33BB-7BE1-3D467306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06B64-9C4A-C77D-7290-A4529F5A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719E-6F53-B45E-0478-44C5D80206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(d) LSL r3, r0, #1</a:t>
            </a:r>
          </a:p>
          <a:p>
            <a:pPr lvl="1"/>
            <a:r>
              <a:rPr lang="pt-BR" dirty="0"/>
              <a:t>r3 = 0xFFFFFFFE (logical left shift: 0xFFFF_FFFF &lt;&lt; 1), NZCV = 0000 </a:t>
            </a:r>
          </a:p>
          <a:p>
            <a:pPr lvl="2"/>
            <a:r>
              <a:rPr lang="pt-BR" dirty="0"/>
              <a:t>LSL without S does not update flags</a:t>
            </a:r>
          </a:p>
          <a:p>
            <a:r>
              <a:rPr lang="pt-BR" dirty="0"/>
              <a:t>(e) LSRS r3, r1, #1</a:t>
            </a:r>
          </a:p>
          <a:p>
            <a:pPr lvl="1"/>
            <a:r>
              <a:rPr lang="en-US" dirty="0"/>
              <a:t>r3 = 0x00000000 (0x0000_0001 &gt;&gt; 1 = 0), NZCV = 0110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1 (bit shifted out = original bit0 = 1)</a:t>
            </a:r>
          </a:p>
          <a:p>
            <a:pPr lvl="2"/>
            <a:r>
              <a:rPr lang="en-US" dirty="0"/>
              <a:t>V = 0 (shifts do not set V)</a:t>
            </a:r>
            <a:endParaRPr lang="pt-BR" dirty="0"/>
          </a:p>
          <a:p>
            <a:r>
              <a:rPr lang="pt-BR" dirty="0"/>
              <a:t>(f) ANDS r3, r0, r2</a:t>
            </a:r>
          </a:p>
          <a:p>
            <a:pPr lvl="1"/>
            <a:r>
              <a:rPr lang="en-US" dirty="0"/>
              <a:t>r3 = 0x00000000 (0xFFFF_FFFF &amp; 0x0000_0000 = 0), NZCV = 0100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0 (unchanged)</a:t>
            </a:r>
          </a:p>
          <a:p>
            <a:pPr lvl="2"/>
            <a:r>
              <a:rPr lang="en-US" dirty="0"/>
              <a:t>V = 0 (unchanged)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EB8F9A-F2CE-9B20-0F51-3EDF0431D8E2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766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E46E-21D3-BB71-D0EF-810E9660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ABE5-E35E-9995-C450-C422553E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C54EC-7E8A-1399-9BF2-5015E8B1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B89EF58-E7D7-52A9-B76A-D6754B4BB1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For a 4-bit system, calculate the result of summation, setting C and V flags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E1C15-FF51-08AC-2A57-2CF578AED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4450"/>
              </p:ext>
            </p:extLst>
          </p:nvPr>
        </p:nvGraphicFramePr>
        <p:xfrm>
          <a:off x="381000" y="2178748"/>
          <a:ext cx="8610600" cy="3356166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83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3C70-86D1-2699-001E-17FB9C6B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3BA29-B415-B973-B39D-A5EE4871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855329-644D-B313-F6DA-A77E9B02A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12572"/>
              </p:ext>
            </p:extLst>
          </p:nvPr>
        </p:nvGraphicFramePr>
        <p:xfrm>
          <a:off x="266700" y="2146852"/>
          <a:ext cx="8610600" cy="3322257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-6 (GT 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+ 14 = 10 (GT 26)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 2) = -6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+ 10 = 6  (GT 22)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(–6) = 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14 (GT -2)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– 6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– 6 =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14 = 6 (GT -10)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(-2) = 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D49BC51-81B0-0099-8662-2532F481FE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838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a 4-bit system, calculate the result of summation, setting C and V flags</a:t>
            </a:r>
          </a:p>
          <a:p>
            <a:pPr lvl="1"/>
            <a:r>
              <a:rPr lang="en-US" dirty="0"/>
              <a:t>For a 4-bit system, unsigned range is [0, 15], signed range is [-8, 7]</a:t>
            </a:r>
          </a:p>
        </p:txBody>
      </p:sp>
    </p:spTree>
    <p:extLst>
      <p:ext uri="{BB962C8B-B14F-4D97-AF65-F5344CB8AC3E}">
        <p14:creationId xmlns:p14="http://schemas.microsoft.com/office/powerpoint/2010/main" val="28300030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87BE-21EF-D8F5-98CC-8E638AA4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D5CF-03FF-51D8-01E1-79DE5282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1F15F41E-EB7A-6ECD-3CFB-38D27911E9F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730980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4E99EB-A80A-64E3-3DC8-0F9341ACD6FF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C6837D-2422-BFB8-F87C-7FA5B761C9E2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BF5E2B1E-1943-38C7-5905-F4C88EAC39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501292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606BFC-23E4-2641-7362-BF44732DFA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131644-8E94-FA19-4A25-27C373117556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967EEEEF-DB31-16C1-E51E-AA11ED143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136486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696F67-3162-0CEE-5F9F-C340110C76D5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D0E2EB-4643-8298-6FFB-F644054699CA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6FCB6396-85EE-B89A-4A0B-9D70E0C24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682783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5303E1-F393-2BF6-3DF5-89ED60AD5E31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F78BDCB-4750-D7AD-9448-AC89996468A5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AC2F7-7B48-A7B1-D707-D63B0BCE4A2D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1C844-4BC0-0B20-B37E-D78145261753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EFAB5-9995-5D1A-7108-FE6877E0AFFF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A33C9-48DD-5A86-81ED-82377FB93AD6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7538124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0FC2-E011-16F4-A825-FDB646CD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3485E-D2FF-24D1-FFB8-DE3B4C3B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51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65E83F07-A072-D782-6A5E-2BFF083E04B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605235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5318-7742-96FB-5EF9-4FAAD2E571CD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412AA8-0F73-4034-C9CE-818495B51FCF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F63A0396-E875-E526-563F-9D73C0C90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729020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DD06C4-7F91-F7F3-56AE-3011A68AFD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BCA20D-EC11-8C63-568E-AF5BE0B4B92B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18815F9F-0A77-C53E-5E6E-AFCEED234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211764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08CA73-4660-01B4-58EE-98419701A29E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306B94-61E9-E613-CFA2-1C08136B278D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84DB85B8-7574-25F2-060F-F0E37FAF80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086678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0725A8-080A-BD71-7DD2-6F9DA06C0DBB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A59ECF-E539-3CF2-7331-F24D28CA3E52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2C3D1-9D60-C236-C2F8-5F422D8F9736}"/>
              </a:ext>
            </a:extLst>
          </p:cNvPr>
          <p:cNvSpPr txBox="1"/>
          <p:nvPr/>
        </p:nvSpPr>
        <p:spPr>
          <a:xfrm>
            <a:off x="817446" y="873962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0010 = 0100 + 1110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73BA3-1C93-0ECA-CF12-1C0F34AEF3F8}"/>
              </a:ext>
            </a:extLst>
          </p:cNvPr>
          <p:cNvSpPr txBox="1"/>
          <p:nvPr/>
        </p:nvSpPr>
        <p:spPr>
          <a:xfrm>
            <a:off x="4953000" y="873963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0110 = 0100 + 1010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289A5-B78D-C5A1-6E73-CEAD62EBFA85}"/>
              </a:ext>
            </a:extLst>
          </p:cNvPr>
          <p:cNvSpPr txBox="1"/>
          <p:nvPr/>
        </p:nvSpPr>
        <p:spPr>
          <a:xfrm>
            <a:off x="817446" y="3438336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1100 – 0110 = 1100 + 1010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9D623-F045-D185-C4D1-81732EF37614}"/>
              </a:ext>
            </a:extLst>
          </p:cNvPr>
          <p:cNvSpPr txBox="1"/>
          <p:nvPr/>
        </p:nvSpPr>
        <p:spPr>
          <a:xfrm>
            <a:off x="4953000" y="3448120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1110 = 0100 + 0010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645D20-AFA0-6C43-3DA8-702124B7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6290"/>
            <a:ext cx="8229600" cy="990600"/>
          </a:xfrm>
        </p:spPr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36A83-1579-8CB9-0726-27085A2456A7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CF86A-D4ED-E25F-19E3-E1F021E47C8F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7C7F06-67DF-7BC1-E659-4759B0125435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27724-9882-64E4-9FA6-DF613F1C77AE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908488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3712</TotalTime>
  <Words>6774</Words>
  <Application>Microsoft Office PowerPoint</Application>
  <PresentationFormat>On-screen Show (4:3)</PresentationFormat>
  <Paragraphs>938</Paragraphs>
  <Slides>51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Bookman Old Style (Headings)</vt:lpstr>
      <vt:lpstr>Gill Sans Light</vt:lpstr>
      <vt:lpstr>Aptos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Z. Gu</vt:lpstr>
      <vt:lpstr>Barrel Shifter: Explanations</vt:lpstr>
      <vt:lpstr>Carry and Overflow Flags w/ Arithmetic Instructions</vt:lpstr>
      <vt:lpstr>Bit Manipulations</vt:lpstr>
      <vt:lpstr>Bit Manipulations ANS</vt:lpstr>
      <vt:lpstr>Bit Manipulations</vt:lpstr>
      <vt:lpstr>Bit Manipulations ANS</vt:lpstr>
      <vt:lpstr>Clearing a Register </vt:lpstr>
      <vt:lpstr>Clearing a Register ANS </vt:lpstr>
      <vt:lpstr>Set bits</vt:lpstr>
      <vt:lpstr>Set bits ANS</vt:lpstr>
      <vt:lpstr>Add two 128-bit numbers</vt:lpstr>
      <vt:lpstr>Add two 128-bit numbers ANS</vt:lpstr>
      <vt:lpstr>Absolute value</vt:lpstr>
      <vt:lpstr>Absolute value ANS</vt:lpstr>
      <vt:lpstr>Arithmetic with Shifts</vt:lpstr>
      <vt:lpstr>Q1 ANS</vt:lpstr>
      <vt:lpstr>Q2 ANS</vt:lpstr>
      <vt:lpstr>Q3 ANS</vt:lpstr>
      <vt:lpstr>Q4 ANS</vt:lpstr>
      <vt:lpstr>Q5 ANS</vt:lpstr>
      <vt:lpstr>Assembly Programming</vt:lpstr>
      <vt:lpstr>Assembly Programming ANS</vt:lpstr>
      <vt:lpstr>Shift LSL ANS</vt:lpstr>
      <vt:lpstr>Shift LSLS ANS</vt:lpstr>
      <vt:lpstr>Shift ASR ANS</vt:lpstr>
      <vt:lpstr>Shift LSR ASR ANS</vt:lpstr>
      <vt:lpstr>Shift LSRS ASR ANS</vt:lpstr>
      <vt:lpstr>Multiply without MUL</vt:lpstr>
      <vt:lpstr>Multiply without MUL ANS</vt:lpstr>
      <vt:lpstr>Count number of ones</vt:lpstr>
      <vt:lpstr>Count the number of ones ANS</vt:lpstr>
      <vt:lpstr>Count the number of zeros</vt:lpstr>
      <vt:lpstr>Count the number of zeros ANS</vt:lpstr>
      <vt:lpstr>Compute Polynomial</vt:lpstr>
      <vt:lpstr>Compute Polynomial</vt:lpstr>
      <vt:lpstr>Compute Polynomial</vt:lpstr>
      <vt:lpstr>Flags ANDS</vt:lpstr>
      <vt:lpstr>Flags ANDS ANS</vt:lpstr>
      <vt:lpstr>Flags ADDS</vt:lpstr>
      <vt:lpstr>Flags ADDS ANS</vt:lpstr>
      <vt:lpstr>Flags</vt:lpstr>
      <vt:lpstr>Flags ANS</vt:lpstr>
      <vt:lpstr>Flags ANS</vt:lpstr>
      <vt:lpstr>Flags</vt:lpstr>
      <vt:lpstr>Flags ANS</vt:lpstr>
      <vt:lpstr>Flags ANS</vt:lpstr>
      <vt:lpstr>Addition &amp; Subtraction</vt:lpstr>
      <vt:lpstr>Addition &amp; Subtraction ANS</vt:lpstr>
      <vt:lpstr>Addition &amp; Subtraction ANS</vt:lpstr>
      <vt:lpstr>Addition &amp; Subtraction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345</cp:revision>
  <cp:lastPrinted>2025-10-09T21:51:20Z</cp:lastPrinted>
  <dcterms:created xsi:type="dcterms:W3CDTF">2014-02-05T02:41:42Z</dcterms:created>
  <dcterms:modified xsi:type="dcterms:W3CDTF">2025-10-26T17:14:18Z</dcterms:modified>
</cp:coreProperties>
</file>