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theme/theme4.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60" r:id="rId1"/>
    <p:sldMasterId id="2147483673" r:id="rId2"/>
  </p:sldMasterIdLst>
  <p:notesMasterIdLst>
    <p:notesMasterId r:id="rId39"/>
  </p:notesMasterIdLst>
  <p:handoutMasterIdLst>
    <p:handoutMasterId r:id="rId40"/>
  </p:handoutMasterIdLst>
  <p:sldIdLst>
    <p:sldId id="256" r:id="rId3"/>
    <p:sldId id="278" r:id="rId4"/>
    <p:sldId id="279" r:id="rId5"/>
    <p:sldId id="261" r:id="rId6"/>
    <p:sldId id="263" r:id="rId7"/>
    <p:sldId id="280" r:id="rId8"/>
    <p:sldId id="260" r:id="rId9"/>
    <p:sldId id="264" r:id="rId10"/>
    <p:sldId id="268" r:id="rId11"/>
    <p:sldId id="762" r:id="rId12"/>
    <p:sldId id="816" r:id="rId13"/>
    <p:sldId id="817" r:id="rId14"/>
    <p:sldId id="367" r:id="rId15"/>
    <p:sldId id="374" r:id="rId16"/>
    <p:sldId id="760" r:id="rId17"/>
    <p:sldId id="759" r:id="rId18"/>
    <p:sldId id="371" r:id="rId19"/>
    <p:sldId id="369" r:id="rId20"/>
    <p:sldId id="257" r:id="rId21"/>
    <p:sldId id="258" r:id="rId22"/>
    <p:sldId id="763" r:id="rId23"/>
    <p:sldId id="764" r:id="rId24"/>
    <p:sldId id="281" r:id="rId25"/>
    <p:sldId id="282" r:id="rId26"/>
    <p:sldId id="821" r:id="rId27"/>
    <p:sldId id="283" r:id="rId28"/>
    <p:sldId id="286" r:id="rId29"/>
    <p:sldId id="353" r:id="rId30"/>
    <p:sldId id="354" r:id="rId31"/>
    <p:sldId id="757" r:id="rId32"/>
    <p:sldId id="751" r:id="rId33"/>
    <p:sldId id="752" r:id="rId34"/>
    <p:sldId id="756" r:id="rId35"/>
    <p:sldId id="818" r:id="rId36"/>
    <p:sldId id="819" r:id="rId37"/>
    <p:sldId id="820" r:id="rId38"/>
  </p:sldIdLst>
  <p:sldSz cx="9144000" cy="6858000" type="screen4x3"/>
  <p:notesSz cx="6950075" cy="9236075"/>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0041FF"/>
    <a:srgbClr val="0000FF"/>
    <a:srgbClr val="FF00FF"/>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5041633D-0D65-4A33-A002-41B0B2F0F46B}" v="22" dt="2025-12-03T01:57:24.095"/>
  </p1510:revLst>
</p1510:revInfo>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5940675A-B579-460E-94D1-54222C63F5DA}" styleName="No Style, Table Grid">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9824"/>
    <p:restoredTop sz="87190" autoAdjust="0"/>
  </p:normalViewPr>
  <p:slideViewPr>
    <p:cSldViewPr>
      <p:cViewPr varScale="1">
        <p:scale>
          <a:sx n="72" d="100"/>
          <a:sy n="72" d="100"/>
        </p:scale>
        <p:origin x="912" y="43"/>
      </p:cViewPr>
      <p:guideLst>
        <p:guide orient="horz" pos="2160"/>
        <p:guide pos="2880"/>
      </p:guideLst>
    </p:cSldViewPr>
  </p:slideViewPr>
  <p:notesTextViewPr>
    <p:cViewPr>
      <p:scale>
        <a:sx n="1" d="1"/>
        <a:sy n="1" d="1"/>
      </p:scale>
      <p:origin x="0" y="0"/>
    </p:cViewPr>
  </p:notesTextViewPr>
  <p:sorterViewPr>
    <p:cViewPr>
      <p:scale>
        <a:sx n="125" d="100"/>
        <a:sy n="125" d="100"/>
      </p:scale>
      <p:origin x="0" y="-8078"/>
    </p:cViewPr>
  </p:sorter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1.xml"/><Relationship Id="rId18" Type="http://schemas.openxmlformats.org/officeDocument/2006/relationships/slide" Target="slides/slide16.xml"/><Relationship Id="rId26" Type="http://schemas.openxmlformats.org/officeDocument/2006/relationships/slide" Target="slides/slide24.xml"/><Relationship Id="rId39" Type="http://schemas.openxmlformats.org/officeDocument/2006/relationships/notesMaster" Target="notesMasters/notesMaster1.xml"/><Relationship Id="rId21" Type="http://schemas.openxmlformats.org/officeDocument/2006/relationships/slide" Target="slides/slide19.xml"/><Relationship Id="rId34" Type="http://schemas.openxmlformats.org/officeDocument/2006/relationships/slide" Target="slides/slide32.xml"/><Relationship Id="rId42" Type="http://schemas.openxmlformats.org/officeDocument/2006/relationships/viewProps" Target="viewProps.xml"/><Relationship Id="rId7" Type="http://schemas.openxmlformats.org/officeDocument/2006/relationships/slide" Target="slides/slide5.xml"/><Relationship Id="rId2" Type="http://schemas.openxmlformats.org/officeDocument/2006/relationships/slideMaster" Target="slideMasters/slideMaster2.xml"/><Relationship Id="rId16" Type="http://schemas.openxmlformats.org/officeDocument/2006/relationships/slide" Target="slides/slide14.xml"/><Relationship Id="rId29" Type="http://schemas.openxmlformats.org/officeDocument/2006/relationships/slide" Target="slides/slide27.xml"/><Relationship Id="rId1" Type="http://schemas.openxmlformats.org/officeDocument/2006/relationships/slideMaster" Target="slideMasters/slideMaster1.xml"/><Relationship Id="rId6" Type="http://schemas.openxmlformats.org/officeDocument/2006/relationships/slide" Target="slides/slide4.xml"/><Relationship Id="rId11" Type="http://schemas.openxmlformats.org/officeDocument/2006/relationships/slide" Target="slides/slide9.xml"/><Relationship Id="rId24" Type="http://schemas.openxmlformats.org/officeDocument/2006/relationships/slide" Target="slides/slide22.xml"/><Relationship Id="rId32" Type="http://schemas.openxmlformats.org/officeDocument/2006/relationships/slide" Target="slides/slide30.xml"/><Relationship Id="rId37" Type="http://schemas.openxmlformats.org/officeDocument/2006/relationships/slide" Target="slides/slide35.xml"/><Relationship Id="rId40" Type="http://schemas.openxmlformats.org/officeDocument/2006/relationships/handoutMaster" Target="handoutMasters/handoutMaster1.xml"/><Relationship Id="rId45" Type="http://schemas.microsoft.com/office/2016/11/relationships/changesInfo" Target="changesInfos/changesInfo1.xml"/><Relationship Id="rId5" Type="http://schemas.openxmlformats.org/officeDocument/2006/relationships/slide" Target="slides/slide3.xml"/><Relationship Id="rId15" Type="http://schemas.openxmlformats.org/officeDocument/2006/relationships/slide" Target="slides/slide13.xml"/><Relationship Id="rId23" Type="http://schemas.openxmlformats.org/officeDocument/2006/relationships/slide" Target="slides/slide21.xml"/><Relationship Id="rId28" Type="http://schemas.openxmlformats.org/officeDocument/2006/relationships/slide" Target="slides/slide26.xml"/><Relationship Id="rId36" Type="http://schemas.openxmlformats.org/officeDocument/2006/relationships/slide" Target="slides/slide34.xml"/><Relationship Id="rId10" Type="http://schemas.openxmlformats.org/officeDocument/2006/relationships/slide" Target="slides/slide8.xml"/><Relationship Id="rId19" Type="http://schemas.openxmlformats.org/officeDocument/2006/relationships/slide" Target="slides/slide17.xml"/><Relationship Id="rId31" Type="http://schemas.openxmlformats.org/officeDocument/2006/relationships/slide" Target="slides/slide29.xml"/><Relationship Id="rId44" Type="http://schemas.openxmlformats.org/officeDocument/2006/relationships/tableStyles" Target="tableStyles.xml"/><Relationship Id="rId4" Type="http://schemas.openxmlformats.org/officeDocument/2006/relationships/slide" Target="slides/slide2.xml"/><Relationship Id="rId9" Type="http://schemas.openxmlformats.org/officeDocument/2006/relationships/slide" Target="slides/slide7.xml"/><Relationship Id="rId14" Type="http://schemas.openxmlformats.org/officeDocument/2006/relationships/slide" Target="slides/slide12.xml"/><Relationship Id="rId22" Type="http://schemas.openxmlformats.org/officeDocument/2006/relationships/slide" Target="slides/slide20.xml"/><Relationship Id="rId27" Type="http://schemas.openxmlformats.org/officeDocument/2006/relationships/slide" Target="slides/slide25.xml"/><Relationship Id="rId30" Type="http://schemas.openxmlformats.org/officeDocument/2006/relationships/slide" Target="slides/slide28.xml"/><Relationship Id="rId35" Type="http://schemas.openxmlformats.org/officeDocument/2006/relationships/slide" Target="slides/slide33.xml"/><Relationship Id="rId43" Type="http://schemas.openxmlformats.org/officeDocument/2006/relationships/theme" Target="theme/theme1.xml"/><Relationship Id="rId8" Type="http://schemas.openxmlformats.org/officeDocument/2006/relationships/slide" Target="slides/slide6.xml"/><Relationship Id="rId3" Type="http://schemas.openxmlformats.org/officeDocument/2006/relationships/slide" Target="slides/slide1.xml"/><Relationship Id="rId12" Type="http://schemas.openxmlformats.org/officeDocument/2006/relationships/slide" Target="slides/slide10.xml"/><Relationship Id="rId17" Type="http://schemas.openxmlformats.org/officeDocument/2006/relationships/slide" Target="slides/slide15.xml"/><Relationship Id="rId25" Type="http://schemas.openxmlformats.org/officeDocument/2006/relationships/slide" Target="slides/slide23.xml"/><Relationship Id="rId33" Type="http://schemas.openxmlformats.org/officeDocument/2006/relationships/slide" Target="slides/slide31.xml"/><Relationship Id="rId38" Type="http://schemas.openxmlformats.org/officeDocument/2006/relationships/slide" Target="slides/slide36.xml"/><Relationship Id="rId46" Type="http://schemas.microsoft.com/office/2015/10/relationships/revisionInfo" Target="revisionInfo.xml"/><Relationship Id="rId20" Type="http://schemas.openxmlformats.org/officeDocument/2006/relationships/slide" Target="slides/slide18.xml"/><Relationship Id="rId41" Type="http://schemas.openxmlformats.org/officeDocument/2006/relationships/presProps" Target="presProps.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Zonghua Gu" userId="9a7e1853e1951ef5" providerId="LiveId" clId="{CF1FAA12-072C-4ED5-BA76-0FFFAEFDB88A}"/>
    <pc:docChg chg="undo redo custSel addSld delSld modSld sldOrd">
      <pc:chgData name="Zonghua Gu" userId="9a7e1853e1951ef5" providerId="LiveId" clId="{CF1FAA12-072C-4ED5-BA76-0FFFAEFDB88A}" dt="2025-12-03T01:57:29.826" v="4879" actId="1076"/>
      <pc:docMkLst>
        <pc:docMk/>
      </pc:docMkLst>
      <pc:sldChg chg="modSp mod">
        <pc:chgData name="Zonghua Gu" userId="9a7e1853e1951ef5" providerId="LiveId" clId="{CF1FAA12-072C-4ED5-BA76-0FFFAEFDB88A}" dt="2025-12-03T01:41:30.064" v="4749"/>
        <pc:sldMkLst>
          <pc:docMk/>
          <pc:sldMk cId="1814278120" sldId="258"/>
        </pc:sldMkLst>
        <pc:spChg chg="mod">
          <ac:chgData name="Zonghua Gu" userId="9a7e1853e1951ef5" providerId="LiveId" clId="{CF1FAA12-072C-4ED5-BA76-0FFFAEFDB88A}" dt="2025-12-03T01:41:30.064" v="4749"/>
          <ac:spMkLst>
            <pc:docMk/>
            <pc:sldMk cId="1814278120" sldId="258"/>
            <ac:spMk id="4" creationId="{888CA4B8-E23A-61B6-D388-BD1EFFC38D5F}"/>
          </ac:spMkLst>
        </pc:spChg>
      </pc:sldChg>
      <pc:sldChg chg="modSp mod">
        <pc:chgData name="Zonghua Gu" userId="9a7e1853e1951ef5" providerId="LiveId" clId="{CF1FAA12-072C-4ED5-BA76-0FFFAEFDB88A}" dt="2025-12-03T01:32:35.930" v="4745" actId="20577"/>
        <pc:sldMkLst>
          <pc:docMk/>
          <pc:sldMk cId="4018749421" sldId="281"/>
        </pc:sldMkLst>
        <pc:graphicFrameChg chg="mod modGraphic">
          <ac:chgData name="Zonghua Gu" userId="9a7e1853e1951ef5" providerId="LiveId" clId="{CF1FAA12-072C-4ED5-BA76-0FFFAEFDB88A}" dt="2025-12-03T01:32:35.930" v="4745" actId="20577"/>
          <ac:graphicFrameMkLst>
            <pc:docMk/>
            <pc:sldMk cId="4018749421" sldId="281"/>
            <ac:graphicFrameMk id="6" creationId="{441ADC90-ADB8-D7DD-0AC3-9F57EB29BD9E}"/>
          </ac:graphicFrameMkLst>
        </pc:graphicFrameChg>
      </pc:sldChg>
      <pc:sldChg chg="modSp mod">
        <pc:chgData name="Zonghua Gu" userId="9a7e1853e1951ef5" providerId="LiveId" clId="{CF1FAA12-072C-4ED5-BA76-0FFFAEFDB88A}" dt="2025-12-03T01:32:53.391" v="4747" actId="20577"/>
        <pc:sldMkLst>
          <pc:docMk/>
          <pc:sldMk cId="623618619" sldId="282"/>
        </pc:sldMkLst>
        <pc:graphicFrameChg chg="mod modGraphic">
          <ac:chgData name="Zonghua Gu" userId="9a7e1853e1951ef5" providerId="LiveId" clId="{CF1FAA12-072C-4ED5-BA76-0FFFAEFDB88A}" dt="2025-12-03T01:01:57.301" v="4459" actId="20577"/>
          <ac:graphicFrameMkLst>
            <pc:docMk/>
            <pc:sldMk cId="623618619" sldId="282"/>
            <ac:graphicFrameMk id="4" creationId="{058C7988-0F62-036F-DDF3-1121F4620528}"/>
          </ac:graphicFrameMkLst>
        </pc:graphicFrameChg>
        <pc:graphicFrameChg chg="modGraphic">
          <ac:chgData name="Zonghua Gu" userId="9a7e1853e1951ef5" providerId="LiveId" clId="{CF1FAA12-072C-4ED5-BA76-0FFFAEFDB88A}" dt="2025-12-03T01:32:53.391" v="4747" actId="20577"/>
          <ac:graphicFrameMkLst>
            <pc:docMk/>
            <pc:sldMk cId="623618619" sldId="282"/>
            <ac:graphicFrameMk id="6" creationId="{CC203EDA-BA4D-8B0A-42B8-FE11C464F19D}"/>
          </ac:graphicFrameMkLst>
        </pc:graphicFrameChg>
      </pc:sldChg>
      <pc:sldChg chg="modSp mod">
        <pc:chgData name="Zonghua Gu" userId="9a7e1853e1951ef5" providerId="LiveId" clId="{CF1FAA12-072C-4ED5-BA76-0FFFAEFDB88A}" dt="2025-12-03T00:42:12.102" v="4402" actId="20577"/>
        <pc:sldMkLst>
          <pc:docMk/>
          <pc:sldMk cId="1767069891" sldId="283"/>
        </pc:sldMkLst>
        <pc:graphicFrameChg chg="modGraphic">
          <ac:chgData name="Zonghua Gu" userId="9a7e1853e1951ef5" providerId="LiveId" clId="{CF1FAA12-072C-4ED5-BA76-0FFFAEFDB88A}" dt="2025-12-03T00:42:12.102" v="4402" actId="20577"/>
          <ac:graphicFrameMkLst>
            <pc:docMk/>
            <pc:sldMk cId="1767069891" sldId="283"/>
            <ac:graphicFrameMk id="5" creationId="{D029E53D-EF51-C81E-B5A8-ACE61F697AF7}"/>
          </ac:graphicFrameMkLst>
        </pc:graphicFrameChg>
      </pc:sldChg>
      <pc:sldChg chg="modSp mod">
        <pc:chgData name="Zonghua Gu" userId="9a7e1853e1951ef5" providerId="LiveId" clId="{CF1FAA12-072C-4ED5-BA76-0FFFAEFDB88A}" dt="2025-12-03T01:15:39.007" v="4557" actId="14100"/>
        <pc:sldMkLst>
          <pc:docMk/>
          <pc:sldMk cId="2707139683" sldId="353"/>
        </pc:sldMkLst>
        <pc:spChg chg="mod">
          <ac:chgData name="Zonghua Gu" userId="9a7e1853e1951ef5" providerId="LiveId" clId="{CF1FAA12-072C-4ED5-BA76-0FFFAEFDB88A}" dt="2025-12-03T01:15:29.437" v="4555" actId="20577"/>
          <ac:spMkLst>
            <pc:docMk/>
            <pc:sldMk cId="2707139683" sldId="353"/>
            <ac:spMk id="4" creationId="{591F8C61-3E91-895F-2C57-5743F12F4706}"/>
          </ac:spMkLst>
        </pc:spChg>
        <pc:spChg chg="mod">
          <ac:chgData name="Zonghua Gu" userId="9a7e1853e1951ef5" providerId="LiveId" clId="{CF1FAA12-072C-4ED5-BA76-0FFFAEFDB88A}" dt="2025-12-03T01:15:39.007" v="4557" actId="14100"/>
          <ac:spMkLst>
            <pc:docMk/>
            <pc:sldMk cId="2707139683" sldId="353"/>
            <ac:spMk id="5" creationId="{8A76ECE7-0B5A-383E-0091-ADC927BEEC87}"/>
          </ac:spMkLst>
        </pc:spChg>
        <pc:spChg chg="mod">
          <ac:chgData name="Zonghua Gu" userId="9a7e1853e1951ef5" providerId="LiveId" clId="{CF1FAA12-072C-4ED5-BA76-0FFFAEFDB88A}" dt="2025-12-03T01:15:36.622" v="4556" actId="14100"/>
          <ac:spMkLst>
            <pc:docMk/>
            <pc:sldMk cId="2707139683" sldId="353"/>
            <ac:spMk id="6" creationId="{45D15B45-A356-638A-35FB-768B7AA8995D}"/>
          </ac:spMkLst>
        </pc:spChg>
      </pc:sldChg>
      <pc:sldChg chg="modSp mod">
        <pc:chgData name="Zonghua Gu" userId="9a7e1853e1951ef5" providerId="LiveId" clId="{CF1FAA12-072C-4ED5-BA76-0FFFAEFDB88A}" dt="2025-12-03T01:29:14.742" v="4719" actId="20577"/>
        <pc:sldMkLst>
          <pc:docMk/>
          <pc:sldMk cId="4056115254" sldId="354"/>
        </pc:sldMkLst>
        <pc:spChg chg="mod">
          <ac:chgData name="Zonghua Gu" userId="9a7e1853e1951ef5" providerId="LiveId" clId="{CF1FAA12-072C-4ED5-BA76-0FFFAEFDB88A}" dt="2025-12-03T01:24:17.090" v="4711" actId="20577"/>
          <ac:spMkLst>
            <pc:docMk/>
            <pc:sldMk cId="4056115254" sldId="354"/>
            <ac:spMk id="4" creationId="{C2EFFC15-913C-F5C8-F67E-5B2B5295992D}"/>
          </ac:spMkLst>
        </pc:spChg>
        <pc:spChg chg="mod">
          <ac:chgData name="Zonghua Gu" userId="9a7e1853e1951ef5" providerId="LiveId" clId="{CF1FAA12-072C-4ED5-BA76-0FFFAEFDB88A}" dt="2025-12-03T01:29:14.742" v="4719" actId="20577"/>
          <ac:spMkLst>
            <pc:docMk/>
            <pc:sldMk cId="4056115254" sldId="354"/>
            <ac:spMk id="5" creationId="{B60DE175-89CF-1980-2FF5-09D118299DF7}"/>
          </ac:spMkLst>
        </pc:spChg>
      </pc:sldChg>
      <pc:sldChg chg="modSp mod">
        <pc:chgData name="Zonghua Gu" userId="9a7e1853e1951ef5" providerId="LiveId" clId="{CF1FAA12-072C-4ED5-BA76-0FFFAEFDB88A}" dt="2025-12-03T01:29:28.334" v="4722"/>
        <pc:sldMkLst>
          <pc:docMk/>
          <pc:sldMk cId="3049968880" sldId="757"/>
        </pc:sldMkLst>
        <pc:spChg chg="mod">
          <ac:chgData name="Zonghua Gu" userId="9a7e1853e1951ef5" providerId="LiveId" clId="{CF1FAA12-072C-4ED5-BA76-0FFFAEFDB88A}" dt="2025-12-03T01:24:28.805" v="4713" actId="20577"/>
          <ac:spMkLst>
            <pc:docMk/>
            <pc:sldMk cId="3049968880" sldId="757"/>
            <ac:spMk id="4" creationId="{3149164B-AC7F-262E-85D3-203B21C2369A}"/>
          </ac:spMkLst>
        </pc:spChg>
        <pc:spChg chg="mod">
          <ac:chgData name="Zonghua Gu" userId="9a7e1853e1951ef5" providerId="LiveId" clId="{CF1FAA12-072C-4ED5-BA76-0FFFAEFDB88A}" dt="2025-12-03T01:29:28.334" v="4722"/>
          <ac:spMkLst>
            <pc:docMk/>
            <pc:sldMk cId="3049968880" sldId="757"/>
            <ac:spMk id="5" creationId="{B0B60CED-9D05-2D49-66A9-FB9AB6E901FB}"/>
          </ac:spMkLst>
        </pc:spChg>
        <pc:spChg chg="mod">
          <ac:chgData name="Zonghua Gu" userId="9a7e1853e1951ef5" providerId="LiveId" clId="{CF1FAA12-072C-4ED5-BA76-0FFFAEFDB88A}" dt="2025-12-03T01:13:32.179" v="4513" actId="1036"/>
          <ac:spMkLst>
            <pc:docMk/>
            <pc:sldMk cId="3049968880" sldId="757"/>
            <ac:spMk id="6" creationId="{FA97F22B-CBD2-A76E-66A6-7632B8BDAF8F}"/>
          </ac:spMkLst>
        </pc:spChg>
      </pc:sldChg>
      <pc:sldChg chg="add">
        <pc:chgData name="Zonghua Gu" userId="9a7e1853e1951ef5" providerId="LiveId" clId="{CF1FAA12-072C-4ED5-BA76-0FFFAEFDB88A}" dt="2025-12-03T01:44:59.935" v="4770"/>
        <pc:sldMkLst>
          <pc:docMk/>
          <pc:sldMk cId="2937750711" sldId="763"/>
        </pc:sldMkLst>
      </pc:sldChg>
      <pc:sldChg chg="del">
        <pc:chgData name="Zonghua Gu" userId="9a7e1853e1951ef5" providerId="LiveId" clId="{CF1FAA12-072C-4ED5-BA76-0FFFAEFDB88A}" dt="2025-12-03T01:44:36.866" v="4769" actId="2696"/>
        <pc:sldMkLst>
          <pc:docMk/>
          <pc:sldMk cId="4214831448" sldId="763"/>
        </pc:sldMkLst>
      </pc:sldChg>
      <pc:sldChg chg="add">
        <pc:chgData name="Zonghua Gu" userId="9a7e1853e1951ef5" providerId="LiveId" clId="{CF1FAA12-072C-4ED5-BA76-0FFFAEFDB88A}" dt="2025-12-03T01:44:59.935" v="4770"/>
        <pc:sldMkLst>
          <pc:docMk/>
          <pc:sldMk cId="3110859270" sldId="764"/>
        </pc:sldMkLst>
      </pc:sldChg>
      <pc:sldChg chg="modSp del mod">
        <pc:chgData name="Zonghua Gu" userId="9a7e1853e1951ef5" providerId="LiveId" clId="{CF1FAA12-072C-4ED5-BA76-0FFFAEFDB88A}" dt="2025-12-03T01:44:36.866" v="4769" actId="2696"/>
        <pc:sldMkLst>
          <pc:docMk/>
          <pc:sldMk cId="3848203700" sldId="764"/>
        </pc:sldMkLst>
        <pc:spChg chg="mod">
          <ac:chgData name="Zonghua Gu" userId="9a7e1853e1951ef5" providerId="LiveId" clId="{CF1FAA12-072C-4ED5-BA76-0FFFAEFDB88A}" dt="2025-12-03T01:43:46.439" v="4768" actId="20577"/>
          <ac:spMkLst>
            <pc:docMk/>
            <pc:sldMk cId="3848203700" sldId="764"/>
            <ac:spMk id="4" creationId="{0707AC2E-44F3-B02C-EC23-E5EB61FA94EB}"/>
          </ac:spMkLst>
        </pc:spChg>
      </pc:sldChg>
      <pc:sldChg chg="addSp delSp modSp add mod modTransition">
        <pc:chgData name="Zonghua Gu" userId="9a7e1853e1951ef5" providerId="LiveId" clId="{CF1FAA12-072C-4ED5-BA76-0FFFAEFDB88A}" dt="2025-12-03T01:57:29.826" v="4879" actId="1076"/>
        <pc:sldMkLst>
          <pc:docMk/>
          <pc:sldMk cId="436543705" sldId="817"/>
        </pc:sldMkLst>
        <pc:spChg chg="add mod">
          <ac:chgData name="Zonghua Gu" userId="9a7e1853e1951ef5" providerId="LiveId" clId="{CF1FAA12-072C-4ED5-BA76-0FFFAEFDB88A}" dt="2025-12-03T00:17:23.412" v="4288" actId="1076"/>
          <ac:spMkLst>
            <pc:docMk/>
            <pc:sldMk cId="436543705" sldId="817"/>
            <ac:spMk id="6" creationId="{7F0BEA20-3647-D290-9E8E-0B4B87DD74F4}"/>
          </ac:spMkLst>
        </pc:spChg>
        <pc:spChg chg="mod">
          <ac:chgData name="Zonghua Gu" userId="9a7e1853e1951ef5" providerId="LiveId" clId="{CF1FAA12-072C-4ED5-BA76-0FFFAEFDB88A}" dt="2025-12-03T00:21:12.627" v="4392" actId="14100"/>
          <ac:spMkLst>
            <pc:docMk/>
            <pc:sldMk cId="436543705" sldId="817"/>
            <ac:spMk id="11" creationId="{722AEABA-ECF0-EE34-D92D-0B9E8214F92E}"/>
          </ac:spMkLst>
        </pc:spChg>
        <pc:spChg chg="mod">
          <ac:chgData name="Zonghua Gu" userId="9a7e1853e1951ef5" providerId="LiveId" clId="{CF1FAA12-072C-4ED5-BA76-0FFFAEFDB88A}" dt="2025-12-03T01:57:29.826" v="4879" actId="1076"/>
          <ac:spMkLst>
            <pc:docMk/>
            <pc:sldMk cId="436543705" sldId="817"/>
            <ac:spMk id="12" creationId="{A8FE334F-F18A-EB69-90F3-94DB53A49559}"/>
          </ac:spMkLst>
        </pc:spChg>
        <pc:spChg chg="add mod">
          <ac:chgData name="Zonghua Gu" userId="9a7e1853e1951ef5" providerId="LiveId" clId="{CF1FAA12-072C-4ED5-BA76-0FFFAEFDB88A}" dt="2025-12-03T00:19:38.603" v="4343" actId="1037"/>
          <ac:spMkLst>
            <pc:docMk/>
            <pc:sldMk cId="436543705" sldId="817"/>
            <ac:spMk id="16" creationId="{FC91C62F-544E-446B-5E37-EBD8C0F26C5E}"/>
          </ac:spMkLst>
        </pc:spChg>
        <pc:spChg chg="add mod">
          <ac:chgData name="Zonghua Gu" userId="9a7e1853e1951ef5" providerId="LiveId" clId="{CF1FAA12-072C-4ED5-BA76-0FFFAEFDB88A}" dt="2025-12-03T01:48:42.495" v="4868" actId="1076"/>
          <ac:spMkLst>
            <pc:docMk/>
            <pc:sldMk cId="436543705" sldId="817"/>
            <ac:spMk id="20" creationId="{6A32EAF7-51C8-6C8C-E34F-3D982CFA9042}"/>
          </ac:spMkLst>
        </pc:spChg>
        <pc:graphicFrameChg chg="mod">
          <ac:chgData name="Zonghua Gu" userId="9a7e1853e1951ef5" providerId="LiveId" clId="{CF1FAA12-072C-4ED5-BA76-0FFFAEFDB88A}" dt="2025-12-03T01:48:40.217" v="4867" actId="1076"/>
          <ac:graphicFrameMkLst>
            <pc:docMk/>
            <pc:sldMk cId="436543705" sldId="817"/>
            <ac:graphicFrameMk id="7" creationId="{34E32F45-A466-4D81-2CAD-4DBC2C6742BC}"/>
          </ac:graphicFrameMkLst>
        </pc:graphicFrameChg>
        <pc:graphicFrameChg chg="mod modGraphic">
          <ac:chgData name="Zonghua Gu" userId="9a7e1853e1951ef5" providerId="LiveId" clId="{CF1FAA12-072C-4ED5-BA76-0FFFAEFDB88A}" dt="2025-12-03T01:57:19.678" v="4873" actId="207"/>
          <ac:graphicFrameMkLst>
            <pc:docMk/>
            <pc:sldMk cId="436543705" sldId="817"/>
            <ac:graphicFrameMk id="8" creationId="{9770AA11-4F5C-66E5-32E6-746A87733451}"/>
          </ac:graphicFrameMkLst>
        </pc:graphicFrameChg>
        <pc:cxnChg chg="add mod">
          <ac:chgData name="Zonghua Gu" userId="9a7e1853e1951ef5" providerId="LiveId" clId="{CF1FAA12-072C-4ED5-BA76-0FFFAEFDB88A}" dt="2025-12-03T00:17:23.412" v="4288" actId="1076"/>
          <ac:cxnSpMkLst>
            <pc:docMk/>
            <pc:sldMk cId="436543705" sldId="817"/>
            <ac:cxnSpMk id="10" creationId="{83A70247-FCDE-B34D-0418-AD0E73C544B3}"/>
          </ac:cxnSpMkLst>
        </pc:cxnChg>
        <pc:cxnChg chg="add mod">
          <ac:chgData name="Zonghua Gu" userId="9a7e1853e1951ef5" providerId="LiveId" clId="{CF1FAA12-072C-4ED5-BA76-0FFFAEFDB88A}" dt="2025-12-03T00:18:18.731" v="4317" actId="14100"/>
          <ac:cxnSpMkLst>
            <pc:docMk/>
            <pc:sldMk cId="436543705" sldId="817"/>
            <ac:cxnSpMk id="17" creationId="{98C581BD-5415-4240-5CDE-EE805D176DFD}"/>
          </ac:cxnSpMkLst>
        </pc:cxnChg>
        <pc:cxnChg chg="add mod">
          <ac:chgData name="Zonghua Gu" userId="9a7e1853e1951ef5" providerId="LiveId" clId="{CF1FAA12-072C-4ED5-BA76-0FFFAEFDB88A}" dt="2025-12-03T00:18:59.072" v="4330" actId="1076"/>
          <ac:cxnSpMkLst>
            <pc:docMk/>
            <pc:sldMk cId="436543705" sldId="817"/>
            <ac:cxnSpMk id="21" creationId="{50BCB6B3-8463-2EB8-C9F4-91B6D04C1A17}"/>
          </ac:cxnSpMkLst>
        </pc:cxnChg>
      </pc:sldChg>
      <pc:sldChg chg="modSp del mod">
        <pc:chgData name="Zonghua Gu" userId="9a7e1853e1951ef5" providerId="LiveId" clId="{CF1FAA12-072C-4ED5-BA76-0FFFAEFDB88A}" dt="2025-12-03T00:54:50.240" v="4439" actId="2696"/>
        <pc:sldMkLst>
          <pc:docMk/>
          <pc:sldMk cId="1762553256" sldId="818"/>
        </pc:sldMkLst>
        <pc:spChg chg="mod">
          <ac:chgData name="Zonghua Gu" userId="9a7e1853e1951ef5" providerId="LiveId" clId="{CF1FAA12-072C-4ED5-BA76-0FFFAEFDB88A}" dt="2025-12-03T00:54:33.958" v="4438" actId="207"/>
          <ac:spMkLst>
            <pc:docMk/>
            <pc:sldMk cId="1762553256" sldId="818"/>
            <ac:spMk id="4" creationId="{3DC23136-53FC-2BF5-8C7C-A3096D3761E3}"/>
          </ac:spMkLst>
        </pc:spChg>
        <pc:spChg chg="mod">
          <ac:chgData name="Zonghua Gu" userId="9a7e1853e1951ef5" providerId="LiveId" clId="{CF1FAA12-072C-4ED5-BA76-0FFFAEFDB88A}" dt="2025-12-03T00:54:09.365" v="4433" actId="20577"/>
          <ac:spMkLst>
            <pc:docMk/>
            <pc:sldMk cId="1762553256" sldId="818"/>
            <ac:spMk id="5" creationId="{080C4AE5-B126-9162-362F-24C26D91D6E5}"/>
          </ac:spMkLst>
        </pc:spChg>
      </pc:sldChg>
      <pc:sldChg chg="add">
        <pc:chgData name="Zonghua Gu" userId="9a7e1853e1951ef5" providerId="LiveId" clId="{CF1FAA12-072C-4ED5-BA76-0FFFAEFDB88A}" dt="2025-12-03T01:45:44.565" v="4772"/>
        <pc:sldMkLst>
          <pc:docMk/>
          <pc:sldMk cId="1829076800" sldId="818"/>
        </pc:sldMkLst>
      </pc:sldChg>
      <pc:sldChg chg="add del">
        <pc:chgData name="Zonghua Gu" userId="9a7e1853e1951ef5" providerId="LiveId" clId="{CF1FAA12-072C-4ED5-BA76-0FFFAEFDB88A}" dt="2025-12-03T01:45:39.993" v="4771" actId="2696"/>
        <pc:sldMkLst>
          <pc:docMk/>
          <pc:sldMk cId="3867596834" sldId="818"/>
        </pc:sldMkLst>
      </pc:sldChg>
      <pc:sldChg chg="add del">
        <pc:chgData name="Zonghua Gu" userId="9a7e1853e1951ef5" providerId="LiveId" clId="{CF1FAA12-072C-4ED5-BA76-0FFFAEFDB88A}" dt="2025-12-03T01:45:39.993" v="4771" actId="2696"/>
        <pc:sldMkLst>
          <pc:docMk/>
          <pc:sldMk cId="698050531" sldId="819"/>
        </pc:sldMkLst>
      </pc:sldChg>
      <pc:sldChg chg="add">
        <pc:chgData name="Zonghua Gu" userId="9a7e1853e1951ef5" providerId="LiveId" clId="{CF1FAA12-072C-4ED5-BA76-0FFFAEFDB88A}" dt="2025-12-03T01:45:44.565" v="4772"/>
        <pc:sldMkLst>
          <pc:docMk/>
          <pc:sldMk cId="2287290416" sldId="819"/>
        </pc:sldMkLst>
      </pc:sldChg>
      <pc:sldChg chg="modSp del mod">
        <pc:chgData name="Zonghua Gu" userId="9a7e1853e1951ef5" providerId="LiveId" clId="{CF1FAA12-072C-4ED5-BA76-0FFFAEFDB88A}" dt="2025-12-03T00:54:50.240" v="4439" actId="2696"/>
        <pc:sldMkLst>
          <pc:docMk/>
          <pc:sldMk cId="4286255382" sldId="819"/>
        </pc:sldMkLst>
        <pc:spChg chg="mod">
          <ac:chgData name="Zonghua Gu" userId="9a7e1853e1951ef5" providerId="LiveId" clId="{CF1FAA12-072C-4ED5-BA76-0FFFAEFDB88A}" dt="2025-12-03T00:28:54.368" v="4393" actId="1036"/>
          <ac:spMkLst>
            <pc:docMk/>
            <pc:sldMk cId="4286255382" sldId="819"/>
            <ac:spMk id="5" creationId="{667005E6-B78A-DE6F-E3EA-2180A0B55757}"/>
          </ac:spMkLst>
        </pc:spChg>
      </pc:sldChg>
      <pc:sldChg chg="add del">
        <pc:chgData name="Zonghua Gu" userId="9a7e1853e1951ef5" providerId="LiveId" clId="{CF1FAA12-072C-4ED5-BA76-0FFFAEFDB88A}" dt="2025-12-03T01:45:39.993" v="4771" actId="2696"/>
        <pc:sldMkLst>
          <pc:docMk/>
          <pc:sldMk cId="1237979943" sldId="820"/>
        </pc:sldMkLst>
      </pc:sldChg>
      <pc:sldChg chg="add">
        <pc:chgData name="Zonghua Gu" userId="9a7e1853e1951ef5" providerId="LiveId" clId="{CF1FAA12-072C-4ED5-BA76-0FFFAEFDB88A}" dt="2025-12-03T01:45:44.565" v="4772"/>
        <pc:sldMkLst>
          <pc:docMk/>
          <pc:sldMk cId="1555766300" sldId="820"/>
        </pc:sldMkLst>
      </pc:sldChg>
      <pc:sldChg chg="del">
        <pc:chgData name="Zonghua Gu" userId="9a7e1853e1951ef5" providerId="LiveId" clId="{CF1FAA12-072C-4ED5-BA76-0FFFAEFDB88A}" dt="2025-12-03T00:54:50.240" v="4439" actId="2696"/>
        <pc:sldMkLst>
          <pc:docMk/>
          <pc:sldMk cId="1599510770" sldId="820"/>
        </pc:sldMkLst>
      </pc:sldChg>
      <pc:sldChg chg="modSp new mod ord">
        <pc:chgData name="Zonghua Gu" userId="9a7e1853e1951ef5" providerId="LiveId" clId="{CF1FAA12-072C-4ED5-BA76-0FFFAEFDB88A}" dt="2025-12-03T01:47:40.611" v="4862" actId="122"/>
        <pc:sldMkLst>
          <pc:docMk/>
          <pc:sldMk cId="780454370" sldId="821"/>
        </pc:sldMkLst>
        <pc:spChg chg="mod">
          <ac:chgData name="Zonghua Gu" userId="9a7e1853e1951ef5" providerId="LiveId" clId="{CF1FAA12-072C-4ED5-BA76-0FFFAEFDB88A}" dt="2025-12-03T01:47:40.611" v="4862" actId="122"/>
          <ac:spMkLst>
            <pc:docMk/>
            <pc:sldMk cId="780454370" sldId="821"/>
            <ac:spMk id="2" creationId="{2D6E065B-6E1F-B821-412C-FD0AA6D6FFAC}"/>
          </ac:spMkLst>
        </pc:spChg>
        <pc:spChg chg="mod">
          <ac:chgData name="Zonghua Gu" userId="9a7e1853e1951ef5" providerId="LiveId" clId="{CF1FAA12-072C-4ED5-BA76-0FFFAEFDB88A}" dt="2025-12-03T01:46:57.893" v="4860" actId="207"/>
          <ac:spMkLst>
            <pc:docMk/>
            <pc:sldMk cId="780454370" sldId="821"/>
            <ac:spMk id="4" creationId="{0C9C6FA3-D066-E5DA-E405-23B7F5B00998}"/>
          </ac:spMkLst>
        </pc:spChg>
      </pc:sldChg>
    </pc:docChg>
  </pc:docChgLst>
</pc:chgInfo>
</file>

<file path=ppt/handoutMasters/_rels/handoutMaster1.xml.rels><?xml version="1.0" encoding="UTF-8" standalone="yes"?>
<Relationships xmlns="http://schemas.openxmlformats.org/package/2006/relationships"><Relationship Id="rId1" Type="http://schemas.openxmlformats.org/officeDocument/2006/relationships/theme" Target="../theme/theme4.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a:extLst>
              <a:ext uri="{FF2B5EF4-FFF2-40B4-BE49-F238E27FC236}">
                <a16:creationId xmlns:a16="http://schemas.microsoft.com/office/drawing/2014/main" id="{5E531B6B-01ED-4B91-B944-2A70B0C5B2D4}"/>
              </a:ext>
            </a:extLst>
          </p:cNvPr>
          <p:cNvSpPr>
            <a:spLocks noGrp="1"/>
          </p:cNvSpPr>
          <p:nvPr>
            <p:ph type="hdr" sz="quarter"/>
          </p:nvPr>
        </p:nvSpPr>
        <p:spPr>
          <a:xfrm>
            <a:off x="0" y="0"/>
            <a:ext cx="3011488" cy="463550"/>
          </a:xfrm>
          <a:prstGeom prst="rect">
            <a:avLst/>
          </a:prstGeom>
        </p:spPr>
        <p:txBody>
          <a:bodyPr vert="horz" lIns="91440" tIns="45720" rIns="91440" bIns="45720" rtlCol="0"/>
          <a:lstStyle>
            <a:lvl1pPr algn="l">
              <a:defRPr sz="1200"/>
            </a:lvl1pPr>
          </a:lstStyle>
          <a:p>
            <a:endParaRPr lang="en-US"/>
          </a:p>
        </p:txBody>
      </p:sp>
      <p:sp>
        <p:nvSpPr>
          <p:cNvPr id="3" name="Date Placeholder 2">
            <a:extLst>
              <a:ext uri="{FF2B5EF4-FFF2-40B4-BE49-F238E27FC236}">
                <a16:creationId xmlns:a16="http://schemas.microsoft.com/office/drawing/2014/main" id="{45973369-F6FC-499D-A990-3E9060F01655}"/>
              </a:ext>
            </a:extLst>
          </p:cNvPr>
          <p:cNvSpPr>
            <a:spLocks noGrp="1"/>
          </p:cNvSpPr>
          <p:nvPr>
            <p:ph type="dt" sz="quarter" idx="1"/>
          </p:nvPr>
        </p:nvSpPr>
        <p:spPr>
          <a:xfrm>
            <a:off x="3937000" y="0"/>
            <a:ext cx="3011488" cy="463550"/>
          </a:xfrm>
          <a:prstGeom prst="rect">
            <a:avLst/>
          </a:prstGeom>
        </p:spPr>
        <p:txBody>
          <a:bodyPr vert="horz" lIns="91440" tIns="45720" rIns="91440" bIns="45720" rtlCol="0"/>
          <a:lstStyle>
            <a:lvl1pPr algn="r">
              <a:defRPr sz="1200"/>
            </a:lvl1pPr>
          </a:lstStyle>
          <a:p>
            <a:fld id="{3B161579-C726-4AFD-89FC-66D961EAF8EA}" type="datetimeFigureOut">
              <a:rPr lang="en-US" smtClean="0"/>
              <a:t>12/2/2025</a:t>
            </a:fld>
            <a:endParaRPr lang="en-US"/>
          </a:p>
        </p:txBody>
      </p:sp>
      <p:sp>
        <p:nvSpPr>
          <p:cNvPr id="4" name="Footer Placeholder 3">
            <a:extLst>
              <a:ext uri="{FF2B5EF4-FFF2-40B4-BE49-F238E27FC236}">
                <a16:creationId xmlns:a16="http://schemas.microsoft.com/office/drawing/2014/main" id="{2CF68850-16A6-41CF-85AD-8061DE0667EE}"/>
              </a:ext>
            </a:extLst>
          </p:cNvPr>
          <p:cNvSpPr>
            <a:spLocks noGrp="1"/>
          </p:cNvSpPr>
          <p:nvPr>
            <p:ph type="ftr" sz="quarter" idx="2"/>
          </p:nvPr>
        </p:nvSpPr>
        <p:spPr>
          <a:xfrm>
            <a:off x="0" y="8772525"/>
            <a:ext cx="3011488" cy="463550"/>
          </a:xfrm>
          <a:prstGeom prst="rect">
            <a:avLst/>
          </a:prstGeom>
        </p:spPr>
        <p:txBody>
          <a:bodyPr vert="horz" lIns="91440" tIns="45720" rIns="91440" bIns="45720" rtlCol="0" anchor="b"/>
          <a:lstStyle>
            <a:lvl1pPr algn="l">
              <a:defRPr sz="1200"/>
            </a:lvl1pPr>
          </a:lstStyle>
          <a:p>
            <a:endParaRPr lang="en-US"/>
          </a:p>
        </p:txBody>
      </p:sp>
      <p:sp>
        <p:nvSpPr>
          <p:cNvPr id="5" name="Slide Number Placeholder 4">
            <a:extLst>
              <a:ext uri="{FF2B5EF4-FFF2-40B4-BE49-F238E27FC236}">
                <a16:creationId xmlns:a16="http://schemas.microsoft.com/office/drawing/2014/main" id="{F6A78DEA-CE56-47ED-9B81-B4AC37030575}"/>
              </a:ext>
            </a:extLst>
          </p:cNvPr>
          <p:cNvSpPr>
            <a:spLocks noGrp="1"/>
          </p:cNvSpPr>
          <p:nvPr>
            <p:ph type="sldNum" sz="quarter" idx="3"/>
          </p:nvPr>
        </p:nvSpPr>
        <p:spPr>
          <a:xfrm>
            <a:off x="3937000" y="8772525"/>
            <a:ext cx="3011488" cy="463550"/>
          </a:xfrm>
          <a:prstGeom prst="rect">
            <a:avLst/>
          </a:prstGeom>
        </p:spPr>
        <p:txBody>
          <a:bodyPr vert="horz" lIns="91440" tIns="45720" rIns="91440" bIns="45720" rtlCol="0" anchor="b"/>
          <a:lstStyle>
            <a:lvl1pPr algn="r">
              <a:defRPr sz="1200"/>
            </a:lvl1pPr>
          </a:lstStyle>
          <a:p>
            <a:fld id="{36842652-CBF3-40A7-8FE7-9A3810BFF4A2}" type="slidenum">
              <a:rPr lang="en-US" smtClean="0"/>
              <a:t>‹#›</a:t>
            </a:fld>
            <a:endParaRPr lang="en-US"/>
          </a:p>
        </p:txBody>
      </p:sp>
    </p:spTree>
    <p:extLst>
      <p:ext uri="{BB962C8B-B14F-4D97-AF65-F5344CB8AC3E}">
        <p14:creationId xmlns:p14="http://schemas.microsoft.com/office/powerpoint/2010/main" val="1294059016"/>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011699" cy="461804"/>
          </a:xfrm>
          <a:prstGeom prst="rect">
            <a:avLst/>
          </a:prstGeom>
        </p:spPr>
        <p:txBody>
          <a:bodyPr vert="horz" lIns="92492" tIns="46246" rIns="92492" bIns="46246" rtlCol="0"/>
          <a:lstStyle>
            <a:lvl1pPr algn="l">
              <a:defRPr sz="1200"/>
            </a:lvl1pPr>
          </a:lstStyle>
          <a:p>
            <a:endParaRPr lang="en-US"/>
          </a:p>
        </p:txBody>
      </p:sp>
      <p:sp>
        <p:nvSpPr>
          <p:cNvPr id="3" name="Date Placeholder 2"/>
          <p:cNvSpPr>
            <a:spLocks noGrp="1"/>
          </p:cNvSpPr>
          <p:nvPr>
            <p:ph type="dt" idx="1"/>
          </p:nvPr>
        </p:nvSpPr>
        <p:spPr>
          <a:xfrm>
            <a:off x="3936768" y="0"/>
            <a:ext cx="3011699" cy="461804"/>
          </a:xfrm>
          <a:prstGeom prst="rect">
            <a:avLst/>
          </a:prstGeom>
        </p:spPr>
        <p:txBody>
          <a:bodyPr vert="horz" lIns="92492" tIns="46246" rIns="92492" bIns="46246" rtlCol="0"/>
          <a:lstStyle>
            <a:lvl1pPr algn="r">
              <a:defRPr sz="1200"/>
            </a:lvl1pPr>
          </a:lstStyle>
          <a:p>
            <a:fld id="{0C5DCA7A-C3FD-4606-A3AD-864BD96433D4}" type="datetimeFigureOut">
              <a:rPr lang="en-US" smtClean="0"/>
              <a:pPr/>
              <a:t>12/2/2025</a:t>
            </a:fld>
            <a:endParaRPr lang="en-US"/>
          </a:p>
        </p:txBody>
      </p:sp>
      <p:sp>
        <p:nvSpPr>
          <p:cNvPr id="4" name="Slide Image Placeholder 3"/>
          <p:cNvSpPr>
            <a:spLocks noGrp="1" noRot="1" noChangeAspect="1"/>
          </p:cNvSpPr>
          <p:nvPr>
            <p:ph type="sldImg" idx="2"/>
          </p:nvPr>
        </p:nvSpPr>
        <p:spPr>
          <a:xfrm>
            <a:off x="1165225" y="692150"/>
            <a:ext cx="4619625" cy="3463925"/>
          </a:xfrm>
          <a:prstGeom prst="rect">
            <a:avLst/>
          </a:prstGeom>
          <a:noFill/>
          <a:ln w="12700">
            <a:solidFill>
              <a:prstClr val="black"/>
            </a:solidFill>
          </a:ln>
        </p:spPr>
        <p:txBody>
          <a:bodyPr vert="horz" lIns="92492" tIns="46246" rIns="92492" bIns="46246" rtlCol="0" anchor="ctr"/>
          <a:lstStyle/>
          <a:p>
            <a:endParaRPr lang="en-US"/>
          </a:p>
        </p:txBody>
      </p:sp>
      <p:sp>
        <p:nvSpPr>
          <p:cNvPr id="5" name="Notes Placeholder 4"/>
          <p:cNvSpPr>
            <a:spLocks noGrp="1"/>
          </p:cNvSpPr>
          <p:nvPr>
            <p:ph type="body" sz="quarter" idx="3"/>
          </p:nvPr>
        </p:nvSpPr>
        <p:spPr>
          <a:xfrm>
            <a:off x="695008" y="4387136"/>
            <a:ext cx="5560060" cy="4156234"/>
          </a:xfrm>
          <a:prstGeom prst="rect">
            <a:avLst/>
          </a:prstGeom>
        </p:spPr>
        <p:txBody>
          <a:bodyPr vert="horz" lIns="92492" tIns="46246" rIns="92492" bIns="46246"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772668"/>
            <a:ext cx="3011699" cy="461804"/>
          </a:xfrm>
          <a:prstGeom prst="rect">
            <a:avLst/>
          </a:prstGeom>
        </p:spPr>
        <p:txBody>
          <a:bodyPr vert="horz" lIns="92492" tIns="46246" rIns="92492" bIns="46246" rtlCol="0" anchor="b"/>
          <a:lstStyle>
            <a:lvl1pPr algn="l">
              <a:defRPr sz="1200"/>
            </a:lvl1pPr>
          </a:lstStyle>
          <a:p>
            <a:endParaRPr lang="en-US"/>
          </a:p>
        </p:txBody>
      </p:sp>
      <p:sp>
        <p:nvSpPr>
          <p:cNvPr id="7" name="Slide Number Placeholder 6"/>
          <p:cNvSpPr>
            <a:spLocks noGrp="1"/>
          </p:cNvSpPr>
          <p:nvPr>
            <p:ph type="sldNum" sz="quarter" idx="5"/>
          </p:nvPr>
        </p:nvSpPr>
        <p:spPr>
          <a:xfrm>
            <a:off x="3936768" y="8772668"/>
            <a:ext cx="3011699" cy="461804"/>
          </a:xfrm>
          <a:prstGeom prst="rect">
            <a:avLst/>
          </a:prstGeom>
        </p:spPr>
        <p:txBody>
          <a:bodyPr vert="horz" lIns="92492" tIns="46246" rIns="92492" bIns="46246" rtlCol="0" anchor="b"/>
          <a:lstStyle>
            <a:lvl1pPr algn="r">
              <a:defRPr sz="1200"/>
            </a:lvl1pPr>
          </a:lstStyle>
          <a:p>
            <a:fld id="{D46F4F04-2BB1-473A-9274-1B455085D21A}" type="slidenum">
              <a:rPr lang="en-US" smtClean="0"/>
              <a:pPr/>
              <a:t>‹#›</a:t>
            </a:fld>
            <a:endParaRPr lang="en-US"/>
          </a:p>
        </p:txBody>
      </p:sp>
    </p:spTree>
    <p:extLst>
      <p:ext uri="{BB962C8B-B14F-4D97-AF65-F5344CB8AC3E}">
        <p14:creationId xmlns:p14="http://schemas.microsoft.com/office/powerpoint/2010/main" val="241861645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200" b="0" i="0" kern="1200" dirty="0">
                <a:solidFill>
                  <a:schemeClr val="tx1"/>
                </a:solidFill>
                <a:effectLst/>
                <a:latin typeface="+mn-lt"/>
                <a:ea typeface="+mn-ea"/>
                <a:cs typeface="+mn-cs"/>
              </a:rPr>
              <a:t>PUSH =&gt;</a:t>
            </a:r>
            <a:br>
              <a:rPr lang="en-US" sz="1200" b="0" i="0" kern="1200" dirty="0">
                <a:solidFill>
                  <a:schemeClr val="tx1"/>
                </a:solidFill>
                <a:effectLst/>
                <a:latin typeface="+mn-lt"/>
                <a:ea typeface="+mn-ea"/>
                <a:cs typeface="+mn-cs"/>
              </a:rPr>
            </a:br>
            <a:r>
              <a:rPr lang="en-US" sz="1200" b="0" i="0" kern="1200" dirty="0">
                <a:solidFill>
                  <a:schemeClr val="tx1"/>
                </a:solidFill>
                <a:effectLst/>
                <a:latin typeface="+mn-lt"/>
                <a:ea typeface="+mn-ea"/>
                <a:cs typeface="+mn-cs"/>
              </a:rPr>
              <a:t>SUB SP, SP, #4</a:t>
            </a:r>
            <a:br>
              <a:rPr lang="en-US" sz="1200" b="0" i="0" kern="1200" dirty="0">
                <a:solidFill>
                  <a:schemeClr val="tx1"/>
                </a:solidFill>
                <a:effectLst/>
                <a:latin typeface="+mn-lt"/>
                <a:ea typeface="+mn-ea"/>
                <a:cs typeface="+mn-cs"/>
              </a:rPr>
            </a:br>
            <a:r>
              <a:rPr lang="en-US" sz="1200" b="0" i="0" kern="1200" dirty="0">
                <a:solidFill>
                  <a:schemeClr val="tx1"/>
                </a:solidFill>
                <a:effectLst/>
                <a:latin typeface="+mn-lt"/>
                <a:ea typeface="+mn-ea"/>
                <a:cs typeface="+mn-cs"/>
              </a:rPr>
              <a:t>STR RN, [SP]</a:t>
            </a:r>
          </a:p>
          <a:p>
            <a:r>
              <a:rPr lang="en-US" sz="1200" b="0" i="0" kern="1200" dirty="0">
                <a:solidFill>
                  <a:schemeClr val="tx1"/>
                </a:solidFill>
                <a:effectLst/>
                <a:latin typeface="+mn-lt"/>
                <a:ea typeface="+mn-ea"/>
                <a:cs typeface="+mn-cs"/>
              </a:rPr>
              <a:t>POP =&gt;</a:t>
            </a:r>
            <a:br>
              <a:rPr lang="en-US" sz="1200" b="0" i="0" kern="1200" dirty="0">
                <a:solidFill>
                  <a:schemeClr val="tx1"/>
                </a:solidFill>
                <a:effectLst/>
                <a:latin typeface="+mn-lt"/>
                <a:ea typeface="+mn-ea"/>
                <a:cs typeface="+mn-cs"/>
              </a:rPr>
            </a:br>
            <a:r>
              <a:rPr lang="en-US" sz="1200" b="0" i="0" kern="1200" dirty="0">
                <a:solidFill>
                  <a:schemeClr val="tx1"/>
                </a:solidFill>
                <a:effectLst/>
                <a:latin typeface="+mn-lt"/>
                <a:ea typeface="+mn-ea"/>
                <a:cs typeface="+mn-cs"/>
              </a:rPr>
              <a:t>LDR RN, [SP]</a:t>
            </a:r>
            <a:br>
              <a:rPr lang="en-US" sz="1200" b="0" i="0" kern="1200" dirty="0">
                <a:solidFill>
                  <a:schemeClr val="tx1"/>
                </a:solidFill>
                <a:effectLst/>
                <a:latin typeface="+mn-lt"/>
                <a:ea typeface="+mn-ea"/>
                <a:cs typeface="+mn-cs"/>
              </a:rPr>
            </a:br>
            <a:r>
              <a:rPr lang="en-US" sz="1200" b="0" i="0" kern="1200" dirty="0">
                <a:solidFill>
                  <a:schemeClr val="tx1"/>
                </a:solidFill>
                <a:effectLst/>
                <a:latin typeface="+mn-lt"/>
                <a:ea typeface="+mn-ea"/>
                <a:cs typeface="+mn-cs"/>
              </a:rPr>
              <a:t>ADD SP, #4</a:t>
            </a:r>
          </a:p>
          <a:p>
            <a:endParaRPr lang="en-US" dirty="0"/>
          </a:p>
          <a:p>
            <a:endParaRPr lang="en-US" dirty="0"/>
          </a:p>
          <a:p>
            <a:r>
              <a:rPr lang="en-US" dirty="0"/>
              <a:t>PUSH {R1, R2} == </a:t>
            </a:r>
          </a:p>
          <a:p>
            <a:r>
              <a:rPr lang="en-US" dirty="0"/>
              <a:t>    STMFD SP!, {R1, R2} ; or STMDB SP!, {R1, R2}</a:t>
            </a:r>
          </a:p>
          <a:p>
            <a:endParaRPr lang="en-US" dirty="0"/>
          </a:p>
          <a:p>
            <a:pPr marL="0" marR="0" lvl="0" indent="0" algn="l" defTabSz="914400" rtl="0" eaLnBrk="1" fontAlgn="auto" latinLnBrk="0" hangingPunct="1">
              <a:lnSpc>
                <a:spcPct val="100000"/>
              </a:lnSpc>
              <a:spcBef>
                <a:spcPts val="0"/>
              </a:spcBef>
              <a:spcAft>
                <a:spcPts val="0"/>
              </a:spcAft>
              <a:buClrTx/>
              <a:buSzTx/>
              <a:buFontTx/>
              <a:buNone/>
              <a:tabLst/>
              <a:defRPr/>
            </a:pPr>
            <a:r>
              <a:rPr lang="en-US" sz="1200" dirty="0"/>
              <a:t>SP is decremented before PUSH (pre-decrement), and incremented after POP (post-increment). </a:t>
            </a:r>
          </a:p>
          <a:p>
            <a:endParaRPr lang="en-US" dirty="0"/>
          </a:p>
          <a:p>
            <a:endParaRPr lang="en-US" dirty="0"/>
          </a:p>
        </p:txBody>
      </p:sp>
      <p:sp>
        <p:nvSpPr>
          <p:cNvPr id="4" name="Slide Number Placeholder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61B2AF1D-1787-4F45-8D94-E7435950448C}" type="slidenum">
              <a:rPr kumimoji="0" lang="en-US" sz="1200" b="0" i="0" u="none" strike="noStrike" kern="1200" cap="none" spc="0" normalizeH="0" baseline="0" noProof="0" smtClean="0">
                <a:ln>
                  <a:noFill/>
                </a:ln>
                <a:solidFill>
                  <a:prstClr val="black"/>
                </a:solidFill>
                <a:effectLst/>
                <a:uLnTx/>
                <a:uFillTx/>
                <a:latin typeface="Calibri"/>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2</a:t>
            </a:fld>
            <a:endParaRPr kumimoji="0" lang="en-US" sz="1200" b="0" i="0" u="none" strike="noStrike" kern="1200" cap="none" spc="0" normalizeH="0" baseline="0" noProof="0">
              <a:ln>
                <a:noFill/>
              </a:ln>
              <a:solidFill>
                <a:prstClr val="black"/>
              </a:solidFill>
              <a:effectLst/>
              <a:uLnTx/>
              <a:uFillTx/>
              <a:latin typeface="Calibri"/>
              <a:ea typeface="+mn-ea"/>
              <a:cs typeface="+mn-cs"/>
            </a:endParaRPr>
          </a:p>
        </p:txBody>
      </p:sp>
    </p:spTree>
    <p:extLst>
      <p:ext uri="{BB962C8B-B14F-4D97-AF65-F5344CB8AC3E}">
        <p14:creationId xmlns:p14="http://schemas.microsoft.com/office/powerpoint/2010/main" val="139023538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Here’s what the program </a:t>
            </a:r>
            <a:r>
              <a:rPr lang="en-US" i="1" dirty="0"/>
              <a:t>does in practice</a:t>
            </a:r>
            <a:r>
              <a:rPr lang="en-US" dirty="0"/>
              <a:t>:</a:t>
            </a:r>
          </a:p>
          <a:p>
            <a:r>
              <a:rPr lang="en-US" dirty="0"/>
              <a:t>It starts with </a:t>
            </a:r>
            <a:r>
              <a:rPr lang="en-US" sz="1200" kern="1200" dirty="0">
                <a:solidFill>
                  <a:schemeClr val="tx1"/>
                </a:solidFill>
                <a:latin typeface="+mn-lt"/>
                <a:ea typeface="+mn-ea"/>
                <a:cs typeface="+mn-cs"/>
              </a:rPr>
              <a:t>x0 = 1</a:t>
            </a:r>
            <a:r>
              <a:rPr lang="en-US" dirty="0"/>
              <a:t>.</a:t>
            </a:r>
          </a:p>
          <a:p>
            <a:r>
              <a:rPr lang="en-US" dirty="0"/>
              <a:t>It loops, incrementing </a:t>
            </a:r>
            <a:r>
              <a:rPr lang="en-US" sz="1200" kern="1200" dirty="0">
                <a:solidFill>
                  <a:schemeClr val="tx1"/>
                </a:solidFill>
                <a:latin typeface="+mn-lt"/>
                <a:ea typeface="+mn-ea"/>
                <a:cs typeface="+mn-cs"/>
              </a:rPr>
              <a:t>x0</a:t>
            </a:r>
            <a:r>
              <a:rPr lang="en-US" dirty="0"/>
              <a:t> each time.</a:t>
            </a:r>
          </a:p>
          <a:p>
            <a:r>
              <a:rPr lang="en-US" dirty="0"/>
              <a:t>When </a:t>
            </a:r>
            <a:r>
              <a:rPr lang="en-US" sz="1200" kern="1200" dirty="0">
                <a:solidFill>
                  <a:schemeClr val="tx1"/>
                </a:solidFill>
                <a:latin typeface="+mn-lt"/>
                <a:ea typeface="+mn-ea"/>
                <a:cs typeface="+mn-cs"/>
              </a:rPr>
              <a:t>x0</a:t>
            </a:r>
            <a:r>
              <a:rPr lang="en-US" dirty="0"/>
              <a:t> reaches </a:t>
            </a:r>
            <a:r>
              <a:rPr lang="en-US" sz="1200" kern="1200" dirty="0">
                <a:solidFill>
                  <a:schemeClr val="tx1"/>
                </a:solidFill>
                <a:latin typeface="+mn-lt"/>
                <a:ea typeface="+mn-ea"/>
                <a:cs typeface="+mn-cs"/>
              </a:rPr>
              <a:t>5</a:t>
            </a:r>
            <a:r>
              <a:rPr lang="en-US" dirty="0"/>
              <a:t>, it calls </a:t>
            </a:r>
            <a:r>
              <a:rPr lang="en-US" sz="1200" kern="1200" dirty="0">
                <a:solidFill>
                  <a:schemeClr val="tx1"/>
                </a:solidFill>
                <a:latin typeface="+mn-lt"/>
                <a:ea typeface="+mn-ea"/>
                <a:cs typeface="+mn-cs"/>
              </a:rPr>
              <a:t>call</a:t>
            </a:r>
            <a:r>
              <a:rPr lang="en-US" dirty="0"/>
              <a:t>.</a:t>
            </a:r>
          </a:p>
          <a:p>
            <a:r>
              <a:rPr lang="en-US" sz="1200" kern="1200" dirty="0">
                <a:solidFill>
                  <a:schemeClr val="tx1"/>
                </a:solidFill>
                <a:latin typeface="+mn-lt"/>
                <a:ea typeface="+mn-ea"/>
                <a:cs typeface="+mn-cs"/>
              </a:rPr>
              <a:t>call</a:t>
            </a:r>
            <a:r>
              <a:rPr lang="en-US" dirty="0"/>
              <a:t> adds </a:t>
            </a:r>
            <a:r>
              <a:rPr lang="en-US" sz="1200" kern="1200" dirty="0">
                <a:solidFill>
                  <a:schemeClr val="tx1"/>
                </a:solidFill>
                <a:latin typeface="+mn-lt"/>
                <a:ea typeface="+mn-ea"/>
                <a:cs typeface="+mn-cs"/>
              </a:rPr>
              <a:t>255</a:t>
            </a:r>
            <a:r>
              <a:rPr lang="en-US" dirty="0"/>
              <a:t> to </a:t>
            </a:r>
            <a:r>
              <a:rPr lang="en-US" sz="1200" kern="1200" dirty="0">
                <a:solidFill>
                  <a:schemeClr val="tx1"/>
                </a:solidFill>
                <a:latin typeface="+mn-lt"/>
                <a:ea typeface="+mn-ea"/>
                <a:cs typeface="+mn-cs"/>
              </a:rPr>
              <a:t>x7</a:t>
            </a:r>
            <a:r>
              <a:rPr lang="en-US" dirty="0"/>
              <a:t> and resets </a:t>
            </a:r>
            <a:r>
              <a:rPr lang="en-US" sz="1200" kern="1200" dirty="0">
                <a:solidFill>
                  <a:schemeClr val="tx1"/>
                </a:solidFill>
                <a:latin typeface="+mn-lt"/>
                <a:ea typeface="+mn-ea"/>
                <a:cs typeface="+mn-cs"/>
              </a:rPr>
              <a:t>x0</a:t>
            </a:r>
            <a:r>
              <a:rPr lang="en-US" dirty="0"/>
              <a:t> to </a:t>
            </a:r>
            <a:r>
              <a:rPr lang="en-US" sz="1200" kern="1200" dirty="0">
                <a:solidFill>
                  <a:schemeClr val="tx1"/>
                </a:solidFill>
                <a:latin typeface="+mn-lt"/>
                <a:ea typeface="+mn-ea"/>
                <a:cs typeface="+mn-cs"/>
              </a:rPr>
              <a:t>1</a:t>
            </a:r>
            <a:r>
              <a:rPr lang="en-US" dirty="0"/>
              <a:t>.</a:t>
            </a:r>
          </a:p>
          <a:p>
            <a:r>
              <a:rPr lang="en-US" dirty="0"/>
              <a:t>Control returns to </a:t>
            </a:r>
            <a:r>
              <a:rPr lang="en-US" sz="1200" kern="1200" dirty="0">
                <a:solidFill>
                  <a:schemeClr val="tx1"/>
                </a:solidFill>
                <a:latin typeface="+mn-lt"/>
                <a:ea typeface="+mn-ea"/>
                <a:cs typeface="+mn-cs"/>
              </a:rPr>
              <a:t>main</a:t>
            </a:r>
            <a:r>
              <a:rPr lang="en-US" dirty="0"/>
              <a:t>, and the cycle repeats.</a:t>
            </a:r>
          </a:p>
          <a:p>
            <a:r>
              <a:rPr lang="en-US" dirty="0"/>
              <a:t>So the pattern goes like this:</a:t>
            </a:r>
          </a:p>
          <a:p>
            <a:pPr rtl="0"/>
            <a:r>
              <a:rPr lang="en-US" sz="1200" kern="1200" dirty="0">
                <a:solidFill>
                  <a:schemeClr val="tx1"/>
                </a:solidFill>
                <a:latin typeface="+mn-lt"/>
                <a:ea typeface="+mn-ea"/>
                <a:cs typeface="+mn-cs"/>
              </a:rPr>
              <a:t>x0: 1 → 2 → 3 → 4 → 5 → (call resets to 1)</a:t>
            </a:r>
          </a:p>
          <a:p>
            <a:pPr rtl="0"/>
            <a:r>
              <a:rPr lang="en-US" sz="1200" kern="1200" dirty="0">
                <a:solidFill>
                  <a:schemeClr val="tx1"/>
                </a:solidFill>
                <a:latin typeface="+mn-lt"/>
                <a:ea typeface="+mn-ea"/>
                <a:cs typeface="+mn-cs"/>
              </a:rPr>
              <a:t>x7: +255 each time x0 reaches 5</a:t>
            </a:r>
          </a:p>
        </p:txBody>
      </p:sp>
      <p:sp>
        <p:nvSpPr>
          <p:cNvPr id="4" name="Slide Number Placeholder 3"/>
          <p:cNvSpPr>
            <a:spLocks noGrp="1"/>
          </p:cNvSpPr>
          <p:nvPr>
            <p:ph type="sldNum" sz="quarter" idx="5"/>
          </p:nvPr>
        </p:nvSpPr>
        <p:spPr/>
        <p:txBody>
          <a:bodyPr/>
          <a:lstStyle/>
          <a:p>
            <a:fld id="{D46F4F04-2BB1-473A-9274-1B455085D21A}" type="slidenum">
              <a:rPr lang="en-US" smtClean="0"/>
              <a:pPr/>
              <a:t>21</a:t>
            </a:fld>
            <a:endParaRPr lang="en-US"/>
          </a:p>
        </p:txBody>
      </p:sp>
    </p:spTree>
    <p:extLst>
      <p:ext uri="{BB962C8B-B14F-4D97-AF65-F5344CB8AC3E}">
        <p14:creationId xmlns:p14="http://schemas.microsoft.com/office/powerpoint/2010/main" val="243372936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D17C537-0F01-0DCA-2284-5B6554C4A3FD}"/>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AFD3AD5C-C850-531A-91F6-BCF6A2A1F1B2}"/>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C5A54735-AC8D-E1A4-D4D6-D561E501E42C}"/>
              </a:ext>
            </a:extLst>
          </p:cNvPr>
          <p:cNvSpPr>
            <a:spLocks noGrp="1"/>
          </p:cNvSpPr>
          <p:nvPr>
            <p:ph type="body" idx="1"/>
          </p:nvPr>
        </p:nvSpPr>
        <p:spPr/>
        <p:txBody>
          <a:bodyPr/>
          <a:lstStyle/>
          <a:p>
            <a:r>
              <a:rPr lang="en-US" dirty="0"/>
              <a:t>Here’s what the program </a:t>
            </a:r>
            <a:r>
              <a:rPr lang="en-US" i="1" dirty="0"/>
              <a:t>does in practice</a:t>
            </a:r>
            <a:r>
              <a:rPr lang="en-US" dirty="0"/>
              <a:t>:</a:t>
            </a:r>
          </a:p>
          <a:p>
            <a:r>
              <a:rPr lang="en-US" dirty="0"/>
              <a:t>It starts with </a:t>
            </a:r>
            <a:r>
              <a:rPr lang="en-US" sz="1200" kern="1200" dirty="0">
                <a:solidFill>
                  <a:schemeClr val="tx1"/>
                </a:solidFill>
                <a:latin typeface="+mn-lt"/>
                <a:ea typeface="+mn-ea"/>
                <a:cs typeface="+mn-cs"/>
              </a:rPr>
              <a:t>x0 = 1</a:t>
            </a:r>
            <a:r>
              <a:rPr lang="en-US" dirty="0"/>
              <a:t>.</a:t>
            </a:r>
          </a:p>
          <a:p>
            <a:r>
              <a:rPr lang="en-US" dirty="0"/>
              <a:t>It loops, incrementing </a:t>
            </a:r>
            <a:r>
              <a:rPr lang="en-US" sz="1200" kern="1200" dirty="0">
                <a:solidFill>
                  <a:schemeClr val="tx1"/>
                </a:solidFill>
                <a:latin typeface="+mn-lt"/>
                <a:ea typeface="+mn-ea"/>
                <a:cs typeface="+mn-cs"/>
              </a:rPr>
              <a:t>x0</a:t>
            </a:r>
            <a:r>
              <a:rPr lang="en-US" dirty="0"/>
              <a:t> each time.</a:t>
            </a:r>
          </a:p>
          <a:p>
            <a:r>
              <a:rPr lang="en-US" dirty="0"/>
              <a:t>When </a:t>
            </a:r>
            <a:r>
              <a:rPr lang="en-US" sz="1200" kern="1200" dirty="0">
                <a:solidFill>
                  <a:schemeClr val="tx1"/>
                </a:solidFill>
                <a:latin typeface="+mn-lt"/>
                <a:ea typeface="+mn-ea"/>
                <a:cs typeface="+mn-cs"/>
              </a:rPr>
              <a:t>x0</a:t>
            </a:r>
            <a:r>
              <a:rPr lang="en-US" dirty="0"/>
              <a:t> reaches </a:t>
            </a:r>
            <a:r>
              <a:rPr lang="en-US" sz="1200" kern="1200" dirty="0">
                <a:solidFill>
                  <a:schemeClr val="tx1"/>
                </a:solidFill>
                <a:latin typeface="+mn-lt"/>
                <a:ea typeface="+mn-ea"/>
                <a:cs typeface="+mn-cs"/>
              </a:rPr>
              <a:t>5</a:t>
            </a:r>
            <a:r>
              <a:rPr lang="en-US" dirty="0"/>
              <a:t>, it calls </a:t>
            </a:r>
            <a:r>
              <a:rPr lang="en-US" sz="1200" kern="1200" dirty="0">
                <a:solidFill>
                  <a:schemeClr val="tx1"/>
                </a:solidFill>
                <a:latin typeface="+mn-lt"/>
                <a:ea typeface="+mn-ea"/>
                <a:cs typeface="+mn-cs"/>
              </a:rPr>
              <a:t>call</a:t>
            </a:r>
            <a:r>
              <a:rPr lang="en-US" dirty="0"/>
              <a:t>.</a:t>
            </a:r>
          </a:p>
          <a:p>
            <a:r>
              <a:rPr lang="en-US" sz="1200" kern="1200" dirty="0">
                <a:solidFill>
                  <a:schemeClr val="tx1"/>
                </a:solidFill>
                <a:latin typeface="+mn-lt"/>
                <a:ea typeface="+mn-ea"/>
                <a:cs typeface="+mn-cs"/>
              </a:rPr>
              <a:t>call</a:t>
            </a:r>
            <a:r>
              <a:rPr lang="en-US" dirty="0"/>
              <a:t> adds </a:t>
            </a:r>
            <a:r>
              <a:rPr lang="en-US" sz="1200" kern="1200" dirty="0">
                <a:solidFill>
                  <a:schemeClr val="tx1"/>
                </a:solidFill>
                <a:latin typeface="+mn-lt"/>
                <a:ea typeface="+mn-ea"/>
                <a:cs typeface="+mn-cs"/>
              </a:rPr>
              <a:t>255</a:t>
            </a:r>
            <a:r>
              <a:rPr lang="en-US" dirty="0"/>
              <a:t> to </a:t>
            </a:r>
            <a:r>
              <a:rPr lang="en-US" sz="1200" kern="1200" dirty="0">
                <a:solidFill>
                  <a:schemeClr val="tx1"/>
                </a:solidFill>
                <a:latin typeface="+mn-lt"/>
                <a:ea typeface="+mn-ea"/>
                <a:cs typeface="+mn-cs"/>
              </a:rPr>
              <a:t>x7</a:t>
            </a:r>
            <a:r>
              <a:rPr lang="en-US" dirty="0"/>
              <a:t> and resets </a:t>
            </a:r>
            <a:r>
              <a:rPr lang="en-US" sz="1200" kern="1200" dirty="0">
                <a:solidFill>
                  <a:schemeClr val="tx1"/>
                </a:solidFill>
                <a:latin typeface="+mn-lt"/>
                <a:ea typeface="+mn-ea"/>
                <a:cs typeface="+mn-cs"/>
              </a:rPr>
              <a:t>x0</a:t>
            </a:r>
            <a:r>
              <a:rPr lang="en-US" dirty="0"/>
              <a:t> to </a:t>
            </a:r>
            <a:r>
              <a:rPr lang="en-US" sz="1200" kern="1200" dirty="0">
                <a:solidFill>
                  <a:schemeClr val="tx1"/>
                </a:solidFill>
                <a:latin typeface="+mn-lt"/>
                <a:ea typeface="+mn-ea"/>
                <a:cs typeface="+mn-cs"/>
              </a:rPr>
              <a:t>1</a:t>
            </a:r>
            <a:r>
              <a:rPr lang="en-US" dirty="0"/>
              <a:t>.</a:t>
            </a:r>
          </a:p>
          <a:p>
            <a:r>
              <a:rPr lang="en-US" dirty="0"/>
              <a:t>Control returns to </a:t>
            </a:r>
            <a:r>
              <a:rPr lang="en-US" sz="1200" kern="1200" dirty="0">
                <a:solidFill>
                  <a:schemeClr val="tx1"/>
                </a:solidFill>
                <a:latin typeface="+mn-lt"/>
                <a:ea typeface="+mn-ea"/>
                <a:cs typeface="+mn-cs"/>
              </a:rPr>
              <a:t>main</a:t>
            </a:r>
            <a:r>
              <a:rPr lang="en-US" dirty="0"/>
              <a:t>, and the cycle repeats.</a:t>
            </a:r>
          </a:p>
          <a:p>
            <a:r>
              <a:rPr lang="en-US" dirty="0"/>
              <a:t>So the pattern goes like this:</a:t>
            </a:r>
          </a:p>
          <a:p>
            <a:pPr rtl="0"/>
            <a:r>
              <a:rPr lang="en-US" sz="1200" kern="1200" dirty="0">
                <a:solidFill>
                  <a:schemeClr val="tx1"/>
                </a:solidFill>
                <a:latin typeface="+mn-lt"/>
                <a:ea typeface="+mn-ea"/>
                <a:cs typeface="+mn-cs"/>
              </a:rPr>
              <a:t>x0: 1 → 2 → 3 → 4 → 5 → (call resets to 1)</a:t>
            </a:r>
          </a:p>
          <a:p>
            <a:pPr rtl="0"/>
            <a:r>
              <a:rPr lang="en-US" sz="1200" kern="1200" dirty="0">
                <a:solidFill>
                  <a:schemeClr val="tx1"/>
                </a:solidFill>
                <a:latin typeface="+mn-lt"/>
                <a:ea typeface="+mn-ea"/>
                <a:cs typeface="+mn-cs"/>
              </a:rPr>
              <a:t>x7: +255 each time x0 reaches 5</a:t>
            </a:r>
          </a:p>
        </p:txBody>
      </p:sp>
      <p:sp>
        <p:nvSpPr>
          <p:cNvPr id="4" name="Slide Number Placeholder 3">
            <a:extLst>
              <a:ext uri="{FF2B5EF4-FFF2-40B4-BE49-F238E27FC236}">
                <a16:creationId xmlns:a16="http://schemas.microsoft.com/office/drawing/2014/main" id="{AFBE590A-94DE-53D9-D55F-DBC7B7287FF3}"/>
              </a:ext>
            </a:extLst>
          </p:cNvPr>
          <p:cNvSpPr>
            <a:spLocks noGrp="1"/>
          </p:cNvSpPr>
          <p:nvPr>
            <p:ph type="sldNum" sz="quarter" idx="5"/>
          </p:nvPr>
        </p:nvSpPr>
        <p:spPr/>
        <p:txBody>
          <a:bodyPr/>
          <a:lstStyle/>
          <a:p>
            <a:fld id="{D46F4F04-2BB1-473A-9274-1B455085D21A}" type="slidenum">
              <a:rPr lang="en-US" smtClean="0"/>
              <a:pPr/>
              <a:t>22</a:t>
            </a:fld>
            <a:endParaRPr lang="en-US"/>
          </a:p>
        </p:txBody>
      </p:sp>
    </p:spTree>
    <p:extLst>
      <p:ext uri="{BB962C8B-B14F-4D97-AF65-F5344CB8AC3E}">
        <p14:creationId xmlns:p14="http://schemas.microsoft.com/office/powerpoint/2010/main" val="1773790553"/>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 int mystery2(int c)</a:t>
            </a:r>
          </a:p>
          <a:p>
            <a:r>
              <a:rPr lang="en-US" dirty="0"/>
              <a:t>    @ r0: c  -&gt; returns r0</a:t>
            </a:r>
          </a:p>
          <a:p>
            <a:endParaRPr lang="en-US" dirty="0"/>
          </a:p>
          <a:p>
            <a:r>
              <a:rPr lang="en-US" dirty="0"/>
              <a:t>    .text</a:t>
            </a:r>
          </a:p>
          <a:p>
            <a:r>
              <a:rPr lang="en-US" dirty="0"/>
              <a:t>    .align 2</a:t>
            </a:r>
          </a:p>
          <a:p>
            <a:r>
              <a:rPr lang="en-US" dirty="0"/>
              <a:t>    .global mystery2</a:t>
            </a:r>
          </a:p>
          <a:p>
            <a:r>
              <a:rPr lang="en-US" dirty="0"/>
              <a:t>mystery2:</a:t>
            </a:r>
          </a:p>
          <a:p>
            <a:r>
              <a:rPr lang="en-US" dirty="0"/>
              <a:t>    </a:t>
            </a:r>
            <a:r>
              <a:rPr lang="en-US" dirty="0" err="1"/>
              <a:t>cmp</a:t>
            </a:r>
            <a:r>
              <a:rPr lang="en-US" dirty="0"/>
              <a:t>     r0, #'A'                @ c ? 'A'</a:t>
            </a:r>
          </a:p>
          <a:p>
            <a:r>
              <a:rPr lang="en-US" dirty="0"/>
              <a:t>    </a:t>
            </a:r>
            <a:r>
              <a:rPr lang="en-US" dirty="0" err="1"/>
              <a:t>blt</a:t>
            </a:r>
            <a:r>
              <a:rPr lang="en-US" dirty="0"/>
              <a:t>     1f                      @ if c &lt; 'A' -&gt; skip add</a:t>
            </a:r>
          </a:p>
          <a:p>
            <a:r>
              <a:rPr lang="en-US" dirty="0"/>
              <a:t>    </a:t>
            </a:r>
            <a:r>
              <a:rPr lang="en-US" dirty="0" err="1"/>
              <a:t>cmp</a:t>
            </a:r>
            <a:r>
              <a:rPr lang="en-US" dirty="0"/>
              <a:t>     r0, #'Z'                @ c ? 'Z'</a:t>
            </a:r>
          </a:p>
          <a:p>
            <a:r>
              <a:rPr lang="en-US" dirty="0"/>
              <a:t>    </a:t>
            </a:r>
            <a:r>
              <a:rPr lang="en-US" dirty="0" err="1"/>
              <a:t>bgt</a:t>
            </a:r>
            <a:r>
              <a:rPr lang="en-US" dirty="0"/>
              <a:t>     1f                      @ if c &gt; 'Z' -&gt; skip add</a:t>
            </a:r>
          </a:p>
          <a:p>
            <a:r>
              <a:rPr lang="en-US" dirty="0"/>
              <a:t>    add     r0, r0, #('a' - 'A')    @ c += 32 (ASCII delta)</a:t>
            </a:r>
          </a:p>
          <a:p>
            <a:r>
              <a:rPr lang="en-US" dirty="0"/>
              <a:t>1:</a:t>
            </a:r>
          </a:p>
          <a:p>
            <a:r>
              <a:rPr lang="en-US" dirty="0"/>
              <a:t>    bx      </a:t>
            </a:r>
            <a:r>
              <a:rPr lang="en-US" dirty="0" err="1"/>
              <a:t>lr</a:t>
            </a:r>
            <a:r>
              <a:rPr lang="en-US" dirty="0"/>
              <a:t>                      @ return c (possibly adjusted)</a:t>
            </a:r>
          </a:p>
        </p:txBody>
      </p:sp>
      <p:sp>
        <p:nvSpPr>
          <p:cNvPr id="4" name="Slide Number Placeholder 3"/>
          <p:cNvSpPr>
            <a:spLocks noGrp="1"/>
          </p:cNvSpPr>
          <p:nvPr>
            <p:ph type="sldNum" sz="quarter" idx="5"/>
          </p:nvPr>
        </p:nvSpPr>
        <p:spPr/>
        <p:txBody>
          <a:bodyPr/>
          <a:lstStyle/>
          <a:p>
            <a:fld id="{D46F4F04-2BB1-473A-9274-1B455085D21A}" type="slidenum">
              <a:rPr lang="en-US" smtClean="0"/>
              <a:pPr/>
              <a:t>23</a:t>
            </a:fld>
            <a:endParaRPr lang="en-US"/>
          </a:p>
        </p:txBody>
      </p:sp>
    </p:spTree>
    <p:extLst>
      <p:ext uri="{BB962C8B-B14F-4D97-AF65-F5344CB8AC3E}">
        <p14:creationId xmlns:p14="http://schemas.microsoft.com/office/powerpoint/2010/main" val="388830642"/>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7150F2D-B710-7C2B-F932-9CA73BD177B8}"/>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8E32C7E1-AE8A-FAD0-696A-6424492F1A96}"/>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23F8D7F5-51E1-6057-8428-AB4BEC5BD9BA}"/>
              </a:ext>
            </a:extLst>
          </p:cNvPr>
          <p:cNvSpPr>
            <a:spLocks noGrp="1"/>
          </p:cNvSpPr>
          <p:nvPr>
            <p:ph type="body" idx="1"/>
          </p:nvPr>
        </p:nvSpPr>
        <p:spPr/>
        <p:txBody>
          <a:bodyPr/>
          <a:lstStyle/>
          <a:p>
            <a:r>
              <a:rPr lang="en-US" dirty="0"/>
              <a:t> @ int mystery2(int c)</a:t>
            </a:r>
          </a:p>
          <a:p>
            <a:r>
              <a:rPr lang="en-US" dirty="0"/>
              <a:t>    @ r0: c  -&gt; returns r0</a:t>
            </a:r>
          </a:p>
          <a:p>
            <a:endParaRPr lang="en-US" dirty="0"/>
          </a:p>
          <a:p>
            <a:r>
              <a:rPr lang="en-US" dirty="0"/>
              <a:t>    .text</a:t>
            </a:r>
          </a:p>
          <a:p>
            <a:r>
              <a:rPr lang="en-US" dirty="0"/>
              <a:t>    .align 2</a:t>
            </a:r>
          </a:p>
          <a:p>
            <a:r>
              <a:rPr lang="en-US" dirty="0"/>
              <a:t>    .global mystery2</a:t>
            </a:r>
          </a:p>
          <a:p>
            <a:r>
              <a:rPr lang="en-US" dirty="0"/>
              <a:t>mystery2:</a:t>
            </a:r>
          </a:p>
          <a:p>
            <a:r>
              <a:rPr lang="en-US" dirty="0"/>
              <a:t>    </a:t>
            </a:r>
            <a:r>
              <a:rPr lang="en-US" dirty="0" err="1"/>
              <a:t>cmp</a:t>
            </a:r>
            <a:r>
              <a:rPr lang="en-US" dirty="0"/>
              <a:t>     r0, #'A'                @ c ? 'A'</a:t>
            </a:r>
          </a:p>
          <a:p>
            <a:r>
              <a:rPr lang="en-US" dirty="0"/>
              <a:t>    </a:t>
            </a:r>
            <a:r>
              <a:rPr lang="en-US" dirty="0" err="1"/>
              <a:t>blt</a:t>
            </a:r>
            <a:r>
              <a:rPr lang="en-US" dirty="0"/>
              <a:t>     1f                      @ if c &lt; 'A' -&gt; skip add</a:t>
            </a:r>
          </a:p>
          <a:p>
            <a:r>
              <a:rPr lang="en-US" dirty="0"/>
              <a:t>    </a:t>
            </a:r>
            <a:r>
              <a:rPr lang="en-US" dirty="0" err="1"/>
              <a:t>cmp</a:t>
            </a:r>
            <a:r>
              <a:rPr lang="en-US" dirty="0"/>
              <a:t>     r0, #'Z'                @ c ? 'Z'</a:t>
            </a:r>
          </a:p>
          <a:p>
            <a:r>
              <a:rPr lang="en-US" dirty="0"/>
              <a:t>    </a:t>
            </a:r>
            <a:r>
              <a:rPr lang="en-US" dirty="0" err="1"/>
              <a:t>bgt</a:t>
            </a:r>
            <a:r>
              <a:rPr lang="en-US" dirty="0"/>
              <a:t>     1f                      @ if c &gt; 'Z' -&gt; skip add</a:t>
            </a:r>
          </a:p>
          <a:p>
            <a:r>
              <a:rPr lang="en-US" dirty="0"/>
              <a:t>    add     r0, r0, #('a' - 'A')    @ c += 32 (ASCII delta)</a:t>
            </a:r>
          </a:p>
          <a:p>
            <a:r>
              <a:rPr lang="en-US" dirty="0"/>
              <a:t>1:</a:t>
            </a:r>
          </a:p>
          <a:p>
            <a:r>
              <a:rPr lang="en-US" dirty="0"/>
              <a:t>    bx      </a:t>
            </a:r>
            <a:r>
              <a:rPr lang="en-US" dirty="0" err="1"/>
              <a:t>lr</a:t>
            </a:r>
            <a:r>
              <a:rPr lang="en-US" dirty="0"/>
              <a:t>                      @ return c (possibly adjusted)</a:t>
            </a:r>
          </a:p>
        </p:txBody>
      </p:sp>
      <p:sp>
        <p:nvSpPr>
          <p:cNvPr id="4" name="Slide Number Placeholder 3">
            <a:extLst>
              <a:ext uri="{FF2B5EF4-FFF2-40B4-BE49-F238E27FC236}">
                <a16:creationId xmlns:a16="http://schemas.microsoft.com/office/drawing/2014/main" id="{AA788E4B-BC69-55C9-4689-173165A5E7DA}"/>
              </a:ext>
            </a:extLst>
          </p:cNvPr>
          <p:cNvSpPr>
            <a:spLocks noGrp="1"/>
          </p:cNvSpPr>
          <p:nvPr>
            <p:ph type="sldNum" sz="quarter" idx="5"/>
          </p:nvPr>
        </p:nvSpPr>
        <p:spPr/>
        <p:txBody>
          <a:bodyPr/>
          <a:lstStyle/>
          <a:p>
            <a:fld id="{D46F4F04-2BB1-473A-9274-1B455085D21A}" type="slidenum">
              <a:rPr lang="en-US" smtClean="0"/>
              <a:pPr/>
              <a:t>24</a:t>
            </a:fld>
            <a:endParaRPr lang="en-US"/>
          </a:p>
        </p:txBody>
      </p:sp>
    </p:spTree>
    <p:extLst>
      <p:ext uri="{BB962C8B-B14F-4D97-AF65-F5344CB8AC3E}">
        <p14:creationId xmlns:p14="http://schemas.microsoft.com/office/powerpoint/2010/main" val="1972380797"/>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200" dirty="0"/>
              <a:t>Straight-line with conditional execution</a:t>
            </a:r>
          </a:p>
          <a:p>
            <a:r>
              <a:rPr lang="en-US" sz="1200" dirty="0"/>
              <a:t>foo:</a:t>
            </a:r>
            <a:br>
              <a:rPr lang="en-US" sz="1200" dirty="0"/>
            </a:br>
            <a:r>
              <a:rPr lang="en-US" sz="1200" dirty="0"/>
              <a:t>    ADD     r2, r0, r1      ; r2 = x + y</a:t>
            </a:r>
            <a:br>
              <a:rPr lang="en-US" sz="1200" dirty="0"/>
            </a:br>
            <a:r>
              <a:rPr lang="en-US" sz="1200" dirty="0"/>
              <a:t>    CMP     r2, #0          ; sets N,Z,V,C for signed compare to 0</a:t>
            </a:r>
            <a:br>
              <a:rPr lang="en-US" sz="1200" dirty="0"/>
            </a:br>
            <a:r>
              <a:rPr lang="en-US" sz="1200" dirty="0"/>
              <a:t>    MOVLT   r0, #0        ; if (</a:t>
            </a:r>
            <a:r>
              <a:rPr lang="en-US" sz="1200" dirty="0" err="1"/>
              <a:t>x+y</a:t>
            </a:r>
            <a:r>
              <a:rPr lang="en-US" sz="1200" dirty="0"/>
              <a:t>) &lt; 0 -&gt; r0 = 0</a:t>
            </a:r>
            <a:br>
              <a:rPr lang="en-US" sz="1200" dirty="0"/>
            </a:br>
            <a:r>
              <a:rPr lang="en-US" sz="1200" dirty="0"/>
              <a:t>    MOVGE   r0, #1       ; else r0 = 1</a:t>
            </a:r>
            <a:br>
              <a:rPr lang="en-US" sz="1200" dirty="0"/>
            </a:br>
            <a:r>
              <a:rPr lang="en-US" sz="1200" dirty="0"/>
              <a:t>    BX      </a:t>
            </a:r>
            <a:r>
              <a:rPr lang="en-US" sz="1200" dirty="0" err="1"/>
              <a:t>lr</a:t>
            </a:r>
            <a:endParaRPr lang="en-US" sz="1200" dirty="0"/>
          </a:p>
          <a:p>
            <a:pPr lvl="0"/>
            <a:endParaRPr lang="en-US" sz="1200" kern="1200" dirty="0">
              <a:solidFill>
                <a:schemeClr val="tx1"/>
              </a:solidFill>
              <a:effectLst/>
              <a:latin typeface="+mn-lt"/>
              <a:ea typeface="+mn-ea"/>
              <a:cs typeface="+mn-cs"/>
            </a:endParaRPr>
          </a:p>
          <a:p>
            <a:r>
              <a:rPr lang="en-US" sz="1200" dirty="0"/>
              <a:t>Conditional branch to label</a:t>
            </a:r>
          </a:p>
          <a:p>
            <a:r>
              <a:rPr lang="en-US" sz="1200" dirty="0"/>
              <a:t>foo:</a:t>
            </a:r>
            <a:br>
              <a:rPr lang="en-US" sz="1200" dirty="0"/>
            </a:br>
            <a:r>
              <a:rPr lang="en-US" sz="1200" dirty="0"/>
              <a:t>    ADD     r2, r0, r1</a:t>
            </a:r>
            <a:br>
              <a:rPr lang="en-US" sz="1200" dirty="0"/>
            </a:br>
            <a:r>
              <a:rPr lang="en-US" sz="1200" dirty="0"/>
              <a:t>    CMP     r2, #0</a:t>
            </a:r>
            <a:br>
              <a:rPr lang="en-US" sz="1200" dirty="0"/>
            </a:br>
            <a:r>
              <a:rPr lang="en-US" sz="1200" dirty="0"/>
              <a:t>    BLT     .</a:t>
            </a:r>
            <a:r>
              <a:rPr lang="en-US" sz="1200" dirty="0" err="1"/>
              <a:t>Lneg</a:t>
            </a:r>
            <a:br>
              <a:rPr lang="en-US" sz="1200" dirty="0"/>
            </a:br>
            <a:r>
              <a:rPr lang="en-US" sz="1200" dirty="0"/>
              <a:t>    MOV     r0, #1</a:t>
            </a:r>
            <a:br>
              <a:rPr lang="en-US" sz="1200" dirty="0"/>
            </a:br>
            <a:r>
              <a:rPr lang="en-US" sz="1200" dirty="0"/>
              <a:t>    BX      </a:t>
            </a:r>
            <a:r>
              <a:rPr lang="en-US" sz="1200" dirty="0" err="1"/>
              <a:t>lr</a:t>
            </a:r>
            <a:br>
              <a:rPr lang="en-US" sz="1200" dirty="0"/>
            </a:br>
            <a:r>
              <a:rPr lang="en-US" sz="1200" dirty="0"/>
              <a:t>.</a:t>
            </a:r>
            <a:r>
              <a:rPr lang="en-US" sz="1200" dirty="0" err="1"/>
              <a:t>Lneg</a:t>
            </a:r>
            <a:r>
              <a:rPr lang="en-US" sz="1200" dirty="0"/>
              <a:t>:</a:t>
            </a:r>
            <a:br>
              <a:rPr lang="en-US" sz="1200" dirty="0"/>
            </a:br>
            <a:r>
              <a:rPr lang="en-US" sz="1200" dirty="0"/>
              <a:t>    MOV     r0, #0</a:t>
            </a:r>
            <a:br>
              <a:rPr lang="en-US" sz="1200" dirty="0"/>
            </a:br>
            <a:r>
              <a:rPr lang="en-US" sz="1200" dirty="0"/>
              <a:t>    BX      </a:t>
            </a:r>
            <a:r>
              <a:rPr lang="en-US" sz="1200" dirty="0" err="1"/>
              <a:t>lr</a:t>
            </a:r>
            <a:endParaRPr lang="pt-BR" sz="1200" dirty="0"/>
          </a:p>
          <a:p>
            <a:pPr lvl="0"/>
            <a:endParaRPr lang="en-US" sz="1200" kern="1200" dirty="0">
              <a:solidFill>
                <a:schemeClr val="tx1"/>
              </a:solidFill>
              <a:effectLst/>
              <a:latin typeface="+mn-lt"/>
              <a:ea typeface="+mn-ea"/>
              <a:cs typeface="+mn-cs"/>
            </a:endParaRPr>
          </a:p>
          <a:p>
            <a:pPr lvl="0"/>
            <a:r>
              <a:rPr lang="en-US" sz="1200" kern="1200" dirty="0">
                <a:solidFill>
                  <a:schemeClr val="tx1"/>
                </a:solidFill>
                <a:effectLst/>
                <a:latin typeface="+mn-lt"/>
                <a:ea typeface="+mn-ea"/>
                <a:cs typeface="+mn-cs"/>
              </a:rPr>
              <a:t>Calling convention: inputs </a:t>
            </a:r>
            <a:r>
              <a:rPr lang="en-US" sz="1200" kern="1200" dirty="0" err="1">
                <a:solidFill>
                  <a:schemeClr val="tx1"/>
                </a:solidFill>
                <a:effectLst/>
                <a:latin typeface="+mn-lt"/>
                <a:ea typeface="+mn-ea"/>
                <a:cs typeface="+mn-cs"/>
              </a:rPr>
              <a:t>x,y</a:t>
            </a:r>
            <a:r>
              <a:rPr lang="en-US" sz="1200" kern="1200" dirty="0">
                <a:solidFill>
                  <a:schemeClr val="tx1"/>
                </a:solidFill>
                <a:effectLst/>
                <a:latin typeface="+mn-lt"/>
                <a:ea typeface="+mn-ea"/>
                <a:cs typeface="+mn-cs"/>
              </a:rPr>
              <a:t> in r0,r1; result in r0; </a:t>
            </a:r>
            <a:r>
              <a:rPr lang="en-US" sz="1200" kern="1200" dirty="0" err="1">
                <a:solidFill>
                  <a:schemeClr val="tx1"/>
                </a:solidFill>
                <a:effectLst/>
                <a:latin typeface="+mn-lt"/>
                <a:ea typeface="+mn-ea"/>
                <a:cs typeface="+mn-cs"/>
              </a:rPr>
              <a:t>lr</a:t>
            </a:r>
            <a:r>
              <a:rPr lang="en-US" sz="1200" kern="1200" dirty="0">
                <a:solidFill>
                  <a:schemeClr val="tx1"/>
                </a:solidFill>
                <a:effectLst/>
                <a:latin typeface="+mn-lt"/>
                <a:ea typeface="+mn-ea"/>
                <a:cs typeface="+mn-cs"/>
              </a:rPr>
              <a:t> holds return address; no callee-saved registers are clobbered.</a:t>
            </a:r>
          </a:p>
          <a:p>
            <a:pPr lvl="0"/>
            <a:r>
              <a:rPr lang="en-US" sz="1200" kern="1200" dirty="0">
                <a:solidFill>
                  <a:schemeClr val="tx1"/>
                </a:solidFill>
                <a:effectLst/>
                <a:latin typeface="+mn-lt"/>
                <a:ea typeface="+mn-ea"/>
                <a:cs typeface="+mn-cs"/>
              </a:rPr>
              <a:t>Choose MI/PL (based on N) or LT/GE (signed) consistently; both are correct when flags come from the sum or a compare to zero.</a:t>
            </a:r>
          </a:p>
          <a:p>
            <a:pPr lvl="0"/>
            <a:r>
              <a:rPr lang="en-US" sz="1200" kern="1200" dirty="0">
                <a:solidFill>
                  <a:schemeClr val="tx1"/>
                </a:solidFill>
                <a:effectLst/>
                <a:latin typeface="+mn-lt"/>
                <a:ea typeface="+mn-ea"/>
                <a:cs typeface="+mn-cs"/>
              </a:rPr>
              <a:t>For Thumb-2, prefer conditional branches or the IT block variant if permitted by assembler; for classic ARM state, full conditional MOVs avoid branches.</a:t>
            </a:r>
          </a:p>
          <a:p>
            <a:endParaRPr lang="en-US" dirty="0"/>
          </a:p>
        </p:txBody>
      </p:sp>
      <p:sp>
        <p:nvSpPr>
          <p:cNvPr id="4" name="Slide Number Placeholder 3"/>
          <p:cNvSpPr>
            <a:spLocks noGrp="1"/>
          </p:cNvSpPr>
          <p:nvPr>
            <p:ph type="sldNum" sz="quarter" idx="5"/>
          </p:nvPr>
        </p:nvSpPr>
        <p:spPr/>
        <p:txBody>
          <a:bodyPr/>
          <a:lstStyle/>
          <a:p>
            <a:fld id="{D46F4F04-2BB1-473A-9274-1B455085D21A}" type="slidenum">
              <a:rPr lang="en-US" smtClean="0"/>
              <a:pPr/>
              <a:t>27</a:t>
            </a:fld>
            <a:endParaRPr lang="en-US"/>
          </a:p>
        </p:txBody>
      </p:sp>
    </p:spTree>
    <p:extLst>
      <p:ext uri="{BB962C8B-B14F-4D97-AF65-F5344CB8AC3E}">
        <p14:creationId xmlns:p14="http://schemas.microsoft.com/office/powerpoint/2010/main" val="297106540"/>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dirty="0"/>
              <a:t>(In the exams, I may provide most of the code and let you fill in the blanks.)</a:t>
            </a:r>
          </a:p>
          <a:p>
            <a:endParaRPr lang="en-US" dirty="0"/>
          </a:p>
        </p:txBody>
      </p:sp>
      <p:sp>
        <p:nvSpPr>
          <p:cNvPr id="4" name="Slide Number Placeholder 3"/>
          <p:cNvSpPr>
            <a:spLocks noGrp="1"/>
          </p:cNvSpPr>
          <p:nvPr>
            <p:ph type="sldNum" sz="quarter" idx="5"/>
          </p:nvPr>
        </p:nvSpPr>
        <p:spPr/>
        <p:txBody>
          <a:bodyPr/>
          <a:lstStyle/>
          <a:p>
            <a:fld id="{D46F4F04-2BB1-473A-9274-1B455085D21A}" type="slidenum">
              <a:rPr lang="en-US" smtClean="0"/>
              <a:pPr/>
              <a:t>28</a:t>
            </a:fld>
            <a:endParaRPr lang="en-US"/>
          </a:p>
        </p:txBody>
      </p:sp>
    </p:spTree>
    <p:extLst>
      <p:ext uri="{BB962C8B-B14F-4D97-AF65-F5344CB8AC3E}">
        <p14:creationId xmlns:p14="http://schemas.microsoft.com/office/powerpoint/2010/main" val="2816329202"/>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dirty="0"/>
              <a:t>C function returns an int16_t, but the assembly returns the full 32-bit sum in r0.  Caller will see a 32-bit value; the correct behavior when the C function is declared to return int16_t is to return the 16-bit value </a:t>
            </a:r>
            <a:r>
              <a:rPr lang="en-US" i="1" dirty="0"/>
              <a:t>sign-extended</a:t>
            </a:r>
            <a:r>
              <a:rPr lang="en-US" dirty="0"/>
              <a:t> to 32 bits. </a:t>
            </a:r>
          </a:p>
          <a:p>
            <a:endParaRPr lang="en-US" dirty="0"/>
          </a:p>
        </p:txBody>
      </p:sp>
      <p:sp>
        <p:nvSpPr>
          <p:cNvPr id="4" name="Slide Number Placeholder 3"/>
          <p:cNvSpPr>
            <a:spLocks noGrp="1"/>
          </p:cNvSpPr>
          <p:nvPr>
            <p:ph type="sldNum" sz="quarter" idx="5"/>
          </p:nvPr>
        </p:nvSpPr>
        <p:spPr/>
        <p:txBody>
          <a:bodyPr/>
          <a:lstStyle/>
          <a:p>
            <a:fld id="{D46F4F04-2BB1-473A-9274-1B455085D21A}" type="slidenum">
              <a:rPr lang="en-US" smtClean="0"/>
              <a:pPr/>
              <a:t>32</a:t>
            </a:fld>
            <a:endParaRPr lang="en-US"/>
          </a:p>
        </p:txBody>
      </p:sp>
    </p:spTree>
    <p:extLst>
      <p:ext uri="{BB962C8B-B14F-4D97-AF65-F5344CB8AC3E}">
        <p14:creationId xmlns:p14="http://schemas.microsoft.com/office/powerpoint/2010/main" val="227472773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spTree>
      <p:nvGrpSpPr>
        <p:cNvPr id="1" name=""/>
        <p:cNvGrpSpPr/>
        <p:nvPr/>
      </p:nvGrpSpPr>
      <p:grpSpPr>
        <a:xfrm>
          <a:off x="0" y="0"/>
          <a:ext cx="0" cy="0"/>
          <a:chOff x="0" y="0"/>
          <a:chExt cx="0" cy="0"/>
        </a:xfrm>
      </p:grpSpPr>
      <p:sp>
        <p:nvSpPr>
          <p:cNvPr id="8" name="Title 7"/>
          <p:cNvSpPr>
            <a:spLocks noGrp="1"/>
          </p:cNvSpPr>
          <p:nvPr>
            <p:ph type="ctrTitle"/>
          </p:nvPr>
        </p:nvSpPr>
        <p:spPr>
          <a:xfrm>
            <a:off x="1219200" y="3886200"/>
            <a:ext cx="6858000" cy="990600"/>
          </a:xfrm>
        </p:spPr>
        <p:txBody>
          <a:bodyPr anchor="t" anchorCtr="0"/>
          <a:lstStyle>
            <a:lvl1pPr algn="r">
              <a:defRPr sz="3200">
                <a:solidFill>
                  <a:schemeClr val="tx1"/>
                </a:solidFill>
              </a:defRPr>
            </a:lvl1pPr>
          </a:lstStyle>
          <a:p>
            <a:r>
              <a:rPr kumimoji="0" lang="en-US"/>
              <a:t>Click to edit Master title style</a:t>
            </a:r>
          </a:p>
        </p:txBody>
      </p:sp>
      <p:sp>
        <p:nvSpPr>
          <p:cNvPr id="9" name="Subtitle 8"/>
          <p:cNvSpPr>
            <a:spLocks noGrp="1"/>
          </p:cNvSpPr>
          <p:nvPr>
            <p:ph type="subTitle" idx="1"/>
          </p:nvPr>
        </p:nvSpPr>
        <p:spPr>
          <a:xfrm>
            <a:off x="1219200" y="5124450"/>
            <a:ext cx="6858000" cy="533400"/>
          </a:xfrm>
        </p:spPr>
        <p:txBody>
          <a:bodyPr/>
          <a:lstStyle>
            <a:lvl1pPr marL="0" indent="0" algn="r">
              <a:buNone/>
              <a:defRPr sz="2000">
                <a:solidFill>
                  <a:schemeClr val="tx2"/>
                </a:solidFill>
                <a:latin typeface="+mj-lt"/>
                <a:ea typeface="+mj-ea"/>
                <a:cs typeface="+mj-cs"/>
              </a:defRPr>
            </a:lvl1pPr>
            <a:lvl2pPr marL="457200" indent="0" algn="ctr">
              <a:buNone/>
            </a:lvl2pPr>
            <a:lvl3pPr marL="914400" indent="0" algn="ctr">
              <a:buNone/>
            </a:lvl3pPr>
            <a:lvl4pPr marL="1371600" indent="0" algn="ctr">
              <a:buNone/>
            </a:lvl4pPr>
            <a:lvl5pPr marL="1828800" indent="0" algn="ctr">
              <a:buNone/>
            </a:lvl5pPr>
            <a:lvl6pPr marL="2286000" indent="0" algn="ctr">
              <a:buNone/>
            </a:lvl6pPr>
            <a:lvl7pPr marL="2743200" indent="0" algn="ctr">
              <a:buNone/>
            </a:lvl7pPr>
            <a:lvl8pPr marL="3200400" indent="0" algn="ctr">
              <a:buNone/>
            </a:lvl8pPr>
            <a:lvl9pPr marL="3657600" indent="0" algn="ctr">
              <a:buNone/>
            </a:lvl9pPr>
          </a:lstStyle>
          <a:p>
            <a:r>
              <a:rPr kumimoji="0" lang="en-US"/>
              <a:t>Click to edit Master subtitle style</a:t>
            </a:r>
          </a:p>
        </p:txBody>
      </p:sp>
      <p:sp>
        <p:nvSpPr>
          <p:cNvPr id="28" name="Date Placeholder 27"/>
          <p:cNvSpPr>
            <a:spLocks noGrp="1"/>
          </p:cNvSpPr>
          <p:nvPr>
            <p:ph type="dt" sz="half" idx="10"/>
          </p:nvPr>
        </p:nvSpPr>
        <p:spPr>
          <a:xfrm>
            <a:off x="6400800" y="6355080"/>
            <a:ext cx="2286000" cy="365760"/>
          </a:xfrm>
        </p:spPr>
        <p:txBody>
          <a:bodyPr/>
          <a:lstStyle>
            <a:lvl1pPr>
              <a:defRPr sz="1400"/>
            </a:lvl1pPr>
          </a:lstStyle>
          <a:p>
            <a:pPr eaLnBrk="1" latinLnBrk="0" hangingPunct="1"/>
            <a:fld id="{7966D375-7FE4-4861-9EA3-8493E3E81506}" type="datetime1">
              <a:rPr lang="en-US" smtClean="0"/>
              <a:t>12/2/2025</a:t>
            </a:fld>
            <a:endParaRPr lang="en-US" sz="1600" dirty="0"/>
          </a:p>
        </p:txBody>
      </p:sp>
      <p:sp>
        <p:nvSpPr>
          <p:cNvPr id="17" name="Footer Placeholder 16"/>
          <p:cNvSpPr>
            <a:spLocks noGrp="1"/>
          </p:cNvSpPr>
          <p:nvPr>
            <p:ph type="ftr" sz="quarter" idx="11"/>
          </p:nvPr>
        </p:nvSpPr>
        <p:spPr>
          <a:xfrm>
            <a:off x="2898648" y="6355080"/>
            <a:ext cx="3474720" cy="365760"/>
          </a:xfrm>
        </p:spPr>
        <p:txBody>
          <a:bodyPr/>
          <a:lstStyle/>
          <a:p>
            <a:endParaRPr kumimoji="0" lang="en-US" dirty="0"/>
          </a:p>
        </p:txBody>
      </p:sp>
      <p:sp>
        <p:nvSpPr>
          <p:cNvPr id="29" name="Slide Number Placeholder 28"/>
          <p:cNvSpPr>
            <a:spLocks noGrp="1"/>
          </p:cNvSpPr>
          <p:nvPr>
            <p:ph type="sldNum" sz="quarter" idx="12"/>
          </p:nvPr>
        </p:nvSpPr>
        <p:spPr>
          <a:xfrm>
            <a:off x="1216152" y="6355080"/>
            <a:ext cx="1219200" cy="365760"/>
          </a:xfrm>
        </p:spPr>
        <p:txBody>
          <a:bodyPr/>
          <a:lstStyle/>
          <a:p>
            <a:fld id="{EA7C8D44-3667-46F6-9772-CC52308E2A7F}" type="slidenum">
              <a:rPr kumimoji="0" lang="en-US" smtClean="0"/>
              <a:pPr/>
              <a:t>‹#›</a:t>
            </a:fld>
            <a:endParaRPr kumimoji="0" lang="en-US" dirty="0"/>
          </a:p>
        </p:txBody>
      </p:sp>
      <p:sp>
        <p:nvSpPr>
          <p:cNvPr id="21" name="Rectangle 20"/>
          <p:cNvSpPr/>
          <p:nvPr/>
        </p:nvSpPr>
        <p:spPr>
          <a:xfrm>
            <a:off x="904875" y="3648075"/>
            <a:ext cx="7315200" cy="1280160"/>
          </a:xfrm>
          <a:prstGeom prst="rect">
            <a:avLst/>
          </a:prstGeom>
          <a:noFill/>
          <a:ln w="6350" cap="rnd" cmpd="sng" algn="ctr">
            <a:solidFill>
              <a:schemeClr val="accent1"/>
            </a:solid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33" name="Rectangle 32"/>
          <p:cNvSpPr/>
          <p:nvPr/>
        </p:nvSpPr>
        <p:spPr>
          <a:xfrm>
            <a:off x="914400" y="5048250"/>
            <a:ext cx="7315200" cy="685800"/>
          </a:xfrm>
          <a:prstGeom prst="rect">
            <a:avLst/>
          </a:prstGeom>
          <a:noFill/>
          <a:ln w="6350" cap="rnd" cmpd="sng" algn="ctr">
            <a:solidFill>
              <a:schemeClr val="accent2"/>
            </a:solid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22" name="Rectangle 21"/>
          <p:cNvSpPr/>
          <p:nvPr/>
        </p:nvSpPr>
        <p:spPr>
          <a:xfrm>
            <a:off x="904875" y="3648075"/>
            <a:ext cx="228600" cy="1280160"/>
          </a:xfrm>
          <a:prstGeom prst="rect">
            <a:avLst/>
          </a:prstGeom>
          <a:solidFill>
            <a:schemeClr val="accent1"/>
          </a:solidFill>
          <a:ln w="6350"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32" name="Rectangle 31"/>
          <p:cNvSpPr/>
          <p:nvPr/>
        </p:nvSpPr>
        <p:spPr>
          <a:xfrm>
            <a:off x="914400" y="5048250"/>
            <a:ext cx="228600" cy="685800"/>
          </a:xfrm>
          <a:prstGeom prst="rect">
            <a:avLst/>
          </a:prstGeom>
          <a:solidFill>
            <a:schemeClr val="accent2"/>
          </a:solidFill>
          <a:ln w="6350"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kumimoji="0" lang="en-US"/>
              <a:t>Click to edit Master title style</a:t>
            </a:r>
          </a:p>
        </p:txBody>
      </p:sp>
      <p:sp>
        <p:nvSpPr>
          <p:cNvPr id="4" name="Date Placeholder 3"/>
          <p:cNvSpPr>
            <a:spLocks noGrp="1"/>
          </p:cNvSpPr>
          <p:nvPr>
            <p:ph type="dt" sz="half" idx="10"/>
          </p:nvPr>
        </p:nvSpPr>
        <p:spPr/>
        <p:txBody>
          <a:bodyPr/>
          <a:lstStyle/>
          <a:p>
            <a:pPr eaLnBrk="1" latinLnBrk="0" hangingPunct="1"/>
            <a:fld id="{00065D69-4622-413E-9E09-6A2509001B66}" type="datetime1">
              <a:rPr lang="en-US" smtClean="0"/>
              <a:t>12/2/2025</a:t>
            </a:fld>
            <a:endParaRPr lang="en-US" dirty="0"/>
          </a:p>
        </p:txBody>
      </p:sp>
      <p:sp>
        <p:nvSpPr>
          <p:cNvPr id="5" name="Footer Placeholder 4"/>
          <p:cNvSpPr>
            <a:spLocks noGrp="1"/>
          </p:cNvSpPr>
          <p:nvPr>
            <p:ph type="ftr" sz="quarter" idx="11"/>
          </p:nvPr>
        </p:nvSpPr>
        <p:spPr/>
        <p:txBody>
          <a:bodyPr/>
          <a:lstStyle/>
          <a:p>
            <a:endParaRPr kumimoji="0" lang="en-US"/>
          </a:p>
        </p:txBody>
      </p:sp>
      <p:sp>
        <p:nvSpPr>
          <p:cNvPr id="6" name="Slide Number Placeholder 5"/>
          <p:cNvSpPr>
            <a:spLocks noGrp="1"/>
          </p:cNvSpPr>
          <p:nvPr>
            <p:ph type="sldNum" sz="quarter" idx="12"/>
          </p:nvPr>
        </p:nvSpPr>
        <p:spPr/>
        <p:txBody>
          <a:bodyPr/>
          <a:lstStyle/>
          <a:p>
            <a:fld id="{EA7C8D44-3667-46F6-9772-CC52308E2A7F}" type="slidenum">
              <a:rPr kumimoji="0" lang="en-US" smtClean="0"/>
              <a:pPr/>
              <a:t>‹#›</a:t>
            </a:fld>
            <a:endParaRPr kumimoji="0" lang="en-US" dirty="0"/>
          </a:p>
        </p:txBody>
      </p:sp>
      <p:sp>
        <p:nvSpPr>
          <p:cNvPr id="8" name="Content Placeholder 7"/>
          <p:cNvSpPr>
            <a:spLocks noGrp="1"/>
          </p:cNvSpPr>
          <p:nvPr>
            <p:ph sz="quarter" idx="1"/>
          </p:nvPr>
        </p:nvSpPr>
        <p:spPr>
          <a:xfrm>
            <a:off x="457200" y="1219200"/>
            <a:ext cx="8229600" cy="4937760"/>
          </a:xfrm>
        </p:spPr>
        <p:txBody>
          <a:bodyPr/>
          <a:lstStyle/>
          <a:p>
            <a:pPr lvl="0" eaLnBrk="1" latinLnBrk="0" hangingPunct="1"/>
            <a:r>
              <a:rPr lang="en-US"/>
              <a:t>Click to edit Master text styles</a:t>
            </a:r>
          </a:p>
          <a:p>
            <a:pPr lvl="1" eaLnBrk="1" latinLnBrk="0" hangingPunct="1"/>
            <a:r>
              <a:rPr lang="en-US"/>
              <a:t>Second level</a:t>
            </a:r>
          </a:p>
          <a:p>
            <a:pPr lvl="2" eaLnBrk="1" latinLnBrk="0" hangingPunct="1"/>
            <a:r>
              <a:rPr lang="en-US"/>
              <a:t>Third level</a:t>
            </a:r>
          </a:p>
          <a:p>
            <a:pPr lvl="3" eaLnBrk="1" latinLnBrk="0" hangingPunct="1"/>
            <a:r>
              <a:rPr lang="en-US"/>
              <a:t>Fourth level</a:t>
            </a:r>
          </a:p>
          <a:p>
            <a:pPr lvl="4" eaLnBrk="1" latinLnBrk="0" hangingPunct="1"/>
            <a:r>
              <a:rPr lang="en-US"/>
              <a:t>Fifth level</a:t>
            </a:r>
            <a:endParaRPr kumimoji="0"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type="secHead" preserve="1">
  <p:cSld name="Section Header">
    <p:bg>
      <p:bgRef idx="1001">
        <a:schemeClr val="bg2"/>
      </p:bgRef>
    </p:bg>
    <p:spTree>
      <p:nvGrpSpPr>
        <p:cNvPr id="1" name=""/>
        <p:cNvGrpSpPr/>
        <p:nvPr/>
      </p:nvGrpSpPr>
      <p:grpSpPr>
        <a:xfrm>
          <a:off x="0" y="0"/>
          <a:ext cx="0" cy="0"/>
          <a:chOff x="0" y="0"/>
          <a:chExt cx="0" cy="0"/>
        </a:xfrm>
      </p:grpSpPr>
      <p:sp>
        <p:nvSpPr>
          <p:cNvPr id="2" name="Title 1"/>
          <p:cNvSpPr>
            <a:spLocks noGrp="1"/>
          </p:cNvSpPr>
          <p:nvPr>
            <p:ph type="title"/>
          </p:nvPr>
        </p:nvSpPr>
        <p:spPr>
          <a:xfrm>
            <a:off x="1219200" y="2971800"/>
            <a:ext cx="6858000" cy="1066800"/>
          </a:xfrm>
        </p:spPr>
        <p:txBody>
          <a:bodyPr anchor="t" anchorCtr="0"/>
          <a:lstStyle>
            <a:lvl1pPr algn="r">
              <a:buNone/>
              <a:defRPr sz="3200" b="0" cap="none" baseline="0"/>
            </a:lvl1pPr>
          </a:lstStyle>
          <a:p>
            <a:r>
              <a:rPr kumimoji="0" lang="en-US"/>
              <a:t>Click to edit Master title style</a:t>
            </a:r>
          </a:p>
        </p:txBody>
      </p:sp>
      <p:sp>
        <p:nvSpPr>
          <p:cNvPr id="3" name="Text Placeholder 2"/>
          <p:cNvSpPr>
            <a:spLocks noGrp="1"/>
          </p:cNvSpPr>
          <p:nvPr>
            <p:ph type="body" idx="1"/>
          </p:nvPr>
        </p:nvSpPr>
        <p:spPr>
          <a:xfrm>
            <a:off x="1295400" y="4267200"/>
            <a:ext cx="6781800" cy="1143000"/>
          </a:xfrm>
        </p:spPr>
        <p:txBody>
          <a:bodyPr anchor="t" anchorCtr="0"/>
          <a:lstStyle>
            <a:lvl1pPr marL="0" indent="0" algn="r">
              <a:buNone/>
              <a:defRPr sz="2000">
                <a:solidFill>
                  <a:schemeClr val="tx1">
                    <a:tint val="75000"/>
                  </a:schemeClr>
                </a:solidFill>
              </a:defRPr>
            </a:lvl1pPr>
            <a:lvl2pPr>
              <a:buNone/>
              <a:defRPr sz="1800">
                <a:solidFill>
                  <a:schemeClr val="tx1">
                    <a:tint val="75000"/>
                  </a:schemeClr>
                </a:solidFill>
              </a:defRPr>
            </a:lvl2pPr>
            <a:lvl3pPr>
              <a:buNone/>
              <a:defRPr sz="1600">
                <a:solidFill>
                  <a:schemeClr val="tx1">
                    <a:tint val="75000"/>
                  </a:schemeClr>
                </a:solidFill>
              </a:defRPr>
            </a:lvl3pPr>
            <a:lvl4pPr>
              <a:buNone/>
              <a:defRPr sz="1400">
                <a:solidFill>
                  <a:schemeClr val="tx1">
                    <a:tint val="75000"/>
                  </a:schemeClr>
                </a:solidFill>
              </a:defRPr>
            </a:lvl4pPr>
            <a:lvl5pPr>
              <a:buNone/>
              <a:defRPr sz="1400">
                <a:solidFill>
                  <a:schemeClr val="tx1">
                    <a:tint val="75000"/>
                  </a:schemeClr>
                </a:solidFill>
              </a:defRPr>
            </a:lvl5pPr>
          </a:lstStyle>
          <a:p>
            <a:pPr lvl="0" eaLnBrk="1" latinLnBrk="0" hangingPunct="1"/>
            <a:r>
              <a:rPr kumimoji="0" lang="en-US"/>
              <a:t>Click to edit Master text styles</a:t>
            </a:r>
          </a:p>
        </p:txBody>
      </p:sp>
      <p:sp>
        <p:nvSpPr>
          <p:cNvPr id="4" name="Date Placeholder 3"/>
          <p:cNvSpPr>
            <a:spLocks noGrp="1"/>
          </p:cNvSpPr>
          <p:nvPr>
            <p:ph type="dt" sz="half" idx="10"/>
          </p:nvPr>
        </p:nvSpPr>
        <p:spPr>
          <a:xfrm>
            <a:off x="6400800" y="6355080"/>
            <a:ext cx="2286000" cy="365760"/>
          </a:xfrm>
        </p:spPr>
        <p:txBody>
          <a:bodyPr/>
          <a:lstStyle/>
          <a:p>
            <a:pPr eaLnBrk="1" latinLnBrk="0" hangingPunct="1"/>
            <a:fld id="{26D84756-85D3-4017-90AB-B482945A0CB0}" type="datetime1">
              <a:rPr lang="en-US" smtClean="0"/>
              <a:t>12/2/2025</a:t>
            </a:fld>
            <a:endParaRPr lang="en-US" dirty="0"/>
          </a:p>
        </p:txBody>
      </p:sp>
      <p:sp>
        <p:nvSpPr>
          <p:cNvPr id="5" name="Footer Placeholder 4"/>
          <p:cNvSpPr>
            <a:spLocks noGrp="1"/>
          </p:cNvSpPr>
          <p:nvPr>
            <p:ph type="ftr" sz="quarter" idx="11"/>
          </p:nvPr>
        </p:nvSpPr>
        <p:spPr>
          <a:xfrm>
            <a:off x="2898648" y="6355080"/>
            <a:ext cx="3474720" cy="365760"/>
          </a:xfrm>
        </p:spPr>
        <p:txBody>
          <a:bodyPr/>
          <a:lstStyle/>
          <a:p>
            <a:endParaRPr kumimoji="0" lang="en-US" dirty="0"/>
          </a:p>
        </p:txBody>
      </p:sp>
      <p:sp>
        <p:nvSpPr>
          <p:cNvPr id="6" name="Slide Number Placeholder 5"/>
          <p:cNvSpPr>
            <a:spLocks noGrp="1"/>
          </p:cNvSpPr>
          <p:nvPr>
            <p:ph type="sldNum" sz="quarter" idx="12"/>
          </p:nvPr>
        </p:nvSpPr>
        <p:spPr>
          <a:xfrm>
            <a:off x="1069848" y="6355080"/>
            <a:ext cx="1520952" cy="365760"/>
          </a:xfrm>
        </p:spPr>
        <p:txBody>
          <a:bodyPr/>
          <a:lstStyle/>
          <a:p>
            <a:fld id="{EA7C8D44-3667-46F6-9772-CC52308E2A7F}" type="slidenum">
              <a:rPr kumimoji="0" lang="en-US" smtClean="0"/>
              <a:pPr/>
              <a:t>‹#›</a:t>
            </a:fld>
            <a:endParaRPr kumimoji="0" lang="en-US" dirty="0"/>
          </a:p>
        </p:txBody>
      </p:sp>
      <p:sp>
        <p:nvSpPr>
          <p:cNvPr id="7" name="Rectangle 6"/>
          <p:cNvSpPr/>
          <p:nvPr/>
        </p:nvSpPr>
        <p:spPr>
          <a:xfrm>
            <a:off x="914400" y="2819400"/>
            <a:ext cx="7315200" cy="1280160"/>
          </a:xfrm>
          <a:prstGeom prst="rect">
            <a:avLst/>
          </a:prstGeom>
          <a:noFill/>
          <a:ln w="6350" cap="rnd" cmpd="sng" algn="ctr">
            <a:solidFill>
              <a:schemeClr val="accent1"/>
            </a:solid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8" name="Rectangle 7"/>
          <p:cNvSpPr/>
          <p:nvPr/>
        </p:nvSpPr>
        <p:spPr>
          <a:xfrm>
            <a:off x="914400" y="2819400"/>
            <a:ext cx="228600" cy="1280160"/>
          </a:xfrm>
          <a:prstGeom prst="rect">
            <a:avLst/>
          </a:prstGeom>
          <a:solidFill>
            <a:schemeClr val="accent1"/>
          </a:solidFill>
          <a:ln w="6350"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Tree>
  </p:cSld>
  <p:clrMapOvr>
    <a:overrideClrMapping bg1="dk1" tx1="lt1" bg2="dk2" tx2="lt2" accent1="accent1" accent2="accent2" accent3="accent3" accent4="accent4" accent5="accent5" accent6="accent6" hlink="hlink" folHlink="folHlink"/>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a:xfrm>
            <a:off x="457200" y="228600"/>
            <a:ext cx="8229600" cy="914400"/>
          </a:xfrm>
        </p:spPr>
        <p:txBody>
          <a:bodyPr/>
          <a:lstStyle/>
          <a:p>
            <a:r>
              <a:rPr kumimoji="0" lang="en-US"/>
              <a:t>Click to edit Master title style</a:t>
            </a:r>
          </a:p>
        </p:txBody>
      </p:sp>
      <p:sp>
        <p:nvSpPr>
          <p:cNvPr id="5" name="Date Placeholder 4"/>
          <p:cNvSpPr>
            <a:spLocks noGrp="1"/>
          </p:cNvSpPr>
          <p:nvPr>
            <p:ph type="dt" sz="half" idx="10"/>
          </p:nvPr>
        </p:nvSpPr>
        <p:spPr/>
        <p:txBody>
          <a:bodyPr/>
          <a:lstStyle/>
          <a:p>
            <a:pPr eaLnBrk="1" latinLnBrk="0" hangingPunct="1"/>
            <a:fld id="{1359E9A9-3822-4D57-8A64-831B26641011}" type="datetime1">
              <a:rPr lang="en-US" smtClean="0"/>
              <a:t>12/2/2025</a:t>
            </a:fld>
            <a:endParaRPr lang="en-US"/>
          </a:p>
        </p:txBody>
      </p:sp>
      <p:sp>
        <p:nvSpPr>
          <p:cNvPr id="6" name="Footer Placeholder 5"/>
          <p:cNvSpPr>
            <a:spLocks noGrp="1"/>
          </p:cNvSpPr>
          <p:nvPr>
            <p:ph type="ftr" sz="quarter" idx="11"/>
          </p:nvPr>
        </p:nvSpPr>
        <p:spPr/>
        <p:txBody>
          <a:bodyPr/>
          <a:lstStyle/>
          <a:p>
            <a:endParaRPr kumimoji="0" lang="en-US"/>
          </a:p>
        </p:txBody>
      </p:sp>
      <p:sp>
        <p:nvSpPr>
          <p:cNvPr id="7" name="Slide Number Placeholder 6"/>
          <p:cNvSpPr>
            <a:spLocks noGrp="1"/>
          </p:cNvSpPr>
          <p:nvPr>
            <p:ph type="sldNum" sz="quarter" idx="12"/>
          </p:nvPr>
        </p:nvSpPr>
        <p:spPr/>
        <p:txBody>
          <a:bodyPr/>
          <a:lstStyle/>
          <a:p>
            <a:fld id="{EA7C8D44-3667-46F6-9772-CC52308E2A7F}" type="slidenum">
              <a:rPr kumimoji="0" lang="en-US" smtClean="0"/>
              <a:pPr/>
              <a:t>‹#›</a:t>
            </a:fld>
            <a:endParaRPr kumimoji="0" lang="en-US"/>
          </a:p>
        </p:txBody>
      </p:sp>
      <p:sp>
        <p:nvSpPr>
          <p:cNvPr id="9" name="Content Placeholder 8"/>
          <p:cNvSpPr>
            <a:spLocks noGrp="1"/>
          </p:cNvSpPr>
          <p:nvPr>
            <p:ph sz="quarter" idx="1"/>
          </p:nvPr>
        </p:nvSpPr>
        <p:spPr>
          <a:xfrm>
            <a:off x="457200" y="1219200"/>
            <a:ext cx="4041648" cy="4937760"/>
          </a:xfrm>
        </p:spPr>
        <p:txBody>
          <a:bodyPr/>
          <a:lstStyle/>
          <a:p>
            <a:pPr lvl="0" eaLnBrk="1" latinLnBrk="0" hangingPunct="1"/>
            <a:r>
              <a:rPr lang="en-US"/>
              <a:t>Click to edit Master text styles</a:t>
            </a:r>
          </a:p>
          <a:p>
            <a:pPr lvl="1" eaLnBrk="1" latinLnBrk="0" hangingPunct="1"/>
            <a:r>
              <a:rPr lang="en-US"/>
              <a:t>Second level</a:t>
            </a:r>
          </a:p>
          <a:p>
            <a:pPr lvl="2" eaLnBrk="1" latinLnBrk="0" hangingPunct="1"/>
            <a:r>
              <a:rPr lang="en-US"/>
              <a:t>Third level</a:t>
            </a:r>
          </a:p>
          <a:p>
            <a:pPr lvl="3" eaLnBrk="1" latinLnBrk="0" hangingPunct="1"/>
            <a:r>
              <a:rPr lang="en-US"/>
              <a:t>Fourth level</a:t>
            </a:r>
          </a:p>
          <a:p>
            <a:pPr lvl="4" eaLnBrk="1" latinLnBrk="0" hangingPunct="1"/>
            <a:r>
              <a:rPr lang="en-US"/>
              <a:t>Fifth level</a:t>
            </a:r>
            <a:endParaRPr kumimoji="0" lang="en-US"/>
          </a:p>
        </p:txBody>
      </p:sp>
      <p:sp>
        <p:nvSpPr>
          <p:cNvPr id="11" name="Content Placeholder 10"/>
          <p:cNvSpPr>
            <a:spLocks noGrp="1"/>
          </p:cNvSpPr>
          <p:nvPr>
            <p:ph sz="quarter" idx="2"/>
          </p:nvPr>
        </p:nvSpPr>
        <p:spPr>
          <a:xfrm>
            <a:off x="4632198" y="1216152"/>
            <a:ext cx="4041648" cy="4937760"/>
          </a:xfrm>
        </p:spPr>
        <p:txBody>
          <a:bodyPr/>
          <a:lstStyle/>
          <a:p>
            <a:pPr lvl="0" eaLnBrk="1" latinLnBrk="0" hangingPunct="1"/>
            <a:r>
              <a:rPr lang="en-US"/>
              <a:t>Click to edit Master text styles</a:t>
            </a:r>
          </a:p>
          <a:p>
            <a:pPr lvl="1" eaLnBrk="1" latinLnBrk="0" hangingPunct="1"/>
            <a:r>
              <a:rPr lang="en-US"/>
              <a:t>Second level</a:t>
            </a:r>
          </a:p>
          <a:p>
            <a:pPr lvl="2" eaLnBrk="1" latinLnBrk="0" hangingPunct="1"/>
            <a:r>
              <a:rPr lang="en-US"/>
              <a:t>Third level</a:t>
            </a:r>
          </a:p>
          <a:p>
            <a:pPr lvl="3" eaLnBrk="1" latinLnBrk="0" hangingPunct="1"/>
            <a:r>
              <a:rPr lang="en-US"/>
              <a:t>Fourth level</a:t>
            </a:r>
          </a:p>
          <a:p>
            <a:pPr lvl="4" eaLnBrk="1" latinLnBrk="0" hangingPunct="1"/>
            <a:r>
              <a:rPr lang="en-US"/>
              <a:t>Fifth level</a:t>
            </a:r>
            <a:endParaRPr kumimoji="0"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457200" y="228600"/>
            <a:ext cx="8229600" cy="914400"/>
          </a:xfrm>
        </p:spPr>
        <p:txBody>
          <a:bodyPr anchor="ctr"/>
          <a:lstStyle>
            <a:lvl1pPr>
              <a:defRPr/>
            </a:lvl1pPr>
          </a:lstStyle>
          <a:p>
            <a:r>
              <a:rPr kumimoji="0" lang="en-US"/>
              <a:t>Click to edit Master title style</a:t>
            </a:r>
          </a:p>
        </p:txBody>
      </p:sp>
      <p:sp>
        <p:nvSpPr>
          <p:cNvPr id="3" name="Text Placeholder 2"/>
          <p:cNvSpPr>
            <a:spLocks noGrp="1"/>
          </p:cNvSpPr>
          <p:nvPr>
            <p:ph type="body" idx="1"/>
          </p:nvPr>
        </p:nvSpPr>
        <p:spPr>
          <a:xfrm>
            <a:off x="457200" y="1285875"/>
            <a:ext cx="4040188" cy="685800"/>
          </a:xfrm>
          <a:noFill/>
          <a:ln>
            <a:noFill/>
          </a:ln>
        </p:spPr>
        <p:txBody>
          <a:bodyPr lIns="91440" anchor="b" anchorCtr="0">
            <a:noAutofit/>
          </a:bodyPr>
          <a:lstStyle>
            <a:lvl1pPr marL="0" indent="0">
              <a:buNone/>
              <a:defRPr sz="2400" b="1">
                <a:solidFill>
                  <a:schemeClr val="accent2"/>
                </a:solidFill>
              </a:defRPr>
            </a:lvl1pPr>
            <a:lvl2pPr>
              <a:buNone/>
              <a:defRPr sz="2000" b="1"/>
            </a:lvl2pPr>
            <a:lvl3pPr>
              <a:buNone/>
              <a:defRPr sz="1800" b="1"/>
            </a:lvl3pPr>
            <a:lvl4pPr>
              <a:buNone/>
              <a:defRPr sz="1600" b="1"/>
            </a:lvl4pPr>
            <a:lvl5pPr>
              <a:buNone/>
              <a:defRPr sz="1600" b="1"/>
            </a:lvl5pPr>
          </a:lstStyle>
          <a:p>
            <a:pPr lvl="0" eaLnBrk="1" latinLnBrk="0" hangingPunct="1"/>
            <a:r>
              <a:rPr kumimoji="0" lang="en-US"/>
              <a:t>Click to edit Master text styles</a:t>
            </a:r>
          </a:p>
        </p:txBody>
      </p:sp>
      <p:sp>
        <p:nvSpPr>
          <p:cNvPr id="4" name="Text Placeholder 3"/>
          <p:cNvSpPr>
            <a:spLocks noGrp="1"/>
          </p:cNvSpPr>
          <p:nvPr>
            <p:ph type="body" sz="half" idx="3"/>
          </p:nvPr>
        </p:nvSpPr>
        <p:spPr>
          <a:xfrm>
            <a:off x="4648200" y="1295400"/>
            <a:ext cx="4041775" cy="685800"/>
          </a:xfrm>
          <a:noFill/>
          <a:ln>
            <a:noFill/>
          </a:ln>
        </p:spPr>
        <p:txBody>
          <a:bodyPr lIns="91440" anchor="b" anchorCtr="0"/>
          <a:lstStyle>
            <a:lvl1pPr marL="0" indent="0">
              <a:buNone/>
              <a:defRPr sz="2400" b="1">
                <a:solidFill>
                  <a:schemeClr val="accent2"/>
                </a:solidFill>
              </a:defRPr>
            </a:lvl1pPr>
            <a:lvl2pPr>
              <a:buNone/>
              <a:defRPr sz="2000" b="1"/>
            </a:lvl2pPr>
            <a:lvl3pPr>
              <a:buNone/>
              <a:defRPr sz="1800" b="1"/>
            </a:lvl3pPr>
            <a:lvl4pPr>
              <a:buNone/>
              <a:defRPr sz="1600" b="1"/>
            </a:lvl4pPr>
            <a:lvl5pPr>
              <a:buNone/>
              <a:defRPr sz="1600" b="1"/>
            </a:lvl5pPr>
          </a:lstStyle>
          <a:p>
            <a:pPr lvl="0" eaLnBrk="1" latinLnBrk="0" hangingPunct="1"/>
            <a:r>
              <a:rPr kumimoji="0" lang="en-US"/>
              <a:t>Click to edit Master text styles</a:t>
            </a:r>
          </a:p>
        </p:txBody>
      </p:sp>
      <p:sp>
        <p:nvSpPr>
          <p:cNvPr id="7" name="Date Placeholder 6"/>
          <p:cNvSpPr>
            <a:spLocks noGrp="1"/>
          </p:cNvSpPr>
          <p:nvPr>
            <p:ph type="dt" sz="half" idx="10"/>
          </p:nvPr>
        </p:nvSpPr>
        <p:spPr/>
        <p:txBody>
          <a:bodyPr/>
          <a:lstStyle/>
          <a:p>
            <a:pPr eaLnBrk="1" latinLnBrk="0" hangingPunct="1"/>
            <a:fld id="{F96C45A0-00E6-4B4B-A1A7-CF1486D67AF4}" type="datetime1">
              <a:rPr lang="en-US" smtClean="0"/>
              <a:t>12/2/2025</a:t>
            </a:fld>
            <a:endParaRPr lang="en-US"/>
          </a:p>
        </p:txBody>
      </p:sp>
      <p:sp>
        <p:nvSpPr>
          <p:cNvPr id="8" name="Footer Placeholder 7"/>
          <p:cNvSpPr>
            <a:spLocks noGrp="1"/>
          </p:cNvSpPr>
          <p:nvPr>
            <p:ph type="ftr" sz="quarter" idx="11"/>
          </p:nvPr>
        </p:nvSpPr>
        <p:spPr/>
        <p:txBody>
          <a:bodyPr/>
          <a:lstStyle/>
          <a:p>
            <a:endParaRPr kumimoji="0" lang="en-US"/>
          </a:p>
        </p:txBody>
      </p:sp>
      <p:sp>
        <p:nvSpPr>
          <p:cNvPr id="9" name="Slide Number Placeholder 8"/>
          <p:cNvSpPr>
            <a:spLocks noGrp="1"/>
          </p:cNvSpPr>
          <p:nvPr>
            <p:ph type="sldNum" sz="quarter" idx="12"/>
          </p:nvPr>
        </p:nvSpPr>
        <p:spPr/>
        <p:txBody>
          <a:bodyPr/>
          <a:lstStyle/>
          <a:p>
            <a:fld id="{EA7C8D44-3667-46F6-9772-CC52308E2A7F}" type="slidenum">
              <a:rPr kumimoji="0" lang="en-US" smtClean="0"/>
              <a:pPr/>
              <a:t>‹#›</a:t>
            </a:fld>
            <a:endParaRPr kumimoji="0" lang="en-US"/>
          </a:p>
        </p:txBody>
      </p:sp>
      <p:sp>
        <p:nvSpPr>
          <p:cNvPr id="11" name="Content Placeholder 10"/>
          <p:cNvSpPr>
            <a:spLocks noGrp="1"/>
          </p:cNvSpPr>
          <p:nvPr>
            <p:ph sz="quarter" idx="2"/>
          </p:nvPr>
        </p:nvSpPr>
        <p:spPr>
          <a:xfrm>
            <a:off x="457200" y="2133600"/>
            <a:ext cx="4038600" cy="4038600"/>
          </a:xfrm>
        </p:spPr>
        <p:txBody>
          <a:bodyPr/>
          <a:lstStyle/>
          <a:p>
            <a:pPr lvl="0" eaLnBrk="1" latinLnBrk="0" hangingPunct="1"/>
            <a:r>
              <a:rPr lang="en-US"/>
              <a:t>Click to edit Master text styles</a:t>
            </a:r>
          </a:p>
          <a:p>
            <a:pPr lvl="1" eaLnBrk="1" latinLnBrk="0" hangingPunct="1"/>
            <a:r>
              <a:rPr lang="en-US"/>
              <a:t>Second level</a:t>
            </a:r>
          </a:p>
          <a:p>
            <a:pPr lvl="2" eaLnBrk="1" latinLnBrk="0" hangingPunct="1"/>
            <a:r>
              <a:rPr lang="en-US"/>
              <a:t>Third level</a:t>
            </a:r>
          </a:p>
          <a:p>
            <a:pPr lvl="3" eaLnBrk="1" latinLnBrk="0" hangingPunct="1"/>
            <a:r>
              <a:rPr lang="en-US"/>
              <a:t>Fourth level</a:t>
            </a:r>
          </a:p>
          <a:p>
            <a:pPr lvl="4" eaLnBrk="1" latinLnBrk="0" hangingPunct="1"/>
            <a:r>
              <a:rPr lang="en-US"/>
              <a:t>Fifth level</a:t>
            </a:r>
            <a:endParaRPr kumimoji="0" lang="en-US"/>
          </a:p>
        </p:txBody>
      </p:sp>
      <p:sp>
        <p:nvSpPr>
          <p:cNvPr id="13" name="Content Placeholder 12"/>
          <p:cNvSpPr>
            <a:spLocks noGrp="1"/>
          </p:cNvSpPr>
          <p:nvPr>
            <p:ph sz="quarter" idx="4"/>
          </p:nvPr>
        </p:nvSpPr>
        <p:spPr>
          <a:xfrm>
            <a:off x="4648200" y="2133600"/>
            <a:ext cx="4038600" cy="4038600"/>
          </a:xfrm>
        </p:spPr>
        <p:txBody>
          <a:bodyPr/>
          <a:lstStyle/>
          <a:p>
            <a:pPr lvl="0" eaLnBrk="1" latinLnBrk="0" hangingPunct="1"/>
            <a:r>
              <a:rPr lang="en-US"/>
              <a:t>Click to edit Master text styles</a:t>
            </a:r>
          </a:p>
          <a:p>
            <a:pPr lvl="1" eaLnBrk="1" latinLnBrk="0" hangingPunct="1"/>
            <a:r>
              <a:rPr lang="en-US"/>
              <a:t>Second level</a:t>
            </a:r>
          </a:p>
          <a:p>
            <a:pPr lvl="2" eaLnBrk="1" latinLnBrk="0" hangingPunct="1"/>
            <a:r>
              <a:rPr lang="en-US"/>
              <a:t>Third level</a:t>
            </a:r>
          </a:p>
          <a:p>
            <a:pPr lvl="3" eaLnBrk="1" latinLnBrk="0" hangingPunct="1"/>
            <a:r>
              <a:rPr lang="en-US"/>
              <a:t>Fourth level</a:t>
            </a:r>
          </a:p>
          <a:p>
            <a:pPr lvl="4" eaLnBrk="1" latinLnBrk="0" hangingPunct="1"/>
            <a:r>
              <a:rPr lang="en-US"/>
              <a:t>Fifth level</a:t>
            </a:r>
            <a:endParaRPr kumimoji="0"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a:xfrm>
            <a:off x="457200" y="228600"/>
            <a:ext cx="8229600" cy="914400"/>
          </a:xfrm>
        </p:spPr>
        <p:txBody>
          <a:bodyPr/>
          <a:lstStyle/>
          <a:p>
            <a:r>
              <a:rPr kumimoji="0" lang="en-US"/>
              <a:t>Click to edit Master title style</a:t>
            </a:r>
          </a:p>
        </p:txBody>
      </p:sp>
      <p:sp>
        <p:nvSpPr>
          <p:cNvPr id="3" name="Date Placeholder 2"/>
          <p:cNvSpPr>
            <a:spLocks noGrp="1"/>
          </p:cNvSpPr>
          <p:nvPr>
            <p:ph type="dt" sz="half" idx="10"/>
          </p:nvPr>
        </p:nvSpPr>
        <p:spPr/>
        <p:txBody>
          <a:bodyPr/>
          <a:lstStyle/>
          <a:p>
            <a:pPr eaLnBrk="1" latinLnBrk="0" hangingPunct="1"/>
            <a:fld id="{B88C3861-EF45-4815-A76E-294671FAB405}" type="datetime1">
              <a:rPr lang="en-US" smtClean="0"/>
              <a:t>12/2/2025</a:t>
            </a:fld>
            <a:endParaRPr lang="en-US"/>
          </a:p>
        </p:txBody>
      </p:sp>
      <p:sp>
        <p:nvSpPr>
          <p:cNvPr id="4" name="Footer Placeholder 3"/>
          <p:cNvSpPr>
            <a:spLocks noGrp="1"/>
          </p:cNvSpPr>
          <p:nvPr>
            <p:ph type="ftr" sz="quarter" idx="11"/>
          </p:nvPr>
        </p:nvSpPr>
        <p:spPr/>
        <p:txBody>
          <a:bodyPr/>
          <a:lstStyle/>
          <a:p>
            <a:endParaRPr kumimoji="0" lang="en-US"/>
          </a:p>
        </p:txBody>
      </p:sp>
      <p:sp>
        <p:nvSpPr>
          <p:cNvPr id="5" name="Slide Number Placeholder 4"/>
          <p:cNvSpPr>
            <a:spLocks noGrp="1"/>
          </p:cNvSpPr>
          <p:nvPr>
            <p:ph type="sldNum" sz="quarter" idx="12"/>
          </p:nvPr>
        </p:nvSpPr>
        <p:spPr/>
        <p:txBody>
          <a:bodyPr/>
          <a:lstStyle/>
          <a:p>
            <a:fld id="{EA7C8D44-3667-46F6-9772-CC52308E2A7F}" type="slidenum">
              <a:rPr kumimoji="0" lang="en-US" smtClean="0"/>
              <a:pPr/>
              <a:t>‹#›</a:t>
            </a:fld>
            <a:endParaRPr kumimoji="0" lang="en-US"/>
          </a:p>
        </p:txBody>
      </p:sp>
      <p:sp>
        <p:nvSpPr>
          <p:cNvPr id="6" name="Isosceles Triangle 5"/>
          <p:cNvSpPr>
            <a:spLocks noChangeAspect="1"/>
          </p:cNvSpPr>
          <p:nvPr/>
        </p:nvSpPr>
        <p:spPr>
          <a:xfrm rot="5400000">
            <a:off x="419100" y="6467475"/>
            <a:ext cx="190849" cy="120314"/>
          </a:xfrm>
          <a:prstGeom prst="triangle">
            <a:avLst>
              <a:gd name="adj" fmla="val 50000"/>
            </a:avLst>
          </a:prstGeom>
          <a:solidFill>
            <a:schemeClr val="accent2"/>
          </a:solidFill>
          <a:ln w="25400"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showMasterSp="0"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pPr eaLnBrk="1" latinLnBrk="0" hangingPunct="1"/>
            <a:fld id="{0F0B8080-ED7A-45A9-A704-76D750342F93}" type="datetime1">
              <a:rPr lang="en-US" smtClean="0"/>
              <a:t>12/2/2025</a:t>
            </a:fld>
            <a:endParaRPr lang="en-US"/>
          </a:p>
        </p:txBody>
      </p:sp>
      <p:sp>
        <p:nvSpPr>
          <p:cNvPr id="3" name="Footer Placeholder 2"/>
          <p:cNvSpPr>
            <a:spLocks noGrp="1"/>
          </p:cNvSpPr>
          <p:nvPr>
            <p:ph type="ftr" sz="quarter" idx="11"/>
          </p:nvPr>
        </p:nvSpPr>
        <p:spPr/>
        <p:txBody>
          <a:bodyPr/>
          <a:lstStyle/>
          <a:p>
            <a:endParaRPr kumimoji="0" lang="en-US"/>
          </a:p>
        </p:txBody>
      </p:sp>
      <p:sp>
        <p:nvSpPr>
          <p:cNvPr id="4" name="Slide Number Placeholder 3"/>
          <p:cNvSpPr>
            <a:spLocks noGrp="1"/>
          </p:cNvSpPr>
          <p:nvPr>
            <p:ph type="sldNum" sz="quarter" idx="12"/>
          </p:nvPr>
        </p:nvSpPr>
        <p:spPr/>
        <p:txBody>
          <a:bodyPr/>
          <a:lstStyle/>
          <a:p>
            <a:fld id="{EA7C8D44-3667-46F6-9772-CC52308E2A7F}" type="slidenum">
              <a:rPr kumimoji="0" lang="en-US" smtClean="0"/>
              <a:pPr/>
              <a:t>‹#›</a:t>
            </a:fld>
            <a:endParaRPr kumimoji="0" lang="en-US"/>
          </a:p>
        </p:txBody>
      </p:sp>
      <p:sp>
        <p:nvSpPr>
          <p:cNvPr id="5" name="Straight Connector 4"/>
          <p:cNvSpPr>
            <a:spLocks noChangeShapeType="1"/>
          </p:cNvSpPr>
          <p:nvPr/>
        </p:nvSpPr>
        <p:spPr bwMode="auto">
          <a:xfrm>
            <a:off x="457200" y="6353175"/>
            <a:ext cx="8229600" cy="0"/>
          </a:xfrm>
          <a:prstGeom prst="line">
            <a:avLst/>
          </a:prstGeom>
          <a:noFill/>
          <a:ln w="9525" cap="flat" cmpd="sng" algn="ctr">
            <a:solidFill>
              <a:schemeClr val="accent2"/>
            </a:solidFill>
            <a:prstDash val="dash"/>
            <a:round/>
            <a:headEnd type="none" w="med" len="med"/>
            <a:tailEnd type="none" w="med" len="med"/>
          </a:ln>
          <a:effectLst/>
        </p:spPr>
        <p:txBody>
          <a:bodyPr vert="horz" wrap="square" lIns="91440" tIns="45720" rIns="91440" bIns="45720" anchor="t" compatLnSpc="1"/>
          <a:lstStyle/>
          <a:p>
            <a:endParaRPr kumimoji="0" lang="en-US"/>
          </a:p>
        </p:txBody>
      </p:sp>
      <p:sp>
        <p:nvSpPr>
          <p:cNvPr id="6" name="Isosceles Triangle 5"/>
          <p:cNvSpPr>
            <a:spLocks noChangeAspect="1"/>
          </p:cNvSpPr>
          <p:nvPr/>
        </p:nvSpPr>
        <p:spPr>
          <a:xfrm rot="5400000">
            <a:off x="419100" y="6467475"/>
            <a:ext cx="190849" cy="120314"/>
          </a:xfrm>
          <a:prstGeom prst="triangle">
            <a:avLst>
              <a:gd name="adj" fmla="val 50000"/>
            </a:avLst>
          </a:prstGeom>
          <a:solidFill>
            <a:schemeClr val="accent2"/>
          </a:solidFill>
          <a:ln w="25400"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showMasterSp="0"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324600" y="304800"/>
            <a:ext cx="2514600" cy="838200"/>
          </a:xfrm>
        </p:spPr>
        <p:txBody>
          <a:bodyPr anchor="b" anchorCtr="0">
            <a:noAutofit/>
          </a:bodyPr>
          <a:lstStyle>
            <a:lvl1pPr algn="l">
              <a:buNone/>
              <a:defRPr sz="2000" b="1">
                <a:solidFill>
                  <a:schemeClr val="tx2"/>
                </a:solidFill>
                <a:latin typeface="+mn-lt"/>
                <a:ea typeface="+mn-ea"/>
                <a:cs typeface="+mn-cs"/>
              </a:defRPr>
            </a:lvl1pPr>
          </a:lstStyle>
          <a:p>
            <a:r>
              <a:rPr kumimoji="0" lang="en-US"/>
              <a:t>Click to edit Master title style</a:t>
            </a:r>
          </a:p>
        </p:txBody>
      </p:sp>
      <p:sp>
        <p:nvSpPr>
          <p:cNvPr id="3" name="Text Placeholder 2"/>
          <p:cNvSpPr>
            <a:spLocks noGrp="1"/>
          </p:cNvSpPr>
          <p:nvPr>
            <p:ph type="body" idx="2"/>
          </p:nvPr>
        </p:nvSpPr>
        <p:spPr>
          <a:xfrm>
            <a:off x="6324600" y="1219200"/>
            <a:ext cx="2514600" cy="4843463"/>
          </a:xfrm>
        </p:spPr>
        <p:txBody>
          <a:bodyPr/>
          <a:lstStyle>
            <a:lvl1pPr marL="0" indent="0">
              <a:lnSpc>
                <a:spcPts val="2200"/>
              </a:lnSpc>
              <a:spcAft>
                <a:spcPts val="1000"/>
              </a:spcAft>
              <a:buNone/>
              <a:defRPr sz="1600">
                <a:solidFill>
                  <a:schemeClr val="tx2"/>
                </a:solidFill>
              </a:defRPr>
            </a:lvl1pPr>
            <a:lvl2pPr>
              <a:buNone/>
              <a:defRPr sz="1200"/>
            </a:lvl2pPr>
            <a:lvl3pPr>
              <a:buNone/>
              <a:defRPr sz="1000"/>
            </a:lvl3pPr>
            <a:lvl4pPr>
              <a:buNone/>
              <a:defRPr sz="900"/>
            </a:lvl4pPr>
            <a:lvl5pPr>
              <a:buNone/>
              <a:defRPr sz="900"/>
            </a:lvl5pPr>
          </a:lstStyle>
          <a:p>
            <a:pPr lvl="0" eaLnBrk="1" latinLnBrk="0" hangingPunct="1"/>
            <a:r>
              <a:rPr kumimoji="0" lang="en-US"/>
              <a:t>Click to edit Master text styles</a:t>
            </a:r>
          </a:p>
        </p:txBody>
      </p:sp>
      <p:sp>
        <p:nvSpPr>
          <p:cNvPr id="5" name="Date Placeholder 4"/>
          <p:cNvSpPr>
            <a:spLocks noGrp="1"/>
          </p:cNvSpPr>
          <p:nvPr>
            <p:ph type="dt" sz="half" idx="10"/>
          </p:nvPr>
        </p:nvSpPr>
        <p:spPr/>
        <p:txBody>
          <a:bodyPr/>
          <a:lstStyle/>
          <a:p>
            <a:pPr eaLnBrk="1" latinLnBrk="0" hangingPunct="1"/>
            <a:fld id="{D1503A19-0780-4B28-9CCB-B5B1820188BD}" type="datetime1">
              <a:rPr lang="en-US" smtClean="0"/>
              <a:t>12/2/2025</a:t>
            </a:fld>
            <a:endParaRPr lang="en-US"/>
          </a:p>
        </p:txBody>
      </p:sp>
      <p:sp>
        <p:nvSpPr>
          <p:cNvPr id="6" name="Footer Placeholder 5"/>
          <p:cNvSpPr>
            <a:spLocks noGrp="1"/>
          </p:cNvSpPr>
          <p:nvPr>
            <p:ph type="ftr" sz="quarter" idx="11"/>
          </p:nvPr>
        </p:nvSpPr>
        <p:spPr/>
        <p:txBody>
          <a:bodyPr/>
          <a:lstStyle/>
          <a:p>
            <a:endParaRPr kumimoji="0" lang="en-US"/>
          </a:p>
        </p:txBody>
      </p:sp>
      <p:sp>
        <p:nvSpPr>
          <p:cNvPr id="7" name="Slide Number Placeholder 6"/>
          <p:cNvSpPr>
            <a:spLocks noGrp="1"/>
          </p:cNvSpPr>
          <p:nvPr>
            <p:ph type="sldNum" sz="quarter" idx="12"/>
          </p:nvPr>
        </p:nvSpPr>
        <p:spPr/>
        <p:txBody>
          <a:bodyPr/>
          <a:lstStyle/>
          <a:p>
            <a:fld id="{EA7C8D44-3667-46F6-9772-CC52308E2A7F}" type="slidenum">
              <a:rPr kumimoji="0" lang="en-US" smtClean="0"/>
              <a:pPr/>
              <a:t>‹#›</a:t>
            </a:fld>
            <a:endParaRPr kumimoji="0" lang="en-US"/>
          </a:p>
        </p:txBody>
      </p:sp>
      <p:sp>
        <p:nvSpPr>
          <p:cNvPr id="8" name="Straight Connector 7"/>
          <p:cNvSpPr>
            <a:spLocks noChangeShapeType="1"/>
          </p:cNvSpPr>
          <p:nvPr/>
        </p:nvSpPr>
        <p:spPr bwMode="auto">
          <a:xfrm>
            <a:off x="457200" y="6353175"/>
            <a:ext cx="8229600" cy="0"/>
          </a:xfrm>
          <a:prstGeom prst="line">
            <a:avLst/>
          </a:prstGeom>
          <a:noFill/>
          <a:ln w="9525" cap="flat" cmpd="sng" algn="ctr">
            <a:solidFill>
              <a:schemeClr val="accent2"/>
            </a:solidFill>
            <a:prstDash val="dash"/>
            <a:round/>
            <a:headEnd type="none" w="med" len="med"/>
            <a:tailEnd type="none" w="med" len="med"/>
          </a:ln>
          <a:effectLst/>
        </p:spPr>
        <p:txBody>
          <a:bodyPr vert="horz" wrap="square" lIns="91440" tIns="45720" rIns="91440" bIns="45720" anchor="t" compatLnSpc="1"/>
          <a:lstStyle/>
          <a:p>
            <a:endParaRPr kumimoji="0" lang="en-US"/>
          </a:p>
        </p:txBody>
      </p:sp>
      <p:sp>
        <p:nvSpPr>
          <p:cNvPr id="10" name="Straight Connector 9"/>
          <p:cNvSpPr>
            <a:spLocks noChangeShapeType="1"/>
          </p:cNvSpPr>
          <p:nvPr/>
        </p:nvSpPr>
        <p:spPr bwMode="auto">
          <a:xfrm rot="5400000">
            <a:off x="3160645" y="3324225"/>
            <a:ext cx="6035040" cy="0"/>
          </a:xfrm>
          <a:prstGeom prst="line">
            <a:avLst/>
          </a:prstGeom>
          <a:noFill/>
          <a:ln w="9525" cap="flat" cmpd="sng" algn="ctr">
            <a:solidFill>
              <a:schemeClr val="accent2"/>
            </a:solidFill>
            <a:prstDash val="dash"/>
            <a:round/>
            <a:headEnd type="none" w="med" len="med"/>
            <a:tailEnd type="none" w="med" len="med"/>
          </a:ln>
          <a:effectLst/>
        </p:spPr>
        <p:txBody>
          <a:bodyPr vert="horz" wrap="square" lIns="91440" tIns="45720" rIns="91440" bIns="45720" anchor="t" compatLnSpc="1"/>
          <a:lstStyle/>
          <a:p>
            <a:endParaRPr kumimoji="0" lang="en-US" dirty="0"/>
          </a:p>
        </p:txBody>
      </p:sp>
      <p:sp>
        <p:nvSpPr>
          <p:cNvPr id="9" name="Isosceles Triangle 8"/>
          <p:cNvSpPr>
            <a:spLocks noChangeAspect="1"/>
          </p:cNvSpPr>
          <p:nvPr/>
        </p:nvSpPr>
        <p:spPr>
          <a:xfrm rot="5400000">
            <a:off x="419100" y="6467475"/>
            <a:ext cx="190849" cy="120314"/>
          </a:xfrm>
          <a:prstGeom prst="triangle">
            <a:avLst>
              <a:gd name="adj" fmla="val 50000"/>
            </a:avLst>
          </a:prstGeom>
          <a:solidFill>
            <a:schemeClr val="accent2"/>
          </a:solidFill>
          <a:ln w="25400"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12" name="Content Placeholder 11"/>
          <p:cNvSpPr>
            <a:spLocks noGrp="1"/>
          </p:cNvSpPr>
          <p:nvPr>
            <p:ph sz="quarter" idx="1"/>
          </p:nvPr>
        </p:nvSpPr>
        <p:spPr>
          <a:xfrm>
            <a:off x="304800" y="304800"/>
            <a:ext cx="5715000" cy="5715000"/>
          </a:xfrm>
        </p:spPr>
        <p:txBody>
          <a:bodyPr/>
          <a:lstStyle/>
          <a:p>
            <a:pPr lvl="0" eaLnBrk="1" latinLnBrk="0" hangingPunct="1"/>
            <a:r>
              <a:rPr lang="en-US"/>
              <a:t>Click to edit Master text styles</a:t>
            </a:r>
          </a:p>
          <a:p>
            <a:pPr lvl="1" eaLnBrk="1" latinLnBrk="0" hangingPunct="1"/>
            <a:r>
              <a:rPr lang="en-US"/>
              <a:t>Second level</a:t>
            </a:r>
          </a:p>
          <a:p>
            <a:pPr lvl="2" eaLnBrk="1" latinLnBrk="0" hangingPunct="1"/>
            <a:r>
              <a:rPr lang="en-US"/>
              <a:t>Third level</a:t>
            </a:r>
          </a:p>
          <a:p>
            <a:pPr lvl="3" eaLnBrk="1" latinLnBrk="0" hangingPunct="1"/>
            <a:r>
              <a:rPr lang="en-US"/>
              <a:t>Fourth level</a:t>
            </a:r>
          </a:p>
          <a:p>
            <a:pPr lvl="4" eaLnBrk="1" latinLnBrk="0" hangingPunct="1"/>
            <a:r>
              <a:rPr lang="en-US"/>
              <a:t>Fifth level</a:t>
            </a:r>
            <a:endParaRPr kumimoji="0"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showMasterSp="0" type="picTx" preserve="1">
  <p:cSld name="Picture with Caption">
    <p:bg>
      <p:bgRef idx="1001">
        <a:schemeClr val="bg2"/>
      </p:bgRef>
    </p:bg>
    <p:spTree>
      <p:nvGrpSpPr>
        <p:cNvPr id="1" name=""/>
        <p:cNvGrpSpPr/>
        <p:nvPr/>
      </p:nvGrpSpPr>
      <p:grpSpPr>
        <a:xfrm>
          <a:off x="0" y="0"/>
          <a:ext cx="0" cy="0"/>
          <a:chOff x="0" y="0"/>
          <a:chExt cx="0" cy="0"/>
        </a:xfrm>
      </p:grpSpPr>
      <p:sp>
        <p:nvSpPr>
          <p:cNvPr id="2" name="Title 1"/>
          <p:cNvSpPr>
            <a:spLocks noGrp="1"/>
          </p:cNvSpPr>
          <p:nvPr>
            <p:ph type="title"/>
          </p:nvPr>
        </p:nvSpPr>
        <p:spPr>
          <a:xfrm>
            <a:off x="457200" y="500856"/>
            <a:ext cx="8229600" cy="674688"/>
          </a:xfrm>
          <a:ln>
            <a:solidFill>
              <a:schemeClr val="accent1"/>
            </a:solidFill>
          </a:ln>
        </p:spPr>
        <p:txBody>
          <a:bodyPr lIns="274320" anchor="ctr"/>
          <a:lstStyle>
            <a:lvl1pPr algn="r">
              <a:buNone/>
              <a:defRPr sz="2000" b="0">
                <a:solidFill>
                  <a:schemeClr val="tx1"/>
                </a:solidFill>
              </a:defRPr>
            </a:lvl1pPr>
          </a:lstStyle>
          <a:p>
            <a:r>
              <a:rPr kumimoji="0" lang="en-US"/>
              <a:t>Click to edit Master title style</a:t>
            </a:r>
          </a:p>
        </p:txBody>
      </p:sp>
      <p:sp>
        <p:nvSpPr>
          <p:cNvPr id="3" name="Picture Placeholder 2"/>
          <p:cNvSpPr>
            <a:spLocks noGrp="1"/>
          </p:cNvSpPr>
          <p:nvPr>
            <p:ph type="pic" idx="1"/>
          </p:nvPr>
        </p:nvSpPr>
        <p:spPr>
          <a:xfrm>
            <a:off x="457200" y="1905000"/>
            <a:ext cx="8229600" cy="4270248"/>
          </a:xfrm>
          <a:solidFill>
            <a:schemeClr val="tx1">
              <a:shade val="50000"/>
            </a:schemeClr>
          </a:solidFill>
          <a:ln>
            <a:noFill/>
          </a:ln>
          <a:effectLst/>
        </p:spPr>
        <p:txBody>
          <a:bodyPr/>
          <a:lstStyle>
            <a:lvl1pPr marL="0" indent="0">
              <a:spcBef>
                <a:spcPts val="600"/>
              </a:spcBef>
              <a:buNone/>
              <a:defRPr sz="3200"/>
            </a:lvl1pPr>
          </a:lstStyle>
          <a:p>
            <a:r>
              <a:rPr kumimoji="0" lang="en-US"/>
              <a:t>Click icon to add picture</a:t>
            </a:r>
            <a:endParaRPr kumimoji="0" lang="en-US" dirty="0"/>
          </a:p>
        </p:txBody>
      </p:sp>
      <p:sp>
        <p:nvSpPr>
          <p:cNvPr id="4" name="Text Placeholder 3"/>
          <p:cNvSpPr>
            <a:spLocks noGrp="1"/>
          </p:cNvSpPr>
          <p:nvPr>
            <p:ph type="body" sz="half" idx="2"/>
          </p:nvPr>
        </p:nvSpPr>
        <p:spPr>
          <a:xfrm>
            <a:off x="457200" y="1219200"/>
            <a:ext cx="8229600" cy="533400"/>
          </a:xfrm>
        </p:spPr>
        <p:txBody>
          <a:bodyPr anchor="ctr" anchorCtr="0"/>
          <a:lstStyle>
            <a:lvl1pPr marL="0" indent="0" algn="l">
              <a:buFontTx/>
              <a:buNone/>
              <a:defRPr sz="1400"/>
            </a:lvl1pPr>
            <a:lvl2pPr>
              <a:defRPr sz="1200"/>
            </a:lvl2pPr>
            <a:lvl3pPr>
              <a:defRPr sz="1000"/>
            </a:lvl3pPr>
            <a:lvl4pPr>
              <a:defRPr sz="900"/>
            </a:lvl4pPr>
            <a:lvl5pPr>
              <a:defRPr sz="900"/>
            </a:lvl5pPr>
          </a:lstStyle>
          <a:p>
            <a:pPr lvl="0" eaLnBrk="1" latinLnBrk="0" hangingPunct="1"/>
            <a:r>
              <a:rPr kumimoji="0" lang="en-US"/>
              <a:t>Click to edit Master text styles</a:t>
            </a:r>
          </a:p>
        </p:txBody>
      </p:sp>
      <p:sp>
        <p:nvSpPr>
          <p:cNvPr id="5" name="Date Placeholder 4"/>
          <p:cNvSpPr>
            <a:spLocks noGrp="1"/>
          </p:cNvSpPr>
          <p:nvPr>
            <p:ph type="dt" sz="half" idx="10"/>
          </p:nvPr>
        </p:nvSpPr>
        <p:spPr/>
        <p:txBody>
          <a:bodyPr/>
          <a:lstStyle/>
          <a:p>
            <a:pPr eaLnBrk="1" latinLnBrk="0" hangingPunct="1"/>
            <a:fld id="{2142A9E5-AE71-46A9-A65E-9BA279401128}" type="datetime1">
              <a:rPr lang="en-US" smtClean="0"/>
              <a:t>12/2/2025</a:t>
            </a:fld>
            <a:endParaRPr lang="en-US"/>
          </a:p>
        </p:txBody>
      </p:sp>
      <p:sp>
        <p:nvSpPr>
          <p:cNvPr id="6" name="Footer Placeholder 5"/>
          <p:cNvSpPr>
            <a:spLocks noGrp="1"/>
          </p:cNvSpPr>
          <p:nvPr>
            <p:ph type="ftr" sz="quarter" idx="11"/>
          </p:nvPr>
        </p:nvSpPr>
        <p:spPr/>
        <p:txBody>
          <a:bodyPr/>
          <a:lstStyle/>
          <a:p>
            <a:endParaRPr kumimoji="0" lang="en-US"/>
          </a:p>
        </p:txBody>
      </p:sp>
      <p:sp>
        <p:nvSpPr>
          <p:cNvPr id="7" name="Slide Number Placeholder 6"/>
          <p:cNvSpPr>
            <a:spLocks noGrp="1"/>
          </p:cNvSpPr>
          <p:nvPr>
            <p:ph type="sldNum" sz="quarter" idx="12"/>
          </p:nvPr>
        </p:nvSpPr>
        <p:spPr/>
        <p:txBody>
          <a:bodyPr/>
          <a:lstStyle/>
          <a:p>
            <a:fld id="{EA7C8D44-3667-46F6-9772-CC52308E2A7F}" type="slidenum">
              <a:rPr kumimoji="0" lang="en-US" smtClean="0"/>
              <a:pPr/>
              <a:t>‹#›</a:t>
            </a:fld>
            <a:endParaRPr kumimoji="0" lang="en-US"/>
          </a:p>
        </p:txBody>
      </p:sp>
      <p:sp>
        <p:nvSpPr>
          <p:cNvPr id="8" name="Straight Connector 7"/>
          <p:cNvSpPr>
            <a:spLocks noChangeShapeType="1"/>
          </p:cNvSpPr>
          <p:nvPr/>
        </p:nvSpPr>
        <p:spPr bwMode="auto">
          <a:xfrm>
            <a:off x="457200" y="6353175"/>
            <a:ext cx="8229600" cy="0"/>
          </a:xfrm>
          <a:prstGeom prst="line">
            <a:avLst/>
          </a:prstGeom>
          <a:noFill/>
          <a:ln w="9525" cap="flat" cmpd="sng" algn="ctr">
            <a:solidFill>
              <a:schemeClr val="accent2"/>
            </a:solidFill>
            <a:prstDash val="dash"/>
            <a:round/>
            <a:headEnd type="none" w="med" len="med"/>
            <a:tailEnd type="none" w="med" len="med"/>
          </a:ln>
          <a:effectLst/>
        </p:spPr>
        <p:txBody>
          <a:bodyPr vert="horz" wrap="square" lIns="91440" tIns="45720" rIns="91440" bIns="45720" anchor="t" compatLnSpc="1"/>
          <a:lstStyle/>
          <a:p>
            <a:endParaRPr kumimoji="0" lang="en-US"/>
          </a:p>
        </p:txBody>
      </p:sp>
      <p:sp>
        <p:nvSpPr>
          <p:cNvPr id="9" name="Isosceles Triangle 8"/>
          <p:cNvSpPr>
            <a:spLocks noChangeAspect="1"/>
          </p:cNvSpPr>
          <p:nvPr/>
        </p:nvSpPr>
        <p:spPr>
          <a:xfrm rot="5400000">
            <a:off x="419100" y="6467475"/>
            <a:ext cx="190849" cy="120314"/>
          </a:xfrm>
          <a:prstGeom prst="triangle">
            <a:avLst>
              <a:gd name="adj" fmla="val 50000"/>
            </a:avLst>
          </a:prstGeom>
          <a:solidFill>
            <a:schemeClr val="accent2"/>
          </a:solidFill>
          <a:ln w="25400"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10" name="Rectangle 9"/>
          <p:cNvSpPr/>
          <p:nvPr/>
        </p:nvSpPr>
        <p:spPr>
          <a:xfrm>
            <a:off x="457200" y="500856"/>
            <a:ext cx="182880" cy="685800"/>
          </a:xfrm>
          <a:prstGeom prst="rect">
            <a:avLst/>
          </a:prstGeom>
          <a:solidFill>
            <a:schemeClr val="accent1"/>
          </a:solidFill>
          <a:ln w="6350"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Tree>
  </p:cSld>
  <p:clrMapOvr>
    <a:overrideClrMapping bg1="dk1" tx1="lt1" bg2="dk2" tx2="lt2" accent1="accent1" accent2="accent2" accent3="accent3" accent4="accent4" accent5="accent5" accent6="accent6" hlink="hlink" folHlink="folHlink"/>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kumimoji="0" lang="en-US"/>
              <a:t>Click to edit Master title style</a:t>
            </a:r>
          </a:p>
        </p:txBody>
      </p:sp>
      <p:sp>
        <p:nvSpPr>
          <p:cNvPr id="3" name="Vertical Text Placeholder 2"/>
          <p:cNvSpPr>
            <a:spLocks noGrp="1"/>
          </p:cNvSpPr>
          <p:nvPr>
            <p:ph type="body" orient="vert" idx="1"/>
          </p:nvPr>
        </p:nvSpPr>
        <p:spPr/>
        <p:txBody>
          <a:bodyPr vert="eaVert"/>
          <a:lstStyle/>
          <a:p>
            <a:pPr lvl="0" eaLnBrk="1" latinLnBrk="0" hangingPunct="1"/>
            <a:r>
              <a:rPr lang="en-US"/>
              <a:t>Click to edit Master text styles</a:t>
            </a:r>
          </a:p>
          <a:p>
            <a:pPr lvl="1" eaLnBrk="1" latinLnBrk="0" hangingPunct="1"/>
            <a:r>
              <a:rPr lang="en-US"/>
              <a:t>Second level</a:t>
            </a:r>
          </a:p>
          <a:p>
            <a:pPr lvl="2" eaLnBrk="1" latinLnBrk="0" hangingPunct="1"/>
            <a:r>
              <a:rPr lang="en-US"/>
              <a:t>Third level</a:t>
            </a:r>
          </a:p>
          <a:p>
            <a:pPr lvl="3" eaLnBrk="1" latinLnBrk="0" hangingPunct="1"/>
            <a:r>
              <a:rPr lang="en-US"/>
              <a:t>Fourth level</a:t>
            </a:r>
          </a:p>
          <a:p>
            <a:pPr lvl="4" eaLnBrk="1" latinLnBrk="0" hangingPunct="1"/>
            <a:r>
              <a:rPr lang="en-US"/>
              <a:t>Fifth level</a:t>
            </a:r>
            <a:endParaRPr kumimoji="0" lang="en-US"/>
          </a:p>
        </p:txBody>
      </p:sp>
      <p:sp>
        <p:nvSpPr>
          <p:cNvPr id="4" name="Date Placeholder 3"/>
          <p:cNvSpPr>
            <a:spLocks noGrp="1"/>
          </p:cNvSpPr>
          <p:nvPr>
            <p:ph type="dt" sz="half" idx="10"/>
          </p:nvPr>
        </p:nvSpPr>
        <p:spPr/>
        <p:txBody>
          <a:bodyPr/>
          <a:lstStyle/>
          <a:p>
            <a:pPr eaLnBrk="1" latinLnBrk="0" hangingPunct="1"/>
            <a:fld id="{A9C54BE0-D5FE-4C7B-88A7-8835FDA599B1}" type="datetime1">
              <a:rPr lang="en-US" smtClean="0"/>
              <a:t>12/2/2025</a:t>
            </a:fld>
            <a:endParaRPr lang="en-US"/>
          </a:p>
        </p:txBody>
      </p:sp>
      <p:sp>
        <p:nvSpPr>
          <p:cNvPr id="5" name="Footer Placeholder 4"/>
          <p:cNvSpPr>
            <a:spLocks noGrp="1"/>
          </p:cNvSpPr>
          <p:nvPr>
            <p:ph type="ftr" sz="quarter" idx="11"/>
          </p:nvPr>
        </p:nvSpPr>
        <p:spPr/>
        <p:txBody>
          <a:bodyPr/>
          <a:lstStyle/>
          <a:p>
            <a:endParaRPr kumimoji="0" lang="en-US"/>
          </a:p>
        </p:txBody>
      </p:sp>
      <p:sp>
        <p:nvSpPr>
          <p:cNvPr id="6" name="Slide Number Placeholder 5"/>
          <p:cNvSpPr>
            <a:spLocks noGrp="1"/>
          </p:cNvSpPr>
          <p:nvPr>
            <p:ph type="sldNum" sz="quarter" idx="12"/>
          </p:nvPr>
        </p:nvSpPr>
        <p:spPr/>
        <p:txBody>
          <a:bodyPr/>
          <a:lstStyle/>
          <a:p>
            <a:fld id="{EA7C8D44-3667-46F6-9772-CC52308E2A7F}" type="slidenum">
              <a:rPr kumimoji="0" lang="en-US" smtClean="0"/>
              <a:pPr/>
              <a:t>‹#›</a:t>
            </a:fld>
            <a:endParaRPr kumimoji="0"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showMasterSp="0"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kumimoji="0" lang="en-US"/>
              <a:t>Click to edit Master title style</a:t>
            </a:r>
          </a:p>
        </p:txBody>
      </p:sp>
      <p:sp>
        <p:nvSpPr>
          <p:cNvPr id="3" name="Vertical Text Placeholder 2"/>
          <p:cNvSpPr>
            <a:spLocks noGrp="1"/>
          </p:cNvSpPr>
          <p:nvPr>
            <p:ph type="body" orient="vert" idx="1"/>
          </p:nvPr>
        </p:nvSpPr>
        <p:spPr>
          <a:xfrm>
            <a:off x="457200" y="274638"/>
            <a:ext cx="6019800" cy="5851525"/>
          </a:xfrm>
        </p:spPr>
        <p:txBody>
          <a:bodyPr vert="eaVert"/>
          <a:lstStyle/>
          <a:p>
            <a:pPr lvl="0" eaLnBrk="1" latinLnBrk="0" hangingPunct="1"/>
            <a:r>
              <a:rPr lang="en-US"/>
              <a:t>Click to edit Master text styles</a:t>
            </a:r>
          </a:p>
          <a:p>
            <a:pPr lvl="1" eaLnBrk="1" latinLnBrk="0" hangingPunct="1"/>
            <a:r>
              <a:rPr lang="en-US"/>
              <a:t>Second level</a:t>
            </a:r>
          </a:p>
          <a:p>
            <a:pPr lvl="2" eaLnBrk="1" latinLnBrk="0" hangingPunct="1"/>
            <a:r>
              <a:rPr lang="en-US"/>
              <a:t>Third level</a:t>
            </a:r>
          </a:p>
          <a:p>
            <a:pPr lvl="3" eaLnBrk="1" latinLnBrk="0" hangingPunct="1"/>
            <a:r>
              <a:rPr lang="en-US"/>
              <a:t>Fourth level</a:t>
            </a:r>
          </a:p>
          <a:p>
            <a:pPr lvl="4" eaLnBrk="1" latinLnBrk="0" hangingPunct="1"/>
            <a:r>
              <a:rPr lang="en-US"/>
              <a:t>Fifth level</a:t>
            </a:r>
            <a:endParaRPr kumimoji="0" lang="en-US"/>
          </a:p>
        </p:txBody>
      </p:sp>
      <p:sp>
        <p:nvSpPr>
          <p:cNvPr id="4" name="Date Placeholder 3"/>
          <p:cNvSpPr>
            <a:spLocks noGrp="1"/>
          </p:cNvSpPr>
          <p:nvPr>
            <p:ph type="dt" sz="half" idx="10"/>
          </p:nvPr>
        </p:nvSpPr>
        <p:spPr/>
        <p:txBody>
          <a:bodyPr/>
          <a:lstStyle/>
          <a:p>
            <a:pPr eaLnBrk="1" latinLnBrk="0" hangingPunct="1"/>
            <a:fld id="{F132153C-039A-48A4-AC9F-CEC24D5C2B7A}" type="datetime1">
              <a:rPr lang="en-US" smtClean="0"/>
              <a:t>12/2/2025</a:t>
            </a:fld>
            <a:endParaRPr lang="en-US"/>
          </a:p>
        </p:txBody>
      </p:sp>
      <p:sp>
        <p:nvSpPr>
          <p:cNvPr id="5" name="Footer Placeholder 4"/>
          <p:cNvSpPr>
            <a:spLocks noGrp="1"/>
          </p:cNvSpPr>
          <p:nvPr>
            <p:ph type="ftr" sz="quarter" idx="11"/>
          </p:nvPr>
        </p:nvSpPr>
        <p:spPr/>
        <p:txBody>
          <a:bodyPr/>
          <a:lstStyle/>
          <a:p>
            <a:endParaRPr kumimoji="0" lang="en-US"/>
          </a:p>
        </p:txBody>
      </p:sp>
      <p:sp>
        <p:nvSpPr>
          <p:cNvPr id="6" name="Slide Number Placeholder 5"/>
          <p:cNvSpPr>
            <a:spLocks noGrp="1"/>
          </p:cNvSpPr>
          <p:nvPr>
            <p:ph type="sldNum" sz="quarter" idx="12"/>
          </p:nvPr>
        </p:nvSpPr>
        <p:spPr/>
        <p:txBody>
          <a:bodyPr/>
          <a:lstStyle/>
          <a:p>
            <a:fld id="{EA7C8D44-3667-46F6-9772-CC52308E2A7F}" type="slidenum">
              <a:rPr kumimoji="0" lang="en-US" smtClean="0"/>
              <a:pPr/>
              <a:t>‹#›</a:t>
            </a:fld>
            <a:endParaRPr kumimoji="0" lang="en-US"/>
          </a:p>
        </p:txBody>
      </p:sp>
      <p:sp>
        <p:nvSpPr>
          <p:cNvPr id="7" name="Straight Connector 6"/>
          <p:cNvSpPr>
            <a:spLocks noChangeShapeType="1"/>
          </p:cNvSpPr>
          <p:nvPr/>
        </p:nvSpPr>
        <p:spPr bwMode="auto">
          <a:xfrm>
            <a:off x="457200" y="6353175"/>
            <a:ext cx="8229600" cy="0"/>
          </a:xfrm>
          <a:prstGeom prst="line">
            <a:avLst/>
          </a:prstGeom>
          <a:noFill/>
          <a:ln w="9525" cap="flat" cmpd="sng" algn="ctr">
            <a:solidFill>
              <a:schemeClr val="accent2"/>
            </a:solidFill>
            <a:prstDash val="dash"/>
            <a:round/>
            <a:headEnd type="none" w="med" len="med"/>
            <a:tailEnd type="none" w="med" len="med"/>
          </a:ln>
          <a:effectLst/>
        </p:spPr>
        <p:txBody>
          <a:bodyPr vert="horz" wrap="square" lIns="91440" tIns="45720" rIns="91440" bIns="45720" anchor="t" compatLnSpc="1"/>
          <a:lstStyle/>
          <a:p>
            <a:endParaRPr kumimoji="0" lang="en-US"/>
          </a:p>
        </p:txBody>
      </p:sp>
      <p:sp>
        <p:nvSpPr>
          <p:cNvPr id="8" name="Isosceles Triangle 7"/>
          <p:cNvSpPr>
            <a:spLocks noChangeAspect="1"/>
          </p:cNvSpPr>
          <p:nvPr/>
        </p:nvSpPr>
        <p:spPr>
          <a:xfrm rot="5400000">
            <a:off x="419100" y="6467475"/>
            <a:ext cx="190849" cy="120314"/>
          </a:xfrm>
          <a:prstGeom prst="triangle">
            <a:avLst>
              <a:gd name="adj" fmla="val 50000"/>
            </a:avLst>
          </a:prstGeom>
          <a:solidFill>
            <a:schemeClr val="accent2"/>
          </a:solidFill>
          <a:ln w="25400"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9" name="Straight Connector 8"/>
          <p:cNvSpPr>
            <a:spLocks noChangeShapeType="1"/>
          </p:cNvSpPr>
          <p:nvPr/>
        </p:nvSpPr>
        <p:spPr bwMode="auto">
          <a:xfrm rot="5400000">
            <a:off x="3629607" y="3201952"/>
            <a:ext cx="5852160" cy="0"/>
          </a:xfrm>
          <a:prstGeom prst="line">
            <a:avLst/>
          </a:prstGeom>
          <a:noFill/>
          <a:ln w="9525" cap="flat" cmpd="sng" algn="ctr">
            <a:solidFill>
              <a:schemeClr val="accent2"/>
            </a:solidFill>
            <a:prstDash val="dash"/>
            <a:round/>
            <a:headEnd type="none" w="med" len="med"/>
            <a:tailEnd type="none" w="med" len="med"/>
          </a:ln>
          <a:effectLst/>
        </p:spPr>
        <p:txBody>
          <a:bodyPr vert="horz" wrap="square" lIns="91440" tIns="45720" rIns="91440" bIns="45720" anchor="t" compatLnSpc="1"/>
          <a:lstStyle/>
          <a:p>
            <a:endParaRPr kumimoji="0" lang="en-US"/>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tbl">
  <p:cSld name="Title and Table">
    <p:spTree>
      <p:nvGrpSpPr>
        <p:cNvPr id="1" name=""/>
        <p:cNvGrpSpPr/>
        <p:nvPr/>
      </p:nvGrpSpPr>
      <p:grpSpPr>
        <a:xfrm>
          <a:off x="0" y="0"/>
          <a:ext cx="0" cy="0"/>
          <a:chOff x="0" y="0"/>
          <a:chExt cx="0" cy="0"/>
        </a:xfrm>
      </p:grpSpPr>
      <p:sp>
        <p:nvSpPr>
          <p:cNvPr id="2" name="Title 1"/>
          <p:cNvSpPr>
            <a:spLocks noGrp="1"/>
          </p:cNvSpPr>
          <p:nvPr>
            <p:ph type="title"/>
          </p:nvPr>
        </p:nvSpPr>
        <p:spPr>
          <a:xfrm>
            <a:off x="685800" y="609600"/>
            <a:ext cx="7772400" cy="1143000"/>
          </a:xfrm>
        </p:spPr>
        <p:txBody>
          <a:bodyPr/>
          <a:lstStyle/>
          <a:p>
            <a:r>
              <a:rPr lang="en-US"/>
              <a:t>Click to edit Master title style</a:t>
            </a:r>
          </a:p>
        </p:txBody>
      </p:sp>
      <p:sp>
        <p:nvSpPr>
          <p:cNvPr id="3" name="Table Placeholder 2"/>
          <p:cNvSpPr>
            <a:spLocks noGrp="1"/>
          </p:cNvSpPr>
          <p:nvPr>
            <p:ph type="tbl" idx="1"/>
          </p:nvPr>
        </p:nvSpPr>
        <p:spPr>
          <a:xfrm>
            <a:off x="685800" y="1981200"/>
            <a:ext cx="7772400" cy="4114800"/>
          </a:xfrm>
        </p:spPr>
        <p:txBody>
          <a:bodyPr/>
          <a:lstStyle/>
          <a:p>
            <a:pPr lvl="0"/>
            <a:endParaRPr lang="en-US" noProof="0"/>
          </a:p>
        </p:txBody>
      </p:sp>
      <p:sp>
        <p:nvSpPr>
          <p:cNvPr id="4" name="Rectangle 4"/>
          <p:cNvSpPr>
            <a:spLocks noGrp="1" noChangeArrowheads="1"/>
          </p:cNvSpPr>
          <p:nvPr>
            <p:ph type="dt" sz="half" idx="10"/>
          </p:nvPr>
        </p:nvSpPr>
        <p:spPr>
          <a:ln/>
        </p:spPr>
        <p:txBody>
          <a:bodyPr/>
          <a:lstStyle>
            <a:lvl1pPr>
              <a:defRPr/>
            </a:lvl1pPr>
          </a:lstStyle>
          <a:p>
            <a:pPr>
              <a:defRPr/>
            </a:pPr>
            <a:endParaRPr lang="en-US"/>
          </a:p>
        </p:txBody>
      </p:sp>
      <p:sp>
        <p:nvSpPr>
          <p:cNvPr id="5" name="Rectangle 6"/>
          <p:cNvSpPr>
            <a:spLocks noGrp="1" noChangeArrowheads="1"/>
          </p:cNvSpPr>
          <p:nvPr>
            <p:ph type="sldNum" sz="quarter" idx="11"/>
          </p:nvPr>
        </p:nvSpPr>
        <p:spPr>
          <a:ln/>
        </p:spPr>
        <p:txBody>
          <a:bodyPr/>
          <a:lstStyle>
            <a:lvl1pPr>
              <a:defRPr/>
            </a:lvl1pPr>
          </a:lstStyle>
          <a:p>
            <a:pPr>
              <a:defRPr/>
            </a:pPr>
            <a:fld id="{7D3083A4-9012-4F92-8AC9-739FC4D3B103}" type="slidenum">
              <a:rPr lang="en-US"/>
              <a:pPr>
                <a:defRPr/>
              </a:pPr>
              <a:t>‹#›</a:t>
            </a:fld>
            <a:endParaRPr lang="en-US"/>
          </a:p>
        </p:txBody>
      </p:sp>
    </p:spTree>
    <p:extLst>
      <p:ext uri="{BB962C8B-B14F-4D97-AF65-F5344CB8AC3E}">
        <p14:creationId xmlns:p14="http://schemas.microsoft.com/office/powerpoint/2010/main" val="4213147522"/>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showMasterSp="0" type="title" preserve="1">
  <p:cSld name="Title Slide">
    <p:spTree>
      <p:nvGrpSpPr>
        <p:cNvPr id="1" name=""/>
        <p:cNvGrpSpPr/>
        <p:nvPr/>
      </p:nvGrpSpPr>
      <p:grpSpPr>
        <a:xfrm>
          <a:off x="0" y="0"/>
          <a:ext cx="0" cy="0"/>
          <a:chOff x="0" y="0"/>
          <a:chExt cx="0" cy="0"/>
        </a:xfrm>
      </p:grpSpPr>
      <p:sp>
        <p:nvSpPr>
          <p:cNvPr id="8" name="Title 7"/>
          <p:cNvSpPr>
            <a:spLocks noGrp="1"/>
          </p:cNvSpPr>
          <p:nvPr>
            <p:ph type="ctrTitle"/>
          </p:nvPr>
        </p:nvSpPr>
        <p:spPr>
          <a:xfrm>
            <a:off x="1219200" y="3886200"/>
            <a:ext cx="6858000" cy="990600"/>
          </a:xfrm>
        </p:spPr>
        <p:txBody>
          <a:bodyPr anchor="t" anchorCtr="0"/>
          <a:lstStyle>
            <a:lvl1pPr algn="r">
              <a:defRPr sz="2400">
                <a:solidFill>
                  <a:schemeClr val="tx1"/>
                </a:solidFill>
              </a:defRPr>
            </a:lvl1pPr>
          </a:lstStyle>
          <a:p>
            <a:r>
              <a:rPr kumimoji="0" lang="en-US"/>
              <a:t>Click to edit Master title style</a:t>
            </a:r>
          </a:p>
        </p:txBody>
      </p:sp>
      <p:sp>
        <p:nvSpPr>
          <p:cNvPr id="9" name="Subtitle 8"/>
          <p:cNvSpPr>
            <a:spLocks noGrp="1"/>
          </p:cNvSpPr>
          <p:nvPr>
            <p:ph type="subTitle" idx="1"/>
          </p:nvPr>
        </p:nvSpPr>
        <p:spPr>
          <a:xfrm>
            <a:off x="1219200" y="5124450"/>
            <a:ext cx="6858000" cy="533400"/>
          </a:xfrm>
        </p:spPr>
        <p:txBody>
          <a:bodyPr/>
          <a:lstStyle>
            <a:lvl1pPr marL="0" indent="0" algn="r">
              <a:buNone/>
              <a:defRPr sz="1500">
                <a:solidFill>
                  <a:schemeClr val="tx2"/>
                </a:solidFill>
                <a:latin typeface="+mj-lt"/>
                <a:ea typeface="+mj-ea"/>
                <a:cs typeface="+mj-cs"/>
              </a:defRPr>
            </a:lvl1pPr>
            <a:lvl2pPr marL="342900" indent="0" algn="ctr">
              <a:buNone/>
            </a:lvl2pPr>
            <a:lvl3pPr marL="685800" indent="0" algn="ctr">
              <a:buNone/>
            </a:lvl3pPr>
            <a:lvl4pPr marL="1028700" indent="0" algn="ctr">
              <a:buNone/>
            </a:lvl4pPr>
            <a:lvl5pPr marL="1371600" indent="0" algn="ctr">
              <a:buNone/>
            </a:lvl5pPr>
            <a:lvl6pPr marL="1714500" indent="0" algn="ctr">
              <a:buNone/>
            </a:lvl6pPr>
            <a:lvl7pPr marL="2057400" indent="0" algn="ctr">
              <a:buNone/>
            </a:lvl7pPr>
            <a:lvl8pPr marL="2400300" indent="0" algn="ctr">
              <a:buNone/>
            </a:lvl8pPr>
            <a:lvl9pPr marL="2743200" indent="0" algn="ctr">
              <a:buNone/>
            </a:lvl9pPr>
          </a:lstStyle>
          <a:p>
            <a:r>
              <a:rPr kumimoji="0" lang="en-US"/>
              <a:t>Click to edit Master subtitle style</a:t>
            </a:r>
          </a:p>
        </p:txBody>
      </p:sp>
      <p:sp>
        <p:nvSpPr>
          <p:cNvPr id="28" name="Date Placeholder 27"/>
          <p:cNvSpPr>
            <a:spLocks noGrp="1"/>
          </p:cNvSpPr>
          <p:nvPr>
            <p:ph type="dt" sz="half" idx="10"/>
          </p:nvPr>
        </p:nvSpPr>
        <p:spPr>
          <a:xfrm>
            <a:off x="6400800" y="6355080"/>
            <a:ext cx="2286000" cy="365760"/>
          </a:xfrm>
        </p:spPr>
        <p:txBody>
          <a:bodyPr/>
          <a:lstStyle>
            <a:lvl1pPr>
              <a:defRPr sz="1050"/>
            </a:lvl1pPr>
          </a:lstStyle>
          <a:p>
            <a:pPr eaLnBrk="1" latinLnBrk="0" hangingPunct="1"/>
            <a:fld id="{DFAD6F50-E977-4162-8DF4-4DA1E6F19796}" type="datetime1">
              <a:rPr lang="en-US" smtClean="0"/>
              <a:pPr eaLnBrk="1" latinLnBrk="0" hangingPunct="1"/>
              <a:t>12/2/2025</a:t>
            </a:fld>
            <a:endParaRPr lang="en-US" sz="1200" dirty="0"/>
          </a:p>
        </p:txBody>
      </p:sp>
      <p:sp>
        <p:nvSpPr>
          <p:cNvPr id="17" name="Footer Placeholder 16"/>
          <p:cNvSpPr>
            <a:spLocks noGrp="1"/>
          </p:cNvSpPr>
          <p:nvPr>
            <p:ph type="ftr" sz="quarter" idx="11"/>
          </p:nvPr>
        </p:nvSpPr>
        <p:spPr>
          <a:xfrm>
            <a:off x="2898648" y="6355080"/>
            <a:ext cx="3474720" cy="365760"/>
          </a:xfrm>
        </p:spPr>
        <p:txBody>
          <a:bodyPr/>
          <a:lstStyle/>
          <a:p>
            <a:endParaRPr kumimoji="0" lang="en-US" dirty="0"/>
          </a:p>
        </p:txBody>
      </p:sp>
      <p:sp>
        <p:nvSpPr>
          <p:cNvPr id="29" name="Slide Number Placeholder 28"/>
          <p:cNvSpPr>
            <a:spLocks noGrp="1"/>
          </p:cNvSpPr>
          <p:nvPr>
            <p:ph type="sldNum" sz="quarter" idx="12"/>
          </p:nvPr>
        </p:nvSpPr>
        <p:spPr>
          <a:xfrm>
            <a:off x="1216152" y="6355080"/>
            <a:ext cx="1219200" cy="365760"/>
          </a:xfrm>
        </p:spPr>
        <p:txBody>
          <a:bodyPr/>
          <a:lstStyle/>
          <a:p>
            <a:fld id="{EA7C8D44-3667-46F6-9772-CC52308E2A7F}" type="slidenum">
              <a:rPr kumimoji="0" lang="en-US" smtClean="0"/>
              <a:pPr/>
              <a:t>‹#›</a:t>
            </a:fld>
            <a:endParaRPr kumimoji="0" lang="en-US" dirty="0"/>
          </a:p>
        </p:txBody>
      </p:sp>
      <p:sp>
        <p:nvSpPr>
          <p:cNvPr id="21" name="Rectangle 20"/>
          <p:cNvSpPr/>
          <p:nvPr/>
        </p:nvSpPr>
        <p:spPr>
          <a:xfrm>
            <a:off x="904875" y="3648075"/>
            <a:ext cx="7315200" cy="1280160"/>
          </a:xfrm>
          <a:prstGeom prst="rect">
            <a:avLst/>
          </a:prstGeom>
          <a:noFill/>
          <a:ln w="6350" cap="rnd" cmpd="sng" algn="ctr">
            <a:solidFill>
              <a:schemeClr val="accent1"/>
            </a:solid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sz="1350"/>
          </a:p>
        </p:txBody>
      </p:sp>
      <p:sp>
        <p:nvSpPr>
          <p:cNvPr id="33" name="Rectangle 32"/>
          <p:cNvSpPr/>
          <p:nvPr/>
        </p:nvSpPr>
        <p:spPr>
          <a:xfrm>
            <a:off x="914400" y="5048250"/>
            <a:ext cx="7315200" cy="685800"/>
          </a:xfrm>
          <a:prstGeom prst="rect">
            <a:avLst/>
          </a:prstGeom>
          <a:noFill/>
          <a:ln w="6350" cap="rnd" cmpd="sng" algn="ctr">
            <a:solidFill>
              <a:schemeClr val="accent2"/>
            </a:solid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sz="1350"/>
          </a:p>
        </p:txBody>
      </p:sp>
      <p:sp>
        <p:nvSpPr>
          <p:cNvPr id="22" name="Rectangle 21"/>
          <p:cNvSpPr/>
          <p:nvPr/>
        </p:nvSpPr>
        <p:spPr>
          <a:xfrm>
            <a:off x="904875" y="3648075"/>
            <a:ext cx="228600" cy="1280160"/>
          </a:xfrm>
          <a:prstGeom prst="rect">
            <a:avLst/>
          </a:prstGeom>
          <a:solidFill>
            <a:schemeClr val="accent1"/>
          </a:solidFill>
          <a:ln w="6350"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sz="1350"/>
          </a:p>
        </p:txBody>
      </p:sp>
      <p:sp>
        <p:nvSpPr>
          <p:cNvPr id="32" name="Rectangle 31"/>
          <p:cNvSpPr/>
          <p:nvPr/>
        </p:nvSpPr>
        <p:spPr>
          <a:xfrm>
            <a:off x="914400" y="5048250"/>
            <a:ext cx="228600" cy="685800"/>
          </a:xfrm>
          <a:prstGeom prst="rect">
            <a:avLst/>
          </a:prstGeom>
          <a:solidFill>
            <a:schemeClr val="accent2"/>
          </a:solidFill>
          <a:ln w="6350"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sz="1350"/>
          </a:p>
        </p:txBody>
      </p:sp>
    </p:spTree>
    <p:extLst>
      <p:ext uri="{BB962C8B-B14F-4D97-AF65-F5344CB8AC3E}">
        <p14:creationId xmlns:p14="http://schemas.microsoft.com/office/powerpoint/2010/main" val="3796453390"/>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kumimoji="0" lang="en-US"/>
              <a:t>Click to edit Master title style</a:t>
            </a:r>
          </a:p>
        </p:txBody>
      </p:sp>
      <p:sp>
        <p:nvSpPr>
          <p:cNvPr id="4" name="Date Placeholder 3"/>
          <p:cNvSpPr>
            <a:spLocks noGrp="1"/>
          </p:cNvSpPr>
          <p:nvPr>
            <p:ph type="dt" sz="half" idx="10"/>
          </p:nvPr>
        </p:nvSpPr>
        <p:spPr/>
        <p:txBody>
          <a:bodyPr/>
          <a:lstStyle/>
          <a:p>
            <a:pPr eaLnBrk="1" latinLnBrk="0" hangingPunct="1"/>
            <a:fld id="{42A4D53F-573F-4718-BBA0-A86965028093}" type="datetime1">
              <a:rPr lang="en-US" smtClean="0"/>
              <a:pPr eaLnBrk="1" latinLnBrk="0" hangingPunct="1"/>
              <a:t>12/2/2025</a:t>
            </a:fld>
            <a:endParaRPr lang="en-US" dirty="0"/>
          </a:p>
        </p:txBody>
      </p:sp>
      <p:sp>
        <p:nvSpPr>
          <p:cNvPr id="5" name="Footer Placeholder 4"/>
          <p:cNvSpPr>
            <a:spLocks noGrp="1"/>
          </p:cNvSpPr>
          <p:nvPr>
            <p:ph type="ftr" sz="quarter" idx="11"/>
          </p:nvPr>
        </p:nvSpPr>
        <p:spPr/>
        <p:txBody>
          <a:bodyPr/>
          <a:lstStyle/>
          <a:p>
            <a:endParaRPr kumimoji="0" lang="en-US"/>
          </a:p>
        </p:txBody>
      </p:sp>
      <p:sp>
        <p:nvSpPr>
          <p:cNvPr id="6" name="Slide Number Placeholder 5"/>
          <p:cNvSpPr>
            <a:spLocks noGrp="1"/>
          </p:cNvSpPr>
          <p:nvPr>
            <p:ph type="sldNum" sz="quarter" idx="12"/>
          </p:nvPr>
        </p:nvSpPr>
        <p:spPr/>
        <p:txBody>
          <a:bodyPr/>
          <a:lstStyle/>
          <a:p>
            <a:fld id="{EA7C8D44-3667-46F6-9772-CC52308E2A7F}" type="slidenum">
              <a:rPr kumimoji="0" lang="en-US" smtClean="0"/>
              <a:pPr/>
              <a:t>‹#›</a:t>
            </a:fld>
            <a:endParaRPr kumimoji="0" lang="en-US" dirty="0"/>
          </a:p>
        </p:txBody>
      </p:sp>
      <p:sp>
        <p:nvSpPr>
          <p:cNvPr id="8" name="Content Placeholder 7"/>
          <p:cNvSpPr>
            <a:spLocks noGrp="1"/>
          </p:cNvSpPr>
          <p:nvPr>
            <p:ph sz="quarter" idx="1"/>
          </p:nvPr>
        </p:nvSpPr>
        <p:spPr>
          <a:xfrm>
            <a:off x="457200" y="1219200"/>
            <a:ext cx="8229600" cy="4937760"/>
          </a:xfrm>
        </p:spPr>
        <p:txBody>
          <a:bodyPr/>
          <a:lstStyle/>
          <a:p>
            <a:pPr lvl="0" eaLnBrk="1" latinLnBrk="0" hangingPunct="1"/>
            <a:r>
              <a:rPr lang="en-US"/>
              <a:t>Click to edit Master text styles</a:t>
            </a:r>
          </a:p>
          <a:p>
            <a:pPr lvl="1" eaLnBrk="1" latinLnBrk="0" hangingPunct="1"/>
            <a:r>
              <a:rPr lang="en-US"/>
              <a:t>Second level</a:t>
            </a:r>
          </a:p>
          <a:p>
            <a:pPr lvl="2" eaLnBrk="1" latinLnBrk="0" hangingPunct="1"/>
            <a:r>
              <a:rPr lang="en-US"/>
              <a:t>Third level</a:t>
            </a:r>
          </a:p>
          <a:p>
            <a:pPr lvl="3" eaLnBrk="1" latinLnBrk="0" hangingPunct="1"/>
            <a:r>
              <a:rPr lang="en-US"/>
              <a:t>Fourth level</a:t>
            </a:r>
          </a:p>
          <a:p>
            <a:pPr lvl="4" eaLnBrk="1" latinLnBrk="0" hangingPunct="1"/>
            <a:r>
              <a:rPr lang="en-US"/>
              <a:t>Fifth level</a:t>
            </a:r>
            <a:endParaRPr kumimoji="0" lang="en-US"/>
          </a:p>
        </p:txBody>
      </p:sp>
    </p:spTree>
    <p:extLst>
      <p:ext uri="{BB962C8B-B14F-4D97-AF65-F5344CB8AC3E}">
        <p14:creationId xmlns:p14="http://schemas.microsoft.com/office/powerpoint/2010/main" val="453371458"/>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showMasterSp="0" type="secHead" preserve="1">
  <p:cSld name="Section Header">
    <p:bg>
      <p:bgRef idx="1001">
        <a:schemeClr val="bg2"/>
      </p:bgRef>
    </p:bg>
    <p:spTree>
      <p:nvGrpSpPr>
        <p:cNvPr id="1" name=""/>
        <p:cNvGrpSpPr/>
        <p:nvPr/>
      </p:nvGrpSpPr>
      <p:grpSpPr>
        <a:xfrm>
          <a:off x="0" y="0"/>
          <a:ext cx="0" cy="0"/>
          <a:chOff x="0" y="0"/>
          <a:chExt cx="0" cy="0"/>
        </a:xfrm>
      </p:grpSpPr>
      <p:sp>
        <p:nvSpPr>
          <p:cNvPr id="2" name="Title 1"/>
          <p:cNvSpPr>
            <a:spLocks noGrp="1"/>
          </p:cNvSpPr>
          <p:nvPr>
            <p:ph type="title"/>
          </p:nvPr>
        </p:nvSpPr>
        <p:spPr>
          <a:xfrm>
            <a:off x="1219200" y="2971800"/>
            <a:ext cx="6858000" cy="1066800"/>
          </a:xfrm>
        </p:spPr>
        <p:txBody>
          <a:bodyPr anchor="t" anchorCtr="0"/>
          <a:lstStyle>
            <a:lvl1pPr algn="r">
              <a:buNone/>
              <a:defRPr sz="2400" b="0" cap="none" baseline="0"/>
            </a:lvl1pPr>
          </a:lstStyle>
          <a:p>
            <a:r>
              <a:rPr kumimoji="0" lang="en-US"/>
              <a:t>Click to edit Master title style</a:t>
            </a:r>
          </a:p>
        </p:txBody>
      </p:sp>
      <p:sp>
        <p:nvSpPr>
          <p:cNvPr id="3" name="Text Placeholder 2"/>
          <p:cNvSpPr>
            <a:spLocks noGrp="1"/>
          </p:cNvSpPr>
          <p:nvPr>
            <p:ph type="body" idx="1"/>
          </p:nvPr>
        </p:nvSpPr>
        <p:spPr>
          <a:xfrm>
            <a:off x="1295400" y="4267200"/>
            <a:ext cx="6781800" cy="1143000"/>
          </a:xfrm>
        </p:spPr>
        <p:txBody>
          <a:bodyPr anchor="t" anchorCtr="0"/>
          <a:lstStyle>
            <a:lvl1pPr marL="0" indent="0" algn="r">
              <a:buNone/>
              <a:defRPr sz="1500">
                <a:solidFill>
                  <a:schemeClr val="tx1">
                    <a:tint val="75000"/>
                  </a:schemeClr>
                </a:solidFill>
              </a:defRPr>
            </a:lvl1pPr>
            <a:lvl2pPr>
              <a:buNone/>
              <a:defRPr sz="1350">
                <a:solidFill>
                  <a:schemeClr val="tx1">
                    <a:tint val="75000"/>
                  </a:schemeClr>
                </a:solidFill>
              </a:defRPr>
            </a:lvl2pPr>
            <a:lvl3pPr>
              <a:buNone/>
              <a:defRPr sz="1200">
                <a:solidFill>
                  <a:schemeClr val="tx1">
                    <a:tint val="75000"/>
                  </a:schemeClr>
                </a:solidFill>
              </a:defRPr>
            </a:lvl3pPr>
            <a:lvl4pPr>
              <a:buNone/>
              <a:defRPr sz="1050">
                <a:solidFill>
                  <a:schemeClr val="tx1">
                    <a:tint val="75000"/>
                  </a:schemeClr>
                </a:solidFill>
              </a:defRPr>
            </a:lvl4pPr>
            <a:lvl5pPr>
              <a:buNone/>
              <a:defRPr sz="1050">
                <a:solidFill>
                  <a:schemeClr val="tx1">
                    <a:tint val="75000"/>
                  </a:schemeClr>
                </a:solidFill>
              </a:defRPr>
            </a:lvl5pPr>
          </a:lstStyle>
          <a:p>
            <a:pPr lvl="0" eaLnBrk="1" latinLnBrk="0" hangingPunct="1"/>
            <a:r>
              <a:rPr kumimoji="0" lang="en-US"/>
              <a:t>Click to edit Master text styles</a:t>
            </a:r>
          </a:p>
        </p:txBody>
      </p:sp>
      <p:sp>
        <p:nvSpPr>
          <p:cNvPr id="4" name="Date Placeholder 3"/>
          <p:cNvSpPr>
            <a:spLocks noGrp="1"/>
          </p:cNvSpPr>
          <p:nvPr>
            <p:ph type="dt" sz="half" idx="10"/>
          </p:nvPr>
        </p:nvSpPr>
        <p:spPr>
          <a:xfrm>
            <a:off x="6400800" y="6355080"/>
            <a:ext cx="2286000" cy="365760"/>
          </a:xfrm>
        </p:spPr>
        <p:txBody>
          <a:bodyPr/>
          <a:lstStyle/>
          <a:p>
            <a:pPr eaLnBrk="1" latinLnBrk="0" hangingPunct="1"/>
            <a:fld id="{C9B206E1-2545-4E30-92FD-1E4787463A36}" type="datetime1">
              <a:rPr lang="en-US" smtClean="0"/>
              <a:pPr eaLnBrk="1" latinLnBrk="0" hangingPunct="1"/>
              <a:t>12/2/2025</a:t>
            </a:fld>
            <a:endParaRPr lang="en-US" dirty="0"/>
          </a:p>
        </p:txBody>
      </p:sp>
      <p:sp>
        <p:nvSpPr>
          <p:cNvPr id="5" name="Footer Placeholder 4"/>
          <p:cNvSpPr>
            <a:spLocks noGrp="1"/>
          </p:cNvSpPr>
          <p:nvPr>
            <p:ph type="ftr" sz="quarter" idx="11"/>
          </p:nvPr>
        </p:nvSpPr>
        <p:spPr>
          <a:xfrm>
            <a:off x="2898648" y="6355080"/>
            <a:ext cx="3474720" cy="365760"/>
          </a:xfrm>
        </p:spPr>
        <p:txBody>
          <a:bodyPr/>
          <a:lstStyle/>
          <a:p>
            <a:endParaRPr kumimoji="0" lang="en-US" dirty="0"/>
          </a:p>
        </p:txBody>
      </p:sp>
      <p:sp>
        <p:nvSpPr>
          <p:cNvPr id="6" name="Slide Number Placeholder 5"/>
          <p:cNvSpPr>
            <a:spLocks noGrp="1"/>
          </p:cNvSpPr>
          <p:nvPr>
            <p:ph type="sldNum" sz="quarter" idx="12"/>
          </p:nvPr>
        </p:nvSpPr>
        <p:spPr>
          <a:xfrm>
            <a:off x="1069848" y="6355080"/>
            <a:ext cx="1520952" cy="365760"/>
          </a:xfrm>
        </p:spPr>
        <p:txBody>
          <a:bodyPr/>
          <a:lstStyle/>
          <a:p>
            <a:fld id="{EA7C8D44-3667-46F6-9772-CC52308E2A7F}" type="slidenum">
              <a:rPr kumimoji="0" lang="en-US" smtClean="0"/>
              <a:pPr/>
              <a:t>‹#›</a:t>
            </a:fld>
            <a:endParaRPr kumimoji="0" lang="en-US" dirty="0"/>
          </a:p>
        </p:txBody>
      </p:sp>
      <p:sp>
        <p:nvSpPr>
          <p:cNvPr id="7" name="Rectangle 6"/>
          <p:cNvSpPr/>
          <p:nvPr/>
        </p:nvSpPr>
        <p:spPr>
          <a:xfrm>
            <a:off x="914400" y="2819400"/>
            <a:ext cx="7315200" cy="1280160"/>
          </a:xfrm>
          <a:prstGeom prst="rect">
            <a:avLst/>
          </a:prstGeom>
          <a:noFill/>
          <a:ln w="6350" cap="rnd" cmpd="sng" algn="ctr">
            <a:solidFill>
              <a:schemeClr val="accent1"/>
            </a:solid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sz="1350"/>
          </a:p>
        </p:txBody>
      </p:sp>
      <p:sp>
        <p:nvSpPr>
          <p:cNvPr id="8" name="Rectangle 7"/>
          <p:cNvSpPr/>
          <p:nvPr/>
        </p:nvSpPr>
        <p:spPr>
          <a:xfrm>
            <a:off x="914400" y="2819400"/>
            <a:ext cx="228600" cy="1280160"/>
          </a:xfrm>
          <a:prstGeom prst="rect">
            <a:avLst/>
          </a:prstGeom>
          <a:solidFill>
            <a:schemeClr val="accent1"/>
          </a:solidFill>
          <a:ln w="6350"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sz="1350"/>
          </a:p>
        </p:txBody>
      </p:sp>
    </p:spTree>
    <p:extLst>
      <p:ext uri="{BB962C8B-B14F-4D97-AF65-F5344CB8AC3E}">
        <p14:creationId xmlns:p14="http://schemas.microsoft.com/office/powerpoint/2010/main" val="483388857"/>
      </p:ext>
    </p:extLst>
  </p:cSld>
  <p:clrMapOvr>
    <a:overrideClrMapping bg1="dk1" tx1="lt1" bg2="dk2" tx2="lt2" accent1="accent1" accent2="accent2" accent3="accent3" accent4="accent4" accent5="accent5" accent6="accent6" hlink="hlink" folHlink="folHlink"/>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a:xfrm>
            <a:off x="457200" y="228600"/>
            <a:ext cx="8229600" cy="914400"/>
          </a:xfrm>
        </p:spPr>
        <p:txBody>
          <a:bodyPr/>
          <a:lstStyle/>
          <a:p>
            <a:r>
              <a:rPr kumimoji="0" lang="en-US"/>
              <a:t>Click to edit Master title style</a:t>
            </a:r>
          </a:p>
        </p:txBody>
      </p:sp>
      <p:sp>
        <p:nvSpPr>
          <p:cNvPr id="5" name="Date Placeholder 4"/>
          <p:cNvSpPr>
            <a:spLocks noGrp="1"/>
          </p:cNvSpPr>
          <p:nvPr>
            <p:ph type="dt" sz="half" idx="10"/>
          </p:nvPr>
        </p:nvSpPr>
        <p:spPr/>
        <p:txBody>
          <a:bodyPr/>
          <a:lstStyle/>
          <a:p>
            <a:pPr eaLnBrk="1" latinLnBrk="0" hangingPunct="1"/>
            <a:fld id="{BD37D9B0-1E14-464D-94B0-F2A8C2E324E7}" type="datetime1">
              <a:rPr lang="en-US" smtClean="0"/>
              <a:pPr eaLnBrk="1" latinLnBrk="0" hangingPunct="1"/>
              <a:t>12/2/2025</a:t>
            </a:fld>
            <a:endParaRPr lang="en-US"/>
          </a:p>
        </p:txBody>
      </p:sp>
      <p:sp>
        <p:nvSpPr>
          <p:cNvPr id="6" name="Footer Placeholder 5"/>
          <p:cNvSpPr>
            <a:spLocks noGrp="1"/>
          </p:cNvSpPr>
          <p:nvPr>
            <p:ph type="ftr" sz="quarter" idx="11"/>
          </p:nvPr>
        </p:nvSpPr>
        <p:spPr/>
        <p:txBody>
          <a:bodyPr/>
          <a:lstStyle/>
          <a:p>
            <a:endParaRPr kumimoji="0" lang="en-US"/>
          </a:p>
        </p:txBody>
      </p:sp>
      <p:sp>
        <p:nvSpPr>
          <p:cNvPr id="7" name="Slide Number Placeholder 6"/>
          <p:cNvSpPr>
            <a:spLocks noGrp="1"/>
          </p:cNvSpPr>
          <p:nvPr>
            <p:ph type="sldNum" sz="quarter" idx="12"/>
          </p:nvPr>
        </p:nvSpPr>
        <p:spPr/>
        <p:txBody>
          <a:bodyPr/>
          <a:lstStyle/>
          <a:p>
            <a:fld id="{EA7C8D44-3667-46F6-9772-CC52308E2A7F}" type="slidenum">
              <a:rPr kumimoji="0" lang="en-US" smtClean="0"/>
              <a:pPr/>
              <a:t>‹#›</a:t>
            </a:fld>
            <a:endParaRPr kumimoji="0" lang="en-US"/>
          </a:p>
        </p:txBody>
      </p:sp>
      <p:sp>
        <p:nvSpPr>
          <p:cNvPr id="9" name="Content Placeholder 8"/>
          <p:cNvSpPr>
            <a:spLocks noGrp="1"/>
          </p:cNvSpPr>
          <p:nvPr>
            <p:ph sz="quarter" idx="1"/>
          </p:nvPr>
        </p:nvSpPr>
        <p:spPr>
          <a:xfrm>
            <a:off x="457200" y="1219200"/>
            <a:ext cx="4041648" cy="4937760"/>
          </a:xfrm>
        </p:spPr>
        <p:txBody>
          <a:bodyPr/>
          <a:lstStyle/>
          <a:p>
            <a:pPr lvl="0" eaLnBrk="1" latinLnBrk="0" hangingPunct="1"/>
            <a:r>
              <a:rPr lang="en-US"/>
              <a:t>Click to edit Master text styles</a:t>
            </a:r>
          </a:p>
          <a:p>
            <a:pPr lvl="1" eaLnBrk="1" latinLnBrk="0" hangingPunct="1"/>
            <a:r>
              <a:rPr lang="en-US"/>
              <a:t>Second level</a:t>
            </a:r>
          </a:p>
          <a:p>
            <a:pPr lvl="2" eaLnBrk="1" latinLnBrk="0" hangingPunct="1"/>
            <a:r>
              <a:rPr lang="en-US"/>
              <a:t>Third level</a:t>
            </a:r>
          </a:p>
          <a:p>
            <a:pPr lvl="3" eaLnBrk="1" latinLnBrk="0" hangingPunct="1"/>
            <a:r>
              <a:rPr lang="en-US"/>
              <a:t>Fourth level</a:t>
            </a:r>
          </a:p>
          <a:p>
            <a:pPr lvl="4" eaLnBrk="1" latinLnBrk="0" hangingPunct="1"/>
            <a:r>
              <a:rPr lang="en-US"/>
              <a:t>Fifth level</a:t>
            </a:r>
            <a:endParaRPr kumimoji="0" lang="en-US"/>
          </a:p>
        </p:txBody>
      </p:sp>
      <p:sp>
        <p:nvSpPr>
          <p:cNvPr id="11" name="Content Placeholder 10"/>
          <p:cNvSpPr>
            <a:spLocks noGrp="1"/>
          </p:cNvSpPr>
          <p:nvPr>
            <p:ph sz="quarter" idx="2"/>
          </p:nvPr>
        </p:nvSpPr>
        <p:spPr>
          <a:xfrm>
            <a:off x="4632198" y="1216152"/>
            <a:ext cx="4041648" cy="4937760"/>
          </a:xfrm>
        </p:spPr>
        <p:txBody>
          <a:bodyPr/>
          <a:lstStyle/>
          <a:p>
            <a:pPr lvl="0" eaLnBrk="1" latinLnBrk="0" hangingPunct="1"/>
            <a:r>
              <a:rPr lang="en-US"/>
              <a:t>Click to edit Master text styles</a:t>
            </a:r>
          </a:p>
          <a:p>
            <a:pPr lvl="1" eaLnBrk="1" latinLnBrk="0" hangingPunct="1"/>
            <a:r>
              <a:rPr lang="en-US"/>
              <a:t>Second level</a:t>
            </a:r>
          </a:p>
          <a:p>
            <a:pPr lvl="2" eaLnBrk="1" latinLnBrk="0" hangingPunct="1"/>
            <a:r>
              <a:rPr lang="en-US"/>
              <a:t>Third level</a:t>
            </a:r>
          </a:p>
          <a:p>
            <a:pPr lvl="3" eaLnBrk="1" latinLnBrk="0" hangingPunct="1"/>
            <a:r>
              <a:rPr lang="en-US"/>
              <a:t>Fourth level</a:t>
            </a:r>
          </a:p>
          <a:p>
            <a:pPr lvl="4" eaLnBrk="1" latinLnBrk="0" hangingPunct="1"/>
            <a:r>
              <a:rPr lang="en-US"/>
              <a:t>Fifth level</a:t>
            </a:r>
            <a:endParaRPr kumimoji="0" lang="en-US"/>
          </a:p>
        </p:txBody>
      </p:sp>
    </p:spTree>
    <p:extLst>
      <p:ext uri="{BB962C8B-B14F-4D97-AF65-F5344CB8AC3E}">
        <p14:creationId xmlns:p14="http://schemas.microsoft.com/office/powerpoint/2010/main" val="2682413063"/>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457200" y="228600"/>
            <a:ext cx="8229600" cy="914400"/>
          </a:xfrm>
        </p:spPr>
        <p:txBody>
          <a:bodyPr anchor="ctr"/>
          <a:lstStyle>
            <a:lvl1pPr>
              <a:defRPr/>
            </a:lvl1pPr>
          </a:lstStyle>
          <a:p>
            <a:r>
              <a:rPr kumimoji="0" lang="en-US"/>
              <a:t>Click to edit Master title style</a:t>
            </a:r>
          </a:p>
        </p:txBody>
      </p:sp>
      <p:sp>
        <p:nvSpPr>
          <p:cNvPr id="3" name="Text Placeholder 2"/>
          <p:cNvSpPr>
            <a:spLocks noGrp="1"/>
          </p:cNvSpPr>
          <p:nvPr>
            <p:ph type="body" idx="1"/>
          </p:nvPr>
        </p:nvSpPr>
        <p:spPr>
          <a:xfrm>
            <a:off x="457200" y="1285875"/>
            <a:ext cx="4040188" cy="685800"/>
          </a:xfrm>
          <a:noFill/>
          <a:ln>
            <a:noFill/>
          </a:ln>
        </p:spPr>
        <p:txBody>
          <a:bodyPr lIns="91440" anchor="b" anchorCtr="0">
            <a:noAutofit/>
          </a:bodyPr>
          <a:lstStyle>
            <a:lvl1pPr marL="0" indent="0">
              <a:buNone/>
              <a:defRPr sz="1800" b="1">
                <a:solidFill>
                  <a:schemeClr val="accent2"/>
                </a:solidFill>
              </a:defRPr>
            </a:lvl1pPr>
            <a:lvl2pPr>
              <a:buNone/>
              <a:defRPr sz="1500" b="1"/>
            </a:lvl2pPr>
            <a:lvl3pPr>
              <a:buNone/>
              <a:defRPr sz="1350" b="1"/>
            </a:lvl3pPr>
            <a:lvl4pPr>
              <a:buNone/>
              <a:defRPr sz="1200" b="1"/>
            </a:lvl4pPr>
            <a:lvl5pPr>
              <a:buNone/>
              <a:defRPr sz="1200" b="1"/>
            </a:lvl5pPr>
          </a:lstStyle>
          <a:p>
            <a:pPr lvl="0" eaLnBrk="1" latinLnBrk="0" hangingPunct="1"/>
            <a:r>
              <a:rPr kumimoji="0" lang="en-US"/>
              <a:t>Click to edit Master text styles</a:t>
            </a:r>
          </a:p>
        </p:txBody>
      </p:sp>
      <p:sp>
        <p:nvSpPr>
          <p:cNvPr id="4" name="Text Placeholder 3"/>
          <p:cNvSpPr>
            <a:spLocks noGrp="1"/>
          </p:cNvSpPr>
          <p:nvPr>
            <p:ph type="body" sz="half" idx="3"/>
          </p:nvPr>
        </p:nvSpPr>
        <p:spPr>
          <a:xfrm>
            <a:off x="4648201" y="1295400"/>
            <a:ext cx="4041775" cy="685800"/>
          </a:xfrm>
          <a:noFill/>
          <a:ln>
            <a:noFill/>
          </a:ln>
        </p:spPr>
        <p:txBody>
          <a:bodyPr lIns="91440" anchor="b" anchorCtr="0"/>
          <a:lstStyle>
            <a:lvl1pPr marL="0" indent="0">
              <a:buNone/>
              <a:defRPr sz="1800" b="1">
                <a:solidFill>
                  <a:schemeClr val="accent2"/>
                </a:solidFill>
              </a:defRPr>
            </a:lvl1pPr>
            <a:lvl2pPr>
              <a:buNone/>
              <a:defRPr sz="1500" b="1"/>
            </a:lvl2pPr>
            <a:lvl3pPr>
              <a:buNone/>
              <a:defRPr sz="1350" b="1"/>
            </a:lvl3pPr>
            <a:lvl4pPr>
              <a:buNone/>
              <a:defRPr sz="1200" b="1"/>
            </a:lvl4pPr>
            <a:lvl5pPr>
              <a:buNone/>
              <a:defRPr sz="1200" b="1"/>
            </a:lvl5pPr>
          </a:lstStyle>
          <a:p>
            <a:pPr lvl="0" eaLnBrk="1" latinLnBrk="0" hangingPunct="1"/>
            <a:r>
              <a:rPr kumimoji="0" lang="en-US"/>
              <a:t>Click to edit Master text styles</a:t>
            </a:r>
          </a:p>
        </p:txBody>
      </p:sp>
      <p:sp>
        <p:nvSpPr>
          <p:cNvPr id="7" name="Date Placeholder 6"/>
          <p:cNvSpPr>
            <a:spLocks noGrp="1"/>
          </p:cNvSpPr>
          <p:nvPr>
            <p:ph type="dt" sz="half" idx="10"/>
          </p:nvPr>
        </p:nvSpPr>
        <p:spPr/>
        <p:txBody>
          <a:bodyPr/>
          <a:lstStyle/>
          <a:p>
            <a:pPr eaLnBrk="1" latinLnBrk="0" hangingPunct="1"/>
            <a:fld id="{17A47E1E-3281-48F5-9487-561BBC0DE61A}" type="datetime1">
              <a:rPr lang="en-US" smtClean="0"/>
              <a:pPr eaLnBrk="1" latinLnBrk="0" hangingPunct="1"/>
              <a:t>12/2/2025</a:t>
            </a:fld>
            <a:endParaRPr lang="en-US"/>
          </a:p>
        </p:txBody>
      </p:sp>
      <p:sp>
        <p:nvSpPr>
          <p:cNvPr id="8" name="Footer Placeholder 7"/>
          <p:cNvSpPr>
            <a:spLocks noGrp="1"/>
          </p:cNvSpPr>
          <p:nvPr>
            <p:ph type="ftr" sz="quarter" idx="11"/>
          </p:nvPr>
        </p:nvSpPr>
        <p:spPr/>
        <p:txBody>
          <a:bodyPr/>
          <a:lstStyle/>
          <a:p>
            <a:endParaRPr kumimoji="0" lang="en-US"/>
          </a:p>
        </p:txBody>
      </p:sp>
      <p:sp>
        <p:nvSpPr>
          <p:cNvPr id="9" name="Slide Number Placeholder 8"/>
          <p:cNvSpPr>
            <a:spLocks noGrp="1"/>
          </p:cNvSpPr>
          <p:nvPr>
            <p:ph type="sldNum" sz="quarter" idx="12"/>
          </p:nvPr>
        </p:nvSpPr>
        <p:spPr/>
        <p:txBody>
          <a:bodyPr/>
          <a:lstStyle/>
          <a:p>
            <a:fld id="{EA7C8D44-3667-46F6-9772-CC52308E2A7F}" type="slidenum">
              <a:rPr kumimoji="0" lang="en-US" smtClean="0"/>
              <a:pPr/>
              <a:t>‹#›</a:t>
            </a:fld>
            <a:endParaRPr kumimoji="0" lang="en-US"/>
          </a:p>
        </p:txBody>
      </p:sp>
      <p:sp>
        <p:nvSpPr>
          <p:cNvPr id="11" name="Content Placeholder 10"/>
          <p:cNvSpPr>
            <a:spLocks noGrp="1"/>
          </p:cNvSpPr>
          <p:nvPr>
            <p:ph sz="quarter" idx="2"/>
          </p:nvPr>
        </p:nvSpPr>
        <p:spPr>
          <a:xfrm>
            <a:off x="457200" y="2133600"/>
            <a:ext cx="4038600" cy="4038600"/>
          </a:xfrm>
        </p:spPr>
        <p:txBody>
          <a:bodyPr/>
          <a:lstStyle/>
          <a:p>
            <a:pPr lvl="0" eaLnBrk="1" latinLnBrk="0" hangingPunct="1"/>
            <a:r>
              <a:rPr lang="en-US"/>
              <a:t>Click to edit Master text styles</a:t>
            </a:r>
          </a:p>
          <a:p>
            <a:pPr lvl="1" eaLnBrk="1" latinLnBrk="0" hangingPunct="1"/>
            <a:r>
              <a:rPr lang="en-US"/>
              <a:t>Second level</a:t>
            </a:r>
          </a:p>
          <a:p>
            <a:pPr lvl="2" eaLnBrk="1" latinLnBrk="0" hangingPunct="1"/>
            <a:r>
              <a:rPr lang="en-US"/>
              <a:t>Third level</a:t>
            </a:r>
          </a:p>
          <a:p>
            <a:pPr lvl="3" eaLnBrk="1" latinLnBrk="0" hangingPunct="1"/>
            <a:r>
              <a:rPr lang="en-US"/>
              <a:t>Fourth level</a:t>
            </a:r>
          </a:p>
          <a:p>
            <a:pPr lvl="4" eaLnBrk="1" latinLnBrk="0" hangingPunct="1"/>
            <a:r>
              <a:rPr lang="en-US"/>
              <a:t>Fifth level</a:t>
            </a:r>
            <a:endParaRPr kumimoji="0" lang="en-US"/>
          </a:p>
        </p:txBody>
      </p:sp>
      <p:sp>
        <p:nvSpPr>
          <p:cNvPr id="13" name="Content Placeholder 12"/>
          <p:cNvSpPr>
            <a:spLocks noGrp="1"/>
          </p:cNvSpPr>
          <p:nvPr>
            <p:ph sz="quarter" idx="4"/>
          </p:nvPr>
        </p:nvSpPr>
        <p:spPr>
          <a:xfrm>
            <a:off x="4648200" y="2133600"/>
            <a:ext cx="4038600" cy="4038600"/>
          </a:xfrm>
        </p:spPr>
        <p:txBody>
          <a:bodyPr/>
          <a:lstStyle/>
          <a:p>
            <a:pPr lvl="0" eaLnBrk="1" latinLnBrk="0" hangingPunct="1"/>
            <a:r>
              <a:rPr lang="en-US"/>
              <a:t>Click to edit Master text styles</a:t>
            </a:r>
          </a:p>
          <a:p>
            <a:pPr lvl="1" eaLnBrk="1" latinLnBrk="0" hangingPunct="1"/>
            <a:r>
              <a:rPr lang="en-US"/>
              <a:t>Second level</a:t>
            </a:r>
          </a:p>
          <a:p>
            <a:pPr lvl="2" eaLnBrk="1" latinLnBrk="0" hangingPunct="1"/>
            <a:r>
              <a:rPr lang="en-US"/>
              <a:t>Third level</a:t>
            </a:r>
          </a:p>
          <a:p>
            <a:pPr lvl="3" eaLnBrk="1" latinLnBrk="0" hangingPunct="1"/>
            <a:r>
              <a:rPr lang="en-US"/>
              <a:t>Fourth level</a:t>
            </a:r>
          </a:p>
          <a:p>
            <a:pPr lvl="4" eaLnBrk="1" latinLnBrk="0" hangingPunct="1"/>
            <a:r>
              <a:rPr lang="en-US"/>
              <a:t>Fifth level</a:t>
            </a:r>
            <a:endParaRPr kumimoji="0" lang="en-US"/>
          </a:p>
        </p:txBody>
      </p:sp>
    </p:spTree>
    <p:extLst>
      <p:ext uri="{BB962C8B-B14F-4D97-AF65-F5344CB8AC3E}">
        <p14:creationId xmlns:p14="http://schemas.microsoft.com/office/powerpoint/2010/main" val="2107988699"/>
      </p:ext>
    </p:extLst>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a:xfrm>
            <a:off x="457200" y="228600"/>
            <a:ext cx="8229600" cy="914400"/>
          </a:xfrm>
        </p:spPr>
        <p:txBody>
          <a:bodyPr/>
          <a:lstStyle/>
          <a:p>
            <a:r>
              <a:rPr kumimoji="0" lang="en-US"/>
              <a:t>Click to edit Master title style</a:t>
            </a:r>
          </a:p>
        </p:txBody>
      </p:sp>
      <p:sp>
        <p:nvSpPr>
          <p:cNvPr id="3" name="Date Placeholder 2"/>
          <p:cNvSpPr>
            <a:spLocks noGrp="1"/>
          </p:cNvSpPr>
          <p:nvPr>
            <p:ph type="dt" sz="half" idx="10"/>
          </p:nvPr>
        </p:nvSpPr>
        <p:spPr/>
        <p:txBody>
          <a:bodyPr/>
          <a:lstStyle/>
          <a:p>
            <a:pPr eaLnBrk="1" latinLnBrk="0" hangingPunct="1"/>
            <a:fld id="{457778AC-3F47-4322-9871-235CA71C9FB7}" type="datetime1">
              <a:rPr lang="en-US" smtClean="0"/>
              <a:pPr eaLnBrk="1" latinLnBrk="0" hangingPunct="1"/>
              <a:t>12/2/2025</a:t>
            </a:fld>
            <a:endParaRPr lang="en-US"/>
          </a:p>
        </p:txBody>
      </p:sp>
      <p:sp>
        <p:nvSpPr>
          <p:cNvPr id="4" name="Footer Placeholder 3"/>
          <p:cNvSpPr>
            <a:spLocks noGrp="1"/>
          </p:cNvSpPr>
          <p:nvPr>
            <p:ph type="ftr" sz="quarter" idx="11"/>
          </p:nvPr>
        </p:nvSpPr>
        <p:spPr/>
        <p:txBody>
          <a:bodyPr/>
          <a:lstStyle/>
          <a:p>
            <a:endParaRPr kumimoji="0" lang="en-US"/>
          </a:p>
        </p:txBody>
      </p:sp>
      <p:sp>
        <p:nvSpPr>
          <p:cNvPr id="5" name="Slide Number Placeholder 4"/>
          <p:cNvSpPr>
            <a:spLocks noGrp="1"/>
          </p:cNvSpPr>
          <p:nvPr>
            <p:ph type="sldNum" sz="quarter" idx="12"/>
          </p:nvPr>
        </p:nvSpPr>
        <p:spPr/>
        <p:txBody>
          <a:bodyPr/>
          <a:lstStyle/>
          <a:p>
            <a:fld id="{EA7C8D44-3667-46F6-9772-CC52308E2A7F}" type="slidenum">
              <a:rPr kumimoji="0" lang="en-US" smtClean="0"/>
              <a:pPr/>
              <a:t>‹#›</a:t>
            </a:fld>
            <a:endParaRPr kumimoji="0" lang="en-US"/>
          </a:p>
        </p:txBody>
      </p:sp>
      <p:sp>
        <p:nvSpPr>
          <p:cNvPr id="6" name="Isosceles Triangle 5"/>
          <p:cNvSpPr>
            <a:spLocks noChangeAspect="1"/>
          </p:cNvSpPr>
          <p:nvPr/>
        </p:nvSpPr>
        <p:spPr>
          <a:xfrm rot="5400000">
            <a:off x="419101" y="6467476"/>
            <a:ext cx="190849" cy="120314"/>
          </a:xfrm>
          <a:prstGeom prst="triangle">
            <a:avLst>
              <a:gd name="adj" fmla="val 50000"/>
            </a:avLst>
          </a:prstGeom>
          <a:solidFill>
            <a:schemeClr val="accent2"/>
          </a:solidFill>
          <a:ln w="25400"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sz="1350"/>
          </a:p>
        </p:txBody>
      </p:sp>
    </p:spTree>
    <p:extLst>
      <p:ext uri="{BB962C8B-B14F-4D97-AF65-F5344CB8AC3E}">
        <p14:creationId xmlns:p14="http://schemas.microsoft.com/office/powerpoint/2010/main" val="1226481016"/>
      </p:ext>
    </p:extLst>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showMasterSp="0"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pPr eaLnBrk="1" latinLnBrk="0" hangingPunct="1"/>
            <a:fld id="{8FC852DA-BC9D-4962-84E0-49DDC95967D0}" type="datetime1">
              <a:rPr lang="en-US" smtClean="0"/>
              <a:pPr eaLnBrk="1" latinLnBrk="0" hangingPunct="1"/>
              <a:t>12/2/2025</a:t>
            </a:fld>
            <a:endParaRPr lang="en-US"/>
          </a:p>
        </p:txBody>
      </p:sp>
      <p:sp>
        <p:nvSpPr>
          <p:cNvPr id="3" name="Footer Placeholder 2"/>
          <p:cNvSpPr>
            <a:spLocks noGrp="1"/>
          </p:cNvSpPr>
          <p:nvPr>
            <p:ph type="ftr" sz="quarter" idx="11"/>
          </p:nvPr>
        </p:nvSpPr>
        <p:spPr/>
        <p:txBody>
          <a:bodyPr/>
          <a:lstStyle/>
          <a:p>
            <a:endParaRPr kumimoji="0" lang="en-US"/>
          </a:p>
        </p:txBody>
      </p:sp>
      <p:sp>
        <p:nvSpPr>
          <p:cNvPr id="4" name="Slide Number Placeholder 3"/>
          <p:cNvSpPr>
            <a:spLocks noGrp="1"/>
          </p:cNvSpPr>
          <p:nvPr>
            <p:ph type="sldNum" sz="quarter" idx="12"/>
          </p:nvPr>
        </p:nvSpPr>
        <p:spPr/>
        <p:txBody>
          <a:bodyPr/>
          <a:lstStyle/>
          <a:p>
            <a:fld id="{EA7C8D44-3667-46F6-9772-CC52308E2A7F}" type="slidenum">
              <a:rPr kumimoji="0" lang="en-US" smtClean="0"/>
              <a:pPr/>
              <a:t>‹#›</a:t>
            </a:fld>
            <a:endParaRPr kumimoji="0" lang="en-US"/>
          </a:p>
        </p:txBody>
      </p:sp>
      <p:sp>
        <p:nvSpPr>
          <p:cNvPr id="5" name="Straight Connector 4"/>
          <p:cNvSpPr>
            <a:spLocks noChangeShapeType="1"/>
          </p:cNvSpPr>
          <p:nvPr/>
        </p:nvSpPr>
        <p:spPr bwMode="auto">
          <a:xfrm>
            <a:off x="457200" y="6353175"/>
            <a:ext cx="8229600" cy="0"/>
          </a:xfrm>
          <a:prstGeom prst="line">
            <a:avLst/>
          </a:prstGeom>
          <a:noFill/>
          <a:ln w="9525" cap="flat" cmpd="sng" algn="ctr">
            <a:solidFill>
              <a:schemeClr val="accent2"/>
            </a:solidFill>
            <a:prstDash val="dash"/>
            <a:round/>
            <a:headEnd type="none" w="med" len="med"/>
            <a:tailEnd type="none" w="med" len="med"/>
          </a:ln>
          <a:effectLst/>
        </p:spPr>
        <p:txBody>
          <a:bodyPr vert="horz" wrap="square" lIns="68580" tIns="34290" rIns="68580" bIns="34290" anchor="t" compatLnSpc="1"/>
          <a:lstStyle/>
          <a:p>
            <a:endParaRPr kumimoji="0" lang="en-US" sz="1350"/>
          </a:p>
        </p:txBody>
      </p:sp>
      <p:sp>
        <p:nvSpPr>
          <p:cNvPr id="6" name="Isosceles Triangle 5"/>
          <p:cNvSpPr>
            <a:spLocks noChangeAspect="1"/>
          </p:cNvSpPr>
          <p:nvPr/>
        </p:nvSpPr>
        <p:spPr>
          <a:xfrm rot="5400000">
            <a:off x="419101" y="6467476"/>
            <a:ext cx="190849" cy="120314"/>
          </a:xfrm>
          <a:prstGeom prst="triangle">
            <a:avLst>
              <a:gd name="adj" fmla="val 50000"/>
            </a:avLst>
          </a:prstGeom>
          <a:solidFill>
            <a:schemeClr val="accent2"/>
          </a:solidFill>
          <a:ln w="25400"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sz="1350"/>
          </a:p>
        </p:txBody>
      </p:sp>
    </p:spTree>
    <p:extLst>
      <p:ext uri="{BB962C8B-B14F-4D97-AF65-F5344CB8AC3E}">
        <p14:creationId xmlns:p14="http://schemas.microsoft.com/office/powerpoint/2010/main" val="4234178837"/>
      </p:ext>
    </p:extLst>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showMasterSp="0"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324600" y="304800"/>
            <a:ext cx="2514600" cy="838200"/>
          </a:xfrm>
        </p:spPr>
        <p:txBody>
          <a:bodyPr anchor="b" anchorCtr="0">
            <a:noAutofit/>
          </a:bodyPr>
          <a:lstStyle>
            <a:lvl1pPr algn="l">
              <a:buNone/>
              <a:defRPr sz="1500" b="1">
                <a:solidFill>
                  <a:schemeClr val="tx2"/>
                </a:solidFill>
                <a:latin typeface="+mn-lt"/>
                <a:ea typeface="+mn-ea"/>
                <a:cs typeface="+mn-cs"/>
              </a:defRPr>
            </a:lvl1pPr>
          </a:lstStyle>
          <a:p>
            <a:r>
              <a:rPr kumimoji="0" lang="en-US"/>
              <a:t>Click to edit Master title style</a:t>
            </a:r>
          </a:p>
        </p:txBody>
      </p:sp>
      <p:sp>
        <p:nvSpPr>
          <p:cNvPr id="3" name="Text Placeholder 2"/>
          <p:cNvSpPr>
            <a:spLocks noGrp="1"/>
          </p:cNvSpPr>
          <p:nvPr>
            <p:ph type="body" idx="2"/>
          </p:nvPr>
        </p:nvSpPr>
        <p:spPr>
          <a:xfrm>
            <a:off x="6324600" y="1219202"/>
            <a:ext cx="2514600" cy="4843463"/>
          </a:xfrm>
        </p:spPr>
        <p:txBody>
          <a:bodyPr/>
          <a:lstStyle>
            <a:lvl1pPr marL="0" indent="0">
              <a:lnSpc>
                <a:spcPts val="1650"/>
              </a:lnSpc>
              <a:spcAft>
                <a:spcPts val="750"/>
              </a:spcAft>
              <a:buNone/>
              <a:defRPr sz="1200">
                <a:solidFill>
                  <a:schemeClr val="tx2"/>
                </a:solidFill>
              </a:defRPr>
            </a:lvl1pPr>
            <a:lvl2pPr>
              <a:buNone/>
              <a:defRPr sz="900"/>
            </a:lvl2pPr>
            <a:lvl3pPr>
              <a:buNone/>
              <a:defRPr sz="750"/>
            </a:lvl3pPr>
            <a:lvl4pPr>
              <a:buNone/>
              <a:defRPr sz="675"/>
            </a:lvl4pPr>
            <a:lvl5pPr>
              <a:buNone/>
              <a:defRPr sz="675"/>
            </a:lvl5pPr>
          </a:lstStyle>
          <a:p>
            <a:pPr lvl="0" eaLnBrk="1" latinLnBrk="0" hangingPunct="1"/>
            <a:r>
              <a:rPr kumimoji="0" lang="en-US"/>
              <a:t>Click to edit Master text styles</a:t>
            </a:r>
          </a:p>
        </p:txBody>
      </p:sp>
      <p:sp>
        <p:nvSpPr>
          <p:cNvPr id="5" name="Date Placeholder 4"/>
          <p:cNvSpPr>
            <a:spLocks noGrp="1"/>
          </p:cNvSpPr>
          <p:nvPr>
            <p:ph type="dt" sz="half" idx="10"/>
          </p:nvPr>
        </p:nvSpPr>
        <p:spPr/>
        <p:txBody>
          <a:bodyPr/>
          <a:lstStyle/>
          <a:p>
            <a:pPr eaLnBrk="1" latinLnBrk="0" hangingPunct="1"/>
            <a:fld id="{BD8CDB30-0989-475F-BD84-F28125E3B4A3}" type="datetime1">
              <a:rPr lang="en-US" smtClean="0"/>
              <a:pPr eaLnBrk="1" latinLnBrk="0" hangingPunct="1"/>
              <a:t>12/2/2025</a:t>
            </a:fld>
            <a:endParaRPr lang="en-US"/>
          </a:p>
        </p:txBody>
      </p:sp>
      <p:sp>
        <p:nvSpPr>
          <p:cNvPr id="6" name="Footer Placeholder 5"/>
          <p:cNvSpPr>
            <a:spLocks noGrp="1"/>
          </p:cNvSpPr>
          <p:nvPr>
            <p:ph type="ftr" sz="quarter" idx="11"/>
          </p:nvPr>
        </p:nvSpPr>
        <p:spPr/>
        <p:txBody>
          <a:bodyPr/>
          <a:lstStyle/>
          <a:p>
            <a:endParaRPr kumimoji="0" lang="en-US"/>
          </a:p>
        </p:txBody>
      </p:sp>
      <p:sp>
        <p:nvSpPr>
          <p:cNvPr id="7" name="Slide Number Placeholder 6"/>
          <p:cNvSpPr>
            <a:spLocks noGrp="1"/>
          </p:cNvSpPr>
          <p:nvPr>
            <p:ph type="sldNum" sz="quarter" idx="12"/>
          </p:nvPr>
        </p:nvSpPr>
        <p:spPr/>
        <p:txBody>
          <a:bodyPr/>
          <a:lstStyle/>
          <a:p>
            <a:fld id="{EA7C8D44-3667-46F6-9772-CC52308E2A7F}" type="slidenum">
              <a:rPr kumimoji="0" lang="en-US" smtClean="0"/>
              <a:pPr/>
              <a:t>‹#›</a:t>
            </a:fld>
            <a:endParaRPr kumimoji="0" lang="en-US"/>
          </a:p>
        </p:txBody>
      </p:sp>
      <p:sp>
        <p:nvSpPr>
          <p:cNvPr id="8" name="Straight Connector 7"/>
          <p:cNvSpPr>
            <a:spLocks noChangeShapeType="1"/>
          </p:cNvSpPr>
          <p:nvPr/>
        </p:nvSpPr>
        <p:spPr bwMode="auto">
          <a:xfrm>
            <a:off x="457200" y="6353175"/>
            <a:ext cx="8229600" cy="0"/>
          </a:xfrm>
          <a:prstGeom prst="line">
            <a:avLst/>
          </a:prstGeom>
          <a:noFill/>
          <a:ln w="9525" cap="flat" cmpd="sng" algn="ctr">
            <a:solidFill>
              <a:schemeClr val="accent2"/>
            </a:solidFill>
            <a:prstDash val="dash"/>
            <a:round/>
            <a:headEnd type="none" w="med" len="med"/>
            <a:tailEnd type="none" w="med" len="med"/>
          </a:ln>
          <a:effectLst/>
        </p:spPr>
        <p:txBody>
          <a:bodyPr vert="horz" wrap="square" lIns="68580" tIns="34290" rIns="68580" bIns="34290" anchor="t" compatLnSpc="1"/>
          <a:lstStyle/>
          <a:p>
            <a:endParaRPr kumimoji="0" lang="en-US" sz="1350"/>
          </a:p>
        </p:txBody>
      </p:sp>
      <p:sp>
        <p:nvSpPr>
          <p:cNvPr id="10" name="Straight Connector 9"/>
          <p:cNvSpPr>
            <a:spLocks noChangeShapeType="1"/>
          </p:cNvSpPr>
          <p:nvPr/>
        </p:nvSpPr>
        <p:spPr bwMode="auto">
          <a:xfrm rot="5400000">
            <a:off x="3160645" y="3324225"/>
            <a:ext cx="6035040" cy="0"/>
          </a:xfrm>
          <a:prstGeom prst="line">
            <a:avLst/>
          </a:prstGeom>
          <a:noFill/>
          <a:ln w="9525" cap="flat" cmpd="sng" algn="ctr">
            <a:solidFill>
              <a:schemeClr val="accent2"/>
            </a:solidFill>
            <a:prstDash val="dash"/>
            <a:round/>
            <a:headEnd type="none" w="med" len="med"/>
            <a:tailEnd type="none" w="med" len="med"/>
          </a:ln>
          <a:effectLst/>
        </p:spPr>
        <p:txBody>
          <a:bodyPr vert="horz" wrap="square" lIns="68580" tIns="34290" rIns="68580" bIns="34290" anchor="t" compatLnSpc="1"/>
          <a:lstStyle/>
          <a:p>
            <a:endParaRPr kumimoji="0" lang="en-US" sz="1350" dirty="0"/>
          </a:p>
        </p:txBody>
      </p:sp>
      <p:sp>
        <p:nvSpPr>
          <p:cNvPr id="9" name="Isosceles Triangle 8"/>
          <p:cNvSpPr>
            <a:spLocks noChangeAspect="1"/>
          </p:cNvSpPr>
          <p:nvPr/>
        </p:nvSpPr>
        <p:spPr>
          <a:xfrm rot="5400000">
            <a:off x="419101" y="6467476"/>
            <a:ext cx="190849" cy="120314"/>
          </a:xfrm>
          <a:prstGeom prst="triangle">
            <a:avLst>
              <a:gd name="adj" fmla="val 50000"/>
            </a:avLst>
          </a:prstGeom>
          <a:solidFill>
            <a:schemeClr val="accent2"/>
          </a:solidFill>
          <a:ln w="25400"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sz="1350"/>
          </a:p>
        </p:txBody>
      </p:sp>
      <p:sp>
        <p:nvSpPr>
          <p:cNvPr id="12" name="Content Placeholder 11"/>
          <p:cNvSpPr>
            <a:spLocks noGrp="1"/>
          </p:cNvSpPr>
          <p:nvPr>
            <p:ph sz="quarter" idx="1"/>
          </p:nvPr>
        </p:nvSpPr>
        <p:spPr>
          <a:xfrm>
            <a:off x="304800" y="304800"/>
            <a:ext cx="5715000" cy="5715000"/>
          </a:xfrm>
        </p:spPr>
        <p:txBody>
          <a:bodyPr/>
          <a:lstStyle/>
          <a:p>
            <a:pPr lvl="0" eaLnBrk="1" latinLnBrk="0" hangingPunct="1"/>
            <a:r>
              <a:rPr lang="en-US"/>
              <a:t>Click to edit Master text styles</a:t>
            </a:r>
          </a:p>
          <a:p>
            <a:pPr lvl="1" eaLnBrk="1" latinLnBrk="0" hangingPunct="1"/>
            <a:r>
              <a:rPr lang="en-US"/>
              <a:t>Second level</a:t>
            </a:r>
          </a:p>
          <a:p>
            <a:pPr lvl="2" eaLnBrk="1" latinLnBrk="0" hangingPunct="1"/>
            <a:r>
              <a:rPr lang="en-US"/>
              <a:t>Third level</a:t>
            </a:r>
          </a:p>
          <a:p>
            <a:pPr lvl="3" eaLnBrk="1" latinLnBrk="0" hangingPunct="1"/>
            <a:r>
              <a:rPr lang="en-US"/>
              <a:t>Fourth level</a:t>
            </a:r>
          </a:p>
          <a:p>
            <a:pPr lvl="4" eaLnBrk="1" latinLnBrk="0" hangingPunct="1"/>
            <a:r>
              <a:rPr lang="en-US"/>
              <a:t>Fifth level</a:t>
            </a:r>
            <a:endParaRPr kumimoji="0" lang="en-US"/>
          </a:p>
        </p:txBody>
      </p:sp>
    </p:spTree>
    <p:extLst>
      <p:ext uri="{BB962C8B-B14F-4D97-AF65-F5344CB8AC3E}">
        <p14:creationId xmlns:p14="http://schemas.microsoft.com/office/powerpoint/2010/main" val="1700693631"/>
      </p:ext>
    </p:extLst>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showMasterSp="0" type="picTx" preserve="1">
  <p:cSld name="Picture with Caption">
    <p:bg>
      <p:bgRef idx="1001">
        <a:schemeClr val="bg2"/>
      </p:bgRef>
    </p:bg>
    <p:spTree>
      <p:nvGrpSpPr>
        <p:cNvPr id="1" name=""/>
        <p:cNvGrpSpPr/>
        <p:nvPr/>
      </p:nvGrpSpPr>
      <p:grpSpPr>
        <a:xfrm>
          <a:off x="0" y="0"/>
          <a:ext cx="0" cy="0"/>
          <a:chOff x="0" y="0"/>
          <a:chExt cx="0" cy="0"/>
        </a:xfrm>
      </p:grpSpPr>
      <p:sp>
        <p:nvSpPr>
          <p:cNvPr id="2" name="Title 1"/>
          <p:cNvSpPr>
            <a:spLocks noGrp="1"/>
          </p:cNvSpPr>
          <p:nvPr>
            <p:ph type="title"/>
          </p:nvPr>
        </p:nvSpPr>
        <p:spPr>
          <a:xfrm>
            <a:off x="457200" y="500856"/>
            <a:ext cx="8229600" cy="674688"/>
          </a:xfrm>
          <a:ln>
            <a:solidFill>
              <a:schemeClr val="accent1"/>
            </a:solidFill>
          </a:ln>
        </p:spPr>
        <p:txBody>
          <a:bodyPr lIns="274320" anchor="ctr"/>
          <a:lstStyle>
            <a:lvl1pPr algn="r">
              <a:buNone/>
              <a:defRPr sz="1500" b="0">
                <a:solidFill>
                  <a:schemeClr val="tx1"/>
                </a:solidFill>
              </a:defRPr>
            </a:lvl1pPr>
          </a:lstStyle>
          <a:p>
            <a:r>
              <a:rPr kumimoji="0" lang="en-US"/>
              <a:t>Click to edit Master title style</a:t>
            </a:r>
          </a:p>
        </p:txBody>
      </p:sp>
      <p:sp>
        <p:nvSpPr>
          <p:cNvPr id="3" name="Picture Placeholder 2"/>
          <p:cNvSpPr>
            <a:spLocks noGrp="1"/>
          </p:cNvSpPr>
          <p:nvPr>
            <p:ph type="pic" idx="1"/>
          </p:nvPr>
        </p:nvSpPr>
        <p:spPr>
          <a:xfrm>
            <a:off x="457200" y="1905000"/>
            <a:ext cx="8229600" cy="4270248"/>
          </a:xfrm>
          <a:solidFill>
            <a:schemeClr val="tx1">
              <a:shade val="50000"/>
            </a:schemeClr>
          </a:solidFill>
          <a:ln>
            <a:noFill/>
          </a:ln>
          <a:effectLst/>
        </p:spPr>
        <p:txBody>
          <a:bodyPr/>
          <a:lstStyle>
            <a:lvl1pPr marL="0" indent="0">
              <a:spcBef>
                <a:spcPts val="450"/>
              </a:spcBef>
              <a:buNone/>
              <a:defRPr sz="2400"/>
            </a:lvl1pPr>
          </a:lstStyle>
          <a:p>
            <a:r>
              <a:rPr kumimoji="0" lang="en-US"/>
              <a:t>Click icon to add picture</a:t>
            </a:r>
            <a:endParaRPr kumimoji="0" lang="en-US" dirty="0"/>
          </a:p>
        </p:txBody>
      </p:sp>
      <p:sp>
        <p:nvSpPr>
          <p:cNvPr id="4" name="Text Placeholder 3"/>
          <p:cNvSpPr>
            <a:spLocks noGrp="1"/>
          </p:cNvSpPr>
          <p:nvPr>
            <p:ph type="body" sz="half" idx="2"/>
          </p:nvPr>
        </p:nvSpPr>
        <p:spPr>
          <a:xfrm>
            <a:off x="457200" y="1219200"/>
            <a:ext cx="8229600" cy="533400"/>
          </a:xfrm>
        </p:spPr>
        <p:txBody>
          <a:bodyPr anchor="ctr" anchorCtr="0"/>
          <a:lstStyle>
            <a:lvl1pPr marL="0" indent="0" algn="l">
              <a:buFontTx/>
              <a:buNone/>
              <a:defRPr sz="1050"/>
            </a:lvl1pPr>
            <a:lvl2pPr>
              <a:defRPr sz="900"/>
            </a:lvl2pPr>
            <a:lvl3pPr>
              <a:defRPr sz="750"/>
            </a:lvl3pPr>
            <a:lvl4pPr>
              <a:defRPr sz="675"/>
            </a:lvl4pPr>
            <a:lvl5pPr>
              <a:defRPr sz="675"/>
            </a:lvl5pPr>
          </a:lstStyle>
          <a:p>
            <a:pPr lvl="0" eaLnBrk="1" latinLnBrk="0" hangingPunct="1"/>
            <a:r>
              <a:rPr kumimoji="0" lang="en-US"/>
              <a:t>Click to edit Master text styles</a:t>
            </a:r>
          </a:p>
        </p:txBody>
      </p:sp>
      <p:sp>
        <p:nvSpPr>
          <p:cNvPr id="5" name="Date Placeholder 4"/>
          <p:cNvSpPr>
            <a:spLocks noGrp="1"/>
          </p:cNvSpPr>
          <p:nvPr>
            <p:ph type="dt" sz="half" idx="10"/>
          </p:nvPr>
        </p:nvSpPr>
        <p:spPr/>
        <p:txBody>
          <a:bodyPr/>
          <a:lstStyle/>
          <a:p>
            <a:pPr eaLnBrk="1" latinLnBrk="0" hangingPunct="1"/>
            <a:fld id="{3D268D79-62AD-4C50-8718-03ED52036E43}" type="datetime1">
              <a:rPr lang="en-US" smtClean="0"/>
              <a:pPr eaLnBrk="1" latinLnBrk="0" hangingPunct="1"/>
              <a:t>12/2/2025</a:t>
            </a:fld>
            <a:endParaRPr lang="en-US"/>
          </a:p>
        </p:txBody>
      </p:sp>
      <p:sp>
        <p:nvSpPr>
          <p:cNvPr id="6" name="Footer Placeholder 5"/>
          <p:cNvSpPr>
            <a:spLocks noGrp="1"/>
          </p:cNvSpPr>
          <p:nvPr>
            <p:ph type="ftr" sz="quarter" idx="11"/>
          </p:nvPr>
        </p:nvSpPr>
        <p:spPr/>
        <p:txBody>
          <a:bodyPr/>
          <a:lstStyle/>
          <a:p>
            <a:endParaRPr kumimoji="0" lang="en-US"/>
          </a:p>
        </p:txBody>
      </p:sp>
      <p:sp>
        <p:nvSpPr>
          <p:cNvPr id="7" name="Slide Number Placeholder 6"/>
          <p:cNvSpPr>
            <a:spLocks noGrp="1"/>
          </p:cNvSpPr>
          <p:nvPr>
            <p:ph type="sldNum" sz="quarter" idx="12"/>
          </p:nvPr>
        </p:nvSpPr>
        <p:spPr/>
        <p:txBody>
          <a:bodyPr/>
          <a:lstStyle/>
          <a:p>
            <a:fld id="{EA7C8D44-3667-46F6-9772-CC52308E2A7F}" type="slidenum">
              <a:rPr kumimoji="0" lang="en-US" smtClean="0"/>
              <a:pPr/>
              <a:t>‹#›</a:t>
            </a:fld>
            <a:endParaRPr kumimoji="0" lang="en-US"/>
          </a:p>
        </p:txBody>
      </p:sp>
      <p:sp>
        <p:nvSpPr>
          <p:cNvPr id="8" name="Straight Connector 7"/>
          <p:cNvSpPr>
            <a:spLocks noChangeShapeType="1"/>
          </p:cNvSpPr>
          <p:nvPr/>
        </p:nvSpPr>
        <p:spPr bwMode="auto">
          <a:xfrm>
            <a:off x="457200" y="6353175"/>
            <a:ext cx="8229600" cy="0"/>
          </a:xfrm>
          <a:prstGeom prst="line">
            <a:avLst/>
          </a:prstGeom>
          <a:noFill/>
          <a:ln w="9525" cap="flat" cmpd="sng" algn="ctr">
            <a:solidFill>
              <a:schemeClr val="accent2"/>
            </a:solidFill>
            <a:prstDash val="dash"/>
            <a:round/>
            <a:headEnd type="none" w="med" len="med"/>
            <a:tailEnd type="none" w="med" len="med"/>
          </a:ln>
          <a:effectLst/>
        </p:spPr>
        <p:txBody>
          <a:bodyPr vert="horz" wrap="square" lIns="68580" tIns="34290" rIns="68580" bIns="34290" anchor="t" compatLnSpc="1"/>
          <a:lstStyle/>
          <a:p>
            <a:endParaRPr kumimoji="0" lang="en-US" sz="1350"/>
          </a:p>
        </p:txBody>
      </p:sp>
      <p:sp>
        <p:nvSpPr>
          <p:cNvPr id="9" name="Isosceles Triangle 8"/>
          <p:cNvSpPr>
            <a:spLocks noChangeAspect="1"/>
          </p:cNvSpPr>
          <p:nvPr/>
        </p:nvSpPr>
        <p:spPr>
          <a:xfrm rot="5400000">
            <a:off x="419101" y="6467476"/>
            <a:ext cx="190849" cy="120314"/>
          </a:xfrm>
          <a:prstGeom prst="triangle">
            <a:avLst>
              <a:gd name="adj" fmla="val 50000"/>
            </a:avLst>
          </a:prstGeom>
          <a:solidFill>
            <a:schemeClr val="accent2"/>
          </a:solidFill>
          <a:ln w="25400"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sz="1350"/>
          </a:p>
        </p:txBody>
      </p:sp>
      <p:sp>
        <p:nvSpPr>
          <p:cNvPr id="10" name="Rectangle 9"/>
          <p:cNvSpPr/>
          <p:nvPr/>
        </p:nvSpPr>
        <p:spPr>
          <a:xfrm>
            <a:off x="457200" y="500856"/>
            <a:ext cx="182880" cy="685800"/>
          </a:xfrm>
          <a:prstGeom prst="rect">
            <a:avLst/>
          </a:prstGeom>
          <a:solidFill>
            <a:schemeClr val="accent1"/>
          </a:solidFill>
          <a:ln w="6350"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sz="1350"/>
          </a:p>
        </p:txBody>
      </p:sp>
    </p:spTree>
    <p:extLst>
      <p:ext uri="{BB962C8B-B14F-4D97-AF65-F5344CB8AC3E}">
        <p14:creationId xmlns:p14="http://schemas.microsoft.com/office/powerpoint/2010/main" val="886779584"/>
      </p:ext>
    </p:extLst>
  </p:cSld>
  <p:clrMapOvr>
    <a:overrideClrMapping bg1="dk1" tx1="lt1" bg2="dk2" tx2="lt2" accent1="accent1" accent2="accent2" accent3="accent3" accent4="accent4" accent5="accent5" accent6="accent6" hlink="hlink" folHlink="folHlink"/>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kumimoji="0" lang="en-US"/>
              <a:t>Click to edit Master title style</a:t>
            </a:r>
          </a:p>
        </p:txBody>
      </p:sp>
      <p:sp>
        <p:nvSpPr>
          <p:cNvPr id="3" name="Vertical Text Placeholder 2"/>
          <p:cNvSpPr>
            <a:spLocks noGrp="1"/>
          </p:cNvSpPr>
          <p:nvPr>
            <p:ph type="body" orient="vert" idx="1"/>
          </p:nvPr>
        </p:nvSpPr>
        <p:spPr/>
        <p:txBody>
          <a:bodyPr vert="eaVert"/>
          <a:lstStyle/>
          <a:p>
            <a:pPr lvl="0" eaLnBrk="1" latinLnBrk="0" hangingPunct="1"/>
            <a:r>
              <a:rPr lang="en-US"/>
              <a:t>Click to edit Master text styles</a:t>
            </a:r>
          </a:p>
          <a:p>
            <a:pPr lvl="1" eaLnBrk="1" latinLnBrk="0" hangingPunct="1"/>
            <a:r>
              <a:rPr lang="en-US"/>
              <a:t>Second level</a:t>
            </a:r>
          </a:p>
          <a:p>
            <a:pPr lvl="2" eaLnBrk="1" latinLnBrk="0" hangingPunct="1"/>
            <a:r>
              <a:rPr lang="en-US"/>
              <a:t>Third level</a:t>
            </a:r>
          </a:p>
          <a:p>
            <a:pPr lvl="3" eaLnBrk="1" latinLnBrk="0" hangingPunct="1"/>
            <a:r>
              <a:rPr lang="en-US"/>
              <a:t>Fourth level</a:t>
            </a:r>
          </a:p>
          <a:p>
            <a:pPr lvl="4" eaLnBrk="1" latinLnBrk="0" hangingPunct="1"/>
            <a:r>
              <a:rPr lang="en-US"/>
              <a:t>Fifth level</a:t>
            </a:r>
            <a:endParaRPr kumimoji="0" lang="en-US"/>
          </a:p>
        </p:txBody>
      </p:sp>
      <p:sp>
        <p:nvSpPr>
          <p:cNvPr id="4" name="Date Placeholder 3"/>
          <p:cNvSpPr>
            <a:spLocks noGrp="1"/>
          </p:cNvSpPr>
          <p:nvPr>
            <p:ph type="dt" sz="half" idx="10"/>
          </p:nvPr>
        </p:nvSpPr>
        <p:spPr/>
        <p:txBody>
          <a:bodyPr/>
          <a:lstStyle/>
          <a:p>
            <a:pPr eaLnBrk="1" latinLnBrk="0" hangingPunct="1"/>
            <a:fld id="{362A8F80-F1FC-4E19-AF0E-2AEA7F0226D7}" type="datetime1">
              <a:rPr lang="en-US" smtClean="0"/>
              <a:pPr eaLnBrk="1" latinLnBrk="0" hangingPunct="1"/>
              <a:t>12/2/2025</a:t>
            </a:fld>
            <a:endParaRPr lang="en-US"/>
          </a:p>
        </p:txBody>
      </p:sp>
      <p:sp>
        <p:nvSpPr>
          <p:cNvPr id="5" name="Footer Placeholder 4"/>
          <p:cNvSpPr>
            <a:spLocks noGrp="1"/>
          </p:cNvSpPr>
          <p:nvPr>
            <p:ph type="ftr" sz="quarter" idx="11"/>
          </p:nvPr>
        </p:nvSpPr>
        <p:spPr/>
        <p:txBody>
          <a:bodyPr/>
          <a:lstStyle/>
          <a:p>
            <a:endParaRPr kumimoji="0" lang="en-US"/>
          </a:p>
        </p:txBody>
      </p:sp>
      <p:sp>
        <p:nvSpPr>
          <p:cNvPr id="6" name="Slide Number Placeholder 5"/>
          <p:cNvSpPr>
            <a:spLocks noGrp="1"/>
          </p:cNvSpPr>
          <p:nvPr>
            <p:ph type="sldNum" sz="quarter" idx="12"/>
          </p:nvPr>
        </p:nvSpPr>
        <p:spPr/>
        <p:txBody>
          <a:bodyPr/>
          <a:lstStyle/>
          <a:p>
            <a:fld id="{EA7C8D44-3667-46F6-9772-CC52308E2A7F}" type="slidenum">
              <a:rPr kumimoji="0" lang="en-US" smtClean="0"/>
              <a:pPr/>
              <a:t>‹#›</a:t>
            </a:fld>
            <a:endParaRPr kumimoji="0" lang="en-US"/>
          </a:p>
        </p:txBody>
      </p:sp>
    </p:spTree>
    <p:extLst>
      <p:ext uri="{BB962C8B-B14F-4D97-AF65-F5344CB8AC3E}">
        <p14:creationId xmlns:p14="http://schemas.microsoft.com/office/powerpoint/2010/main" val="3033706320"/>
      </p:ext>
    </p:extLst>
  </p:cSld>
  <p:clrMapOvr>
    <a:masterClrMapping/>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showMasterSp="0"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40"/>
            <a:ext cx="2057400" cy="5851525"/>
          </a:xfrm>
        </p:spPr>
        <p:txBody>
          <a:bodyPr vert="eaVert"/>
          <a:lstStyle/>
          <a:p>
            <a:r>
              <a:rPr kumimoji="0" lang="en-US"/>
              <a:t>Click to edit Master title style</a:t>
            </a:r>
          </a:p>
        </p:txBody>
      </p:sp>
      <p:sp>
        <p:nvSpPr>
          <p:cNvPr id="3" name="Vertical Text Placeholder 2"/>
          <p:cNvSpPr>
            <a:spLocks noGrp="1"/>
          </p:cNvSpPr>
          <p:nvPr>
            <p:ph type="body" orient="vert" idx="1"/>
          </p:nvPr>
        </p:nvSpPr>
        <p:spPr>
          <a:xfrm>
            <a:off x="457200" y="274640"/>
            <a:ext cx="6019800" cy="5851525"/>
          </a:xfrm>
        </p:spPr>
        <p:txBody>
          <a:bodyPr vert="eaVert"/>
          <a:lstStyle/>
          <a:p>
            <a:pPr lvl="0" eaLnBrk="1" latinLnBrk="0" hangingPunct="1"/>
            <a:r>
              <a:rPr lang="en-US"/>
              <a:t>Click to edit Master text styles</a:t>
            </a:r>
          </a:p>
          <a:p>
            <a:pPr lvl="1" eaLnBrk="1" latinLnBrk="0" hangingPunct="1"/>
            <a:r>
              <a:rPr lang="en-US"/>
              <a:t>Second level</a:t>
            </a:r>
          </a:p>
          <a:p>
            <a:pPr lvl="2" eaLnBrk="1" latinLnBrk="0" hangingPunct="1"/>
            <a:r>
              <a:rPr lang="en-US"/>
              <a:t>Third level</a:t>
            </a:r>
          </a:p>
          <a:p>
            <a:pPr lvl="3" eaLnBrk="1" latinLnBrk="0" hangingPunct="1"/>
            <a:r>
              <a:rPr lang="en-US"/>
              <a:t>Fourth level</a:t>
            </a:r>
          </a:p>
          <a:p>
            <a:pPr lvl="4" eaLnBrk="1" latinLnBrk="0" hangingPunct="1"/>
            <a:r>
              <a:rPr lang="en-US"/>
              <a:t>Fifth level</a:t>
            </a:r>
            <a:endParaRPr kumimoji="0" lang="en-US"/>
          </a:p>
        </p:txBody>
      </p:sp>
      <p:sp>
        <p:nvSpPr>
          <p:cNvPr id="4" name="Date Placeholder 3"/>
          <p:cNvSpPr>
            <a:spLocks noGrp="1"/>
          </p:cNvSpPr>
          <p:nvPr>
            <p:ph type="dt" sz="half" idx="10"/>
          </p:nvPr>
        </p:nvSpPr>
        <p:spPr/>
        <p:txBody>
          <a:bodyPr/>
          <a:lstStyle/>
          <a:p>
            <a:pPr eaLnBrk="1" latinLnBrk="0" hangingPunct="1"/>
            <a:fld id="{84EF3758-DF7B-4347-89DE-ED0416D762CD}" type="datetime1">
              <a:rPr lang="en-US" smtClean="0"/>
              <a:pPr eaLnBrk="1" latinLnBrk="0" hangingPunct="1"/>
              <a:t>12/2/2025</a:t>
            </a:fld>
            <a:endParaRPr lang="en-US"/>
          </a:p>
        </p:txBody>
      </p:sp>
      <p:sp>
        <p:nvSpPr>
          <p:cNvPr id="5" name="Footer Placeholder 4"/>
          <p:cNvSpPr>
            <a:spLocks noGrp="1"/>
          </p:cNvSpPr>
          <p:nvPr>
            <p:ph type="ftr" sz="quarter" idx="11"/>
          </p:nvPr>
        </p:nvSpPr>
        <p:spPr/>
        <p:txBody>
          <a:bodyPr/>
          <a:lstStyle/>
          <a:p>
            <a:endParaRPr kumimoji="0" lang="en-US"/>
          </a:p>
        </p:txBody>
      </p:sp>
      <p:sp>
        <p:nvSpPr>
          <p:cNvPr id="6" name="Slide Number Placeholder 5"/>
          <p:cNvSpPr>
            <a:spLocks noGrp="1"/>
          </p:cNvSpPr>
          <p:nvPr>
            <p:ph type="sldNum" sz="quarter" idx="12"/>
          </p:nvPr>
        </p:nvSpPr>
        <p:spPr/>
        <p:txBody>
          <a:bodyPr/>
          <a:lstStyle/>
          <a:p>
            <a:fld id="{EA7C8D44-3667-46F6-9772-CC52308E2A7F}" type="slidenum">
              <a:rPr kumimoji="0" lang="en-US" smtClean="0"/>
              <a:pPr/>
              <a:t>‹#›</a:t>
            </a:fld>
            <a:endParaRPr kumimoji="0" lang="en-US"/>
          </a:p>
        </p:txBody>
      </p:sp>
      <p:sp>
        <p:nvSpPr>
          <p:cNvPr id="7" name="Straight Connector 6"/>
          <p:cNvSpPr>
            <a:spLocks noChangeShapeType="1"/>
          </p:cNvSpPr>
          <p:nvPr/>
        </p:nvSpPr>
        <p:spPr bwMode="auto">
          <a:xfrm>
            <a:off x="457200" y="6353175"/>
            <a:ext cx="8229600" cy="0"/>
          </a:xfrm>
          <a:prstGeom prst="line">
            <a:avLst/>
          </a:prstGeom>
          <a:noFill/>
          <a:ln w="9525" cap="flat" cmpd="sng" algn="ctr">
            <a:solidFill>
              <a:schemeClr val="accent2"/>
            </a:solidFill>
            <a:prstDash val="dash"/>
            <a:round/>
            <a:headEnd type="none" w="med" len="med"/>
            <a:tailEnd type="none" w="med" len="med"/>
          </a:ln>
          <a:effectLst/>
        </p:spPr>
        <p:txBody>
          <a:bodyPr vert="horz" wrap="square" lIns="68580" tIns="34290" rIns="68580" bIns="34290" anchor="t" compatLnSpc="1"/>
          <a:lstStyle/>
          <a:p>
            <a:endParaRPr kumimoji="0" lang="en-US" sz="1350"/>
          </a:p>
        </p:txBody>
      </p:sp>
      <p:sp>
        <p:nvSpPr>
          <p:cNvPr id="8" name="Isosceles Triangle 7"/>
          <p:cNvSpPr>
            <a:spLocks noChangeAspect="1"/>
          </p:cNvSpPr>
          <p:nvPr/>
        </p:nvSpPr>
        <p:spPr>
          <a:xfrm rot="5400000">
            <a:off x="419101" y="6467476"/>
            <a:ext cx="190849" cy="120314"/>
          </a:xfrm>
          <a:prstGeom prst="triangle">
            <a:avLst>
              <a:gd name="adj" fmla="val 50000"/>
            </a:avLst>
          </a:prstGeom>
          <a:solidFill>
            <a:schemeClr val="accent2"/>
          </a:solidFill>
          <a:ln w="25400"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sz="1350"/>
          </a:p>
        </p:txBody>
      </p:sp>
      <p:sp>
        <p:nvSpPr>
          <p:cNvPr id="9" name="Straight Connector 8"/>
          <p:cNvSpPr>
            <a:spLocks noChangeShapeType="1"/>
          </p:cNvSpPr>
          <p:nvPr/>
        </p:nvSpPr>
        <p:spPr bwMode="auto">
          <a:xfrm rot="5400000">
            <a:off x="3629607" y="3201952"/>
            <a:ext cx="5852160" cy="0"/>
          </a:xfrm>
          <a:prstGeom prst="line">
            <a:avLst/>
          </a:prstGeom>
          <a:noFill/>
          <a:ln w="9525" cap="flat" cmpd="sng" algn="ctr">
            <a:solidFill>
              <a:schemeClr val="accent2"/>
            </a:solidFill>
            <a:prstDash val="dash"/>
            <a:round/>
            <a:headEnd type="none" w="med" len="med"/>
            <a:tailEnd type="none" w="med" len="med"/>
          </a:ln>
          <a:effectLst/>
        </p:spPr>
        <p:txBody>
          <a:bodyPr vert="horz" wrap="square" lIns="68580" tIns="34290" rIns="68580" bIns="34290" anchor="t" compatLnSpc="1"/>
          <a:lstStyle/>
          <a:p>
            <a:endParaRPr kumimoji="0" lang="en-US" sz="1350"/>
          </a:p>
        </p:txBody>
      </p:sp>
    </p:spTree>
    <p:extLst>
      <p:ext uri="{BB962C8B-B14F-4D97-AF65-F5344CB8AC3E}">
        <p14:creationId xmlns:p14="http://schemas.microsoft.com/office/powerpoint/2010/main" val="3385007147"/>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_rels/slideMaster2.xml.rels><?xml version="1.0" encoding="UTF-8" standalone="yes"?>
<Relationships xmlns="http://schemas.openxmlformats.org/package/2006/relationships"><Relationship Id="rId8" Type="http://schemas.openxmlformats.org/officeDocument/2006/relationships/slideLayout" Target="../slideLayouts/slideLayout20.xml"/><Relationship Id="rId3" Type="http://schemas.openxmlformats.org/officeDocument/2006/relationships/slideLayout" Target="../slideLayouts/slideLayout15.xml"/><Relationship Id="rId7" Type="http://schemas.openxmlformats.org/officeDocument/2006/relationships/slideLayout" Target="../slideLayouts/slideLayout19.xml"/><Relationship Id="rId12" Type="http://schemas.openxmlformats.org/officeDocument/2006/relationships/theme" Target="../theme/theme2.xml"/><Relationship Id="rId2" Type="http://schemas.openxmlformats.org/officeDocument/2006/relationships/slideLayout" Target="../slideLayouts/slideLayout14.xml"/><Relationship Id="rId1" Type="http://schemas.openxmlformats.org/officeDocument/2006/relationships/slideLayout" Target="../slideLayouts/slideLayout13.xml"/><Relationship Id="rId6" Type="http://schemas.openxmlformats.org/officeDocument/2006/relationships/slideLayout" Target="../slideLayouts/slideLayout18.xml"/><Relationship Id="rId11" Type="http://schemas.openxmlformats.org/officeDocument/2006/relationships/slideLayout" Target="../slideLayouts/slideLayout23.xml"/><Relationship Id="rId5" Type="http://schemas.openxmlformats.org/officeDocument/2006/relationships/slideLayout" Target="../slideLayouts/slideLayout17.xml"/><Relationship Id="rId10" Type="http://schemas.openxmlformats.org/officeDocument/2006/relationships/slideLayout" Target="../slideLayouts/slideLayout22.xml"/><Relationship Id="rId4" Type="http://schemas.openxmlformats.org/officeDocument/2006/relationships/slideLayout" Target="../slideLayouts/slideLayout16.xml"/><Relationship Id="rId9" Type="http://schemas.openxmlformats.org/officeDocument/2006/relationships/slideLayout" Target="../slideLayouts/slideLayout2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2" name="Title Placeholder 21"/>
          <p:cNvSpPr>
            <a:spLocks noGrp="1"/>
          </p:cNvSpPr>
          <p:nvPr>
            <p:ph type="title"/>
          </p:nvPr>
        </p:nvSpPr>
        <p:spPr>
          <a:xfrm>
            <a:off x="457200" y="152400"/>
            <a:ext cx="8229600" cy="990600"/>
          </a:xfrm>
          <a:prstGeom prst="rect">
            <a:avLst/>
          </a:prstGeom>
        </p:spPr>
        <p:txBody>
          <a:bodyPr vert="horz" anchor="b" anchorCtr="0">
            <a:normAutofit/>
          </a:bodyPr>
          <a:lstStyle/>
          <a:p>
            <a:r>
              <a:rPr kumimoji="0" lang="en-US"/>
              <a:t>Click to edit Master title style</a:t>
            </a:r>
          </a:p>
        </p:txBody>
      </p:sp>
      <p:sp>
        <p:nvSpPr>
          <p:cNvPr id="13" name="Text Placeholder 12"/>
          <p:cNvSpPr>
            <a:spLocks noGrp="1"/>
          </p:cNvSpPr>
          <p:nvPr>
            <p:ph type="body" idx="1"/>
          </p:nvPr>
        </p:nvSpPr>
        <p:spPr>
          <a:xfrm>
            <a:off x="457200" y="1219200"/>
            <a:ext cx="8229600" cy="4910328"/>
          </a:xfrm>
          <a:prstGeom prst="rect">
            <a:avLst/>
          </a:prstGeom>
        </p:spPr>
        <p:txBody>
          <a:bodyPr vert="horz">
            <a:normAutofit/>
          </a:bodyPr>
          <a:lstStyle/>
          <a:p>
            <a:pPr lvl="0" eaLnBrk="1" latinLnBrk="0" hangingPunct="1"/>
            <a:r>
              <a:rPr kumimoji="0" lang="en-US"/>
              <a:t>Click to edit Master text styles</a:t>
            </a:r>
          </a:p>
          <a:p>
            <a:pPr lvl="1" eaLnBrk="1" latinLnBrk="0" hangingPunct="1"/>
            <a:r>
              <a:rPr kumimoji="0" lang="en-US"/>
              <a:t>Second level</a:t>
            </a:r>
          </a:p>
          <a:p>
            <a:pPr lvl="2" eaLnBrk="1" latinLnBrk="0" hangingPunct="1"/>
            <a:r>
              <a:rPr kumimoji="0" lang="en-US"/>
              <a:t>Third level</a:t>
            </a:r>
          </a:p>
          <a:p>
            <a:pPr lvl="3" eaLnBrk="1" latinLnBrk="0" hangingPunct="1"/>
            <a:r>
              <a:rPr kumimoji="0" lang="en-US"/>
              <a:t>Fourth level</a:t>
            </a:r>
          </a:p>
          <a:p>
            <a:pPr lvl="4" eaLnBrk="1" latinLnBrk="0" hangingPunct="1"/>
            <a:r>
              <a:rPr kumimoji="0" lang="en-US"/>
              <a:t>Fifth level</a:t>
            </a:r>
          </a:p>
        </p:txBody>
      </p:sp>
      <p:sp>
        <p:nvSpPr>
          <p:cNvPr id="14" name="Date Placeholder 13"/>
          <p:cNvSpPr>
            <a:spLocks noGrp="1"/>
          </p:cNvSpPr>
          <p:nvPr>
            <p:ph type="dt" sz="half" idx="2"/>
          </p:nvPr>
        </p:nvSpPr>
        <p:spPr>
          <a:xfrm>
            <a:off x="6400800" y="6356350"/>
            <a:ext cx="2289048" cy="365760"/>
          </a:xfrm>
          <a:prstGeom prst="rect">
            <a:avLst/>
          </a:prstGeom>
        </p:spPr>
        <p:txBody>
          <a:bodyPr vert="horz"/>
          <a:lstStyle>
            <a:lvl1pPr algn="l" eaLnBrk="1" latinLnBrk="0" hangingPunct="1">
              <a:defRPr kumimoji="0" sz="1400">
                <a:solidFill>
                  <a:schemeClr val="tx2"/>
                </a:solidFill>
              </a:defRPr>
            </a:lvl1pPr>
          </a:lstStyle>
          <a:p>
            <a:pPr eaLnBrk="1" latinLnBrk="0" hangingPunct="1"/>
            <a:fld id="{4087DD3F-948A-46ED-B3EC-5D68A963D0B7}" type="datetime1">
              <a:rPr lang="en-US" smtClean="0"/>
              <a:t>12/2/2025</a:t>
            </a:fld>
            <a:endParaRPr lang="en-US" sz="1400" dirty="0">
              <a:solidFill>
                <a:schemeClr val="tx2"/>
              </a:solidFill>
            </a:endParaRPr>
          </a:p>
        </p:txBody>
      </p:sp>
      <p:sp>
        <p:nvSpPr>
          <p:cNvPr id="3" name="Footer Placeholder 2"/>
          <p:cNvSpPr>
            <a:spLocks noGrp="1"/>
          </p:cNvSpPr>
          <p:nvPr>
            <p:ph type="ftr" sz="quarter" idx="3"/>
          </p:nvPr>
        </p:nvSpPr>
        <p:spPr>
          <a:xfrm>
            <a:off x="2898648" y="6356350"/>
            <a:ext cx="3505200" cy="365760"/>
          </a:xfrm>
          <a:prstGeom prst="rect">
            <a:avLst/>
          </a:prstGeom>
        </p:spPr>
        <p:txBody>
          <a:bodyPr vert="horz"/>
          <a:lstStyle>
            <a:lvl1pPr algn="r" eaLnBrk="1" latinLnBrk="0" hangingPunct="1">
              <a:defRPr kumimoji="0" sz="1400">
                <a:solidFill>
                  <a:schemeClr val="tx2"/>
                </a:solidFill>
              </a:defRPr>
            </a:lvl1pPr>
          </a:lstStyle>
          <a:p>
            <a:pPr algn="r" eaLnBrk="1" latinLnBrk="0" hangingPunct="1"/>
            <a:endParaRPr kumimoji="0" lang="en-US" sz="1400" dirty="0">
              <a:solidFill>
                <a:schemeClr val="tx2"/>
              </a:solidFill>
            </a:endParaRPr>
          </a:p>
        </p:txBody>
      </p:sp>
      <p:sp>
        <p:nvSpPr>
          <p:cNvPr id="23" name="Slide Number Placeholder 22"/>
          <p:cNvSpPr>
            <a:spLocks noGrp="1"/>
          </p:cNvSpPr>
          <p:nvPr>
            <p:ph type="sldNum" sz="quarter" idx="4"/>
          </p:nvPr>
        </p:nvSpPr>
        <p:spPr>
          <a:xfrm>
            <a:off x="612648" y="6356350"/>
            <a:ext cx="1981200" cy="365760"/>
          </a:xfrm>
          <a:prstGeom prst="rect">
            <a:avLst/>
          </a:prstGeom>
        </p:spPr>
        <p:txBody>
          <a:bodyPr vert="horz"/>
          <a:lstStyle>
            <a:lvl1pPr algn="l" eaLnBrk="1" latinLnBrk="0" hangingPunct="1">
              <a:defRPr kumimoji="0" sz="1400">
                <a:solidFill>
                  <a:schemeClr val="tx2"/>
                </a:solidFill>
              </a:defRPr>
            </a:lvl1pPr>
          </a:lstStyle>
          <a:p>
            <a:pPr algn="l" eaLnBrk="1" latinLnBrk="0" hangingPunct="1"/>
            <a:fld id="{EA7C8D44-3667-46F6-9772-CC52308E2A7F}" type="slidenum">
              <a:rPr kumimoji="0" lang="en-US" smtClean="0"/>
              <a:pPr algn="l" eaLnBrk="1" latinLnBrk="0" hangingPunct="1"/>
              <a:t>‹#›</a:t>
            </a:fld>
            <a:endParaRPr kumimoji="0" lang="en-US" sz="1600" dirty="0">
              <a:solidFill>
                <a:schemeClr val="tx2"/>
              </a:solidFill>
            </a:endParaRPr>
          </a:p>
        </p:txBody>
      </p:sp>
      <p:sp>
        <p:nvSpPr>
          <p:cNvPr id="28" name="Straight Connector 27"/>
          <p:cNvSpPr>
            <a:spLocks noChangeShapeType="1"/>
          </p:cNvSpPr>
          <p:nvPr/>
        </p:nvSpPr>
        <p:spPr bwMode="auto">
          <a:xfrm>
            <a:off x="457200" y="6353175"/>
            <a:ext cx="8229600" cy="0"/>
          </a:xfrm>
          <a:prstGeom prst="line">
            <a:avLst/>
          </a:prstGeom>
          <a:noFill/>
          <a:ln w="9525" cap="flat" cmpd="sng" algn="ctr">
            <a:solidFill>
              <a:schemeClr val="accent2"/>
            </a:solidFill>
            <a:prstDash val="dash"/>
            <a:round/>
            <a:headEnd type="none" w="med" len="med"/>
            <a:tailEnd type="none" w="med" len="med"/>
          </a:ln>
          <a:effectLst/>
        </p:spPr>
        <p:txBody>
          <a:bodyPr vert="horz" wrap="square" lIns="91440" tIns="45720" rIns="91440" bIns="45720" anchor="t" compatLnSpc="1"/>
          <a:lstStyle/>
          <a:p>
            <a:endParaRPr kumimoji="0" lang="en-US"/>
          </a:p>
        </p:txBody>
      </p:sp>
      <p:sp>
        <p:nvSpPr>
          <p:cNvPr id="29" name="Straight Connector 28"/>
          <p:cNvSpPr>
            <a:spLocks noChangeShapeType="1"/>
          </p:cNvSpPr>
          <p:nvPr/>
        </p:nvSpPr>
        <p:spPr bwMode="auto">
          <a:xfrm>
            <a:off x="457200" y="1143000"/>
            <a:ext cx="8229600" cy="0"/>
          </a:xfrm>
          <a:prstGeom prst="line">
            <a:avLst/>
          </a:prstGeom>
          <a:noFill/>
          <a:ln w="9525" cap="flat" cmpd="sng" algn="ctr">
            <a:solidFill>
              <a:schemeClr val="accent2"/>
            </a:solidFill>
            <a:prstDash val="dash"/>
            <a:round/>
            <a:headEnd type="none" w="med" len="med"/>
            <a:tailEnd type="none" w="med" len="med"/>
          </a:ln>
          <a:effectLst/>
        </p:spPr>
        <p:txBody>
          <a:bodyPr vert="horz" wrap="square" lIns="91440" tIns="45720" rIns="91440" bIns="45720" anchor="t" compatLnSpc="1"/>
          <a:lstStyle/>
          <a:p>
            <a:endParaRPr kumimoji="0" lang="en-US"/>
          </a:p>
        </p:txBody>
      </p:sp>
      <p:sp>
        <p:nvSpPr>
          <p:cNvPr id="10" name="Isosceles Triangle 9"/>
          <p:cNvSpPr>
            <a:spLocks noChangeAspect="1"/>
          </p:cNvSpPr>
          <p:nvPr/>
        </p:nvSpPr>
        <p:spPr>
          <a:xfrm rot="5400000">
            <a:off x="419100" y="6467475"/>
            <a:ext cx="190849" cy="120314"/>
          </a:xfrm>
          <a:prstGeom prst="triangle">
            <a:avLst>
              <a:gd name="adj" fmla="val 50000"/>
            </a:avLst>
          </a:prstGeom>
          <a:solidFill>
            <a:schemeClr val="accent2"/>
          </a:solidFill>
          <a:ln w="25400"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Tree>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 id="2147483672" r:id="rId12"/>
  </p:sldLayoutIdLst>
  <p:hf hdr="0" ftr="0" dt="0"/>
  <p:txStyles>
    <p:titleStyle>
      <a:lvl1pPr algn="l" rtl="0" eaLnBrk="1" latinLnBrk="0" hangingPunct="1">
        <a:spcBef>
          <a:spcPct val="0"/>
        </a:spcBef>
        <a:buNone/>
        <a:defRPr kumimoji="0" sz="3200" kern="1200">
          <a:solidFill>
            <a:schemeClr val="tx2"/>
          </a:solidFill>
          <a:latin typeface="+mj-lt"/>
          <a:ea typeface="+mj-ea"/>
          <a:cs typeface="+mj-cs"/>
        </a:defRPr>
      </a:lvl1pPr>
    </p:titleStyle>
    <p:bodyStyle>
      <a:lvl1pPr marL="274320" indent="-274320" algn="l" rtl="0" eaLnBrk="1" latinLnBrk="0" hangingPunct="1">
        <a:spcBef>
          <a:spcPts val="600"/>
        </a:spcBef>
        <a:buClr>
          <a:schemeClr val="accent1"/>
        </a:buClr>
        <a:buSzPct val="76000"/>
        <a:buFont typeface="Wingdings 3"/>
        <a:buChar char=""/>
        <a:defRPr kumimoji="0" sz="2600" kern="1200">
          <a:solidFill>
            <a:schemeClr val="tx1"/>
          </a:solidFill>
          <a:latin typeface="+mn-lt"/>
          <a:ea typeface="+mn-ea"/>
          <a:cs typeface="+mn-cs"/>
        </a:defRPr>
      </a:lvl1pPr>
      <a:lvl2pPr marL="548640" indent="-274320" algn="l" rtl="0" eaLnBrk="1" latinLnBrk="0" hangingPunct="1">
        <a:spcBef>
          <a:spcPts val="500"/>
        </a:spcBef>
        <a:buClr>
          <a:schemeClr val="accent2"/>
        </a:buClr>
        <a:buSzPct val="76000"/>
        <a:buFont typeface="Wingdings 3"/>
        <a:buChar char=""/>
        <a:defRPr kumimoji="0" sz="2300" kern="1200">
          <a:solidFill>
            <a:schemeClr val="tx2"/>
          </a:solidFill>
          <a:latin typeface="+mn-lt"/>
          <a:ea typeface="+mn-ea"/>
          <a:cs typeface="+mn-cs"/>
        </a:defRPr>
      </a:lvl2pPr>
      <a:lvl3pPr marL="822960" indent="-228600" algn="l" rtl="0" eaLnBrk="1" latinLnBrk="0" hangingPunct="1">
        <a:spcBef>
          <a:spcPts val="500"/>
        </a:spcBef>
        <a:buClr>
          <a:schemeClr val="bg1">
            <a:shade val="50000"/>
          </a:schemeClr>
        </a:buClr>
        <a:buSzPct val="76000"/>
        <a:buFont typeface="Wingdings 3"/>
        <a:buChar char=""/>
        <a:defRPr kumimoji="0" sz="2000" kern="1200">
          <a:solidFill>
            <a:schemeClr val="tx1"/>
          </a:solidFill>
          <a:latin typeface="+mn-lt"/>
          <a:ea typeface="+mn-ea"/>
          <a:cs typeface="+mn-cs"/>
        </a:defRPr>
      </a:lvl3pPr>
      <a:lvl4pPr marL="1097280" indent="-228600" algn="l" rtl="0" eaLnBrk="1" latinLnBrk="0" hangingPunct="1">
        <a:spcBef>
          <a:spcPts val="400"/>
        </a:spcBef>
        <a:buClr>
          <a:schemeClr val="accent2">
            <a:shade val="75000"/>
          </a:schemeClr>
        </a:buClr>
        <a:buSzPct val="70000"/>
        <a:buFont typeface="Wingdings"/>
        <a:buChar char=""/>
        <a:defRPr kumimoji="0" sz="1800" kern="1200">
          <a:solidFill>
            <a:schemeClr val="tx1"/>
          </a:solidFill>
          <a:latin typeface="+mn-lt"/>
          <a:ea typeface="+mn-ea"/>
          <a:cs typeface="+mn-cs"/>
        </a:defRPr>
      </a:lvl4pPr>
      <a:lvl5pPr marL="1371600" indent="-228600" algn="l" rtl="0" eaLnBrk="1" latinLnBrk="0" hangingPunct="1">
        <a:spcBef>
          <a:spcPts val="300"/>
        </a:spcBef>
        <a:buClr>
          <a:schemeClr val="accent2"/>
        </a:buClr>
        <a:buSzPct val="70000"/>
        <a:buFont typeface="Wingdings"/>
        <a:buChar char=""/>
        <a:defRPr kumimoji="0" sz="1600" kern="1200">
          <a:solidFill>
            <a:schemeClr val="tx1"/>
          </a:solidFill>
          <a:latin typeface="+mn-lt"/>
          <a:ea typeface="+mn-ea"/>
          <a:cs typeface="+mn-cs"/>
        </a:defRPr>
      </a:lvl5pPr>
      <a:lvl6pPr marL="1645920" indent="-182880" algn="l" rtl="0" eaLnBrk="1" latinLnBrk="0" hangingPunct="1">
        <a:spcBef>
          <a:spcPts val="300"/>
        </a:spcBef>
        <a:buClr>
          <a:srgbClr val="9FB8CD">
            <a:shade val="75000"/>
          </a:srgbClr>
        </a:buClr>
        <a:buSzPct val="75000"/>
        <a:buFont typeface="Wingdings 3"/>
        <a:buChar char=""/>
        <a:defRPr kumimoji="0" lang="en-US" sz="1600" kern="1200" smtClean="0">
          <a:solidFill>
            <a:schemeClr val="tx1"/>
          </a:solidFill>
          <a:latin typeface="+mn-lt"/>
          <a:ea typeface="+mn-ea"/>
          <a:cs typeface="+mn-cs"/>
        </a:defRPr>
      </a:lvl6pPr>
      <a:lvl7pPr marL="1828800" indent="-182880" algn="l" rtl="0" eaLnBrk="1" latinLnBrk="0" hangingPunct="1">
        <a:spcBef>
          <a:spcPts val="300"/>
        </a:spcBef>
        <a:buClr>
          <a:srgbClr val="727CA3">
            <a:shade val="75000"/>
          </a:srgbClr>
        </a:buClr>
        <a:buSzPct val="75000"/>
        <a:buFont typeface="Wingdings 3"/>
        <a:buChar char=""/>
        <a:defRPr kumimoji="0" lang="en-US" sz="1400" kern="1200" smtClean="0">
          <a:solidFill>
            <a:schemeClr val="tx1"/>
          </a:solidFill>
          <a:latin typeface="+mn-lt"/>
          <a:ea typeface="+mn-ea"/>
          <a:cs typeface="+mn-cs"/>
        </a:defRPr>
      </a:lvl7pPr>
      <a:lvl8pPr marL="2011680" indent="-182880" algn="l" rtl="0" eaLnBrk="1" latinLnBrk="0" hangingPunct="1">
        <a:spcBef>
          <a:spcPts val="300"/>
        </a:spcBef>
        <a:buClr>
          <a:prstClr val="white">
            <a:shade val="50000"/>
          </a:prstClr>
        </a:buClr>
        <a:buSzPct val="75000"/>
        <a:buFont typeface="Wingdings 3"/>
        <a:buChar char=""/>
        <a:defRPr kumimoji="0" lang="en-US" sz="1400" kern="1200" smtClean="0">
          <a:solidFill>
            <a:schemeClr val="tx1"/>
          </a:solidFill>
          <a:latin typeface="+mn-lt"/>
          <a:ea typeface="+mn-ea"/>
          <a:cs typeface="+mn-cs"/>
        </a:defRPr>
      </a:lvl8pPr>
      <a:lvl9pPr marL="2194560" indent="-182880" algn="l" rtl="0" eaLnBrk="1" latinLnBrk="0" hangingPunct="1">
        <a:spcBef>
          <a:spcPts val="300"/>
        </a:spcBef>
        <a:buClr>
          <a:srgbClr val="9FB8CD"/>
        </a:buClr>
        <a:buSzPct val="75000"/>
        <a:buFont typeface="Wingdings 3"/>
        <a:buChar char=""/>
        <a:defRPr kumimoji="0" lang="en-US" sz="1200" kern="1200" smtClean="0">
          <a:solidFill>
            <a:schemeClr val="tx1"/>
          </a:solidFill>
          <a:latin typeface="+mn-lt"/>
          <a:ea typeface="+mn-ea"/>
          <a:cs typeface="+mn-cs"/>
        </a:defRPr>
      </a:lvl9pPr>
    </p:bodyStyle>
    <p:otherStyle>
      <a:lvl1pPr marL="0" algn="l" rtl="0" eaLnBrk="1" latinLnBrk="0" hangingPunct="1">
        <a:defRPr kumimoji="0" kern="1200">
          <a:solidFill>
            <a:schemeClr val="tx1"/>
          </a:solidFill>
          <a:latin typeface="+mn-lt"/>
          <a:ea typeface="+mn-ea"/>
          <a:cs typeface="+mn-cs"/>
        </a:defRPr>
      </a:lvl1pPr>
      <a:lvl2pPr marL="457200" algn="l" rtl="0" eaLnBrk="1" latinLnBrk="0" hangingPunct="1">
        <a:defRPr kumimoji="0" kern="1200">
          <a:solidFill>
            <a:schemeClr val="tx1"/>
          </a:solidFill>
          <a:latin typeface="+mn-lt"/>
          <a:ea typeface="+mn-ea"/>
          <a:cs typeface="+mn-cs"/>
        </a:defRPr>
      </a:lvl2pPr>
      <a:lvl3pPr marL="914400" algn="l" rtl="0" eaLnBrk="1" latinLnBrk="0" hangingPunct="1">
        <a:defRPr kumimoji="0" kern="1200">
          <a:solidFill>
            <a:schemeClr val="tx1"/>
          </a:solidFill>
          <a:latin typeface="+mn-lt"/>
          <a:ea typeface="+mn-ea"/>
          <a:cs typeface="+mn-cs"/>
        </a:defRPr>
      </a:lvl3pPr>
      <a:lvl4pPr marL="1371600" algn="l" rtl="0" eaLnBrk="1" latinLnBrk="0" hangingPunct="1">
        <a:defRPr kumimoji="0" kern="1200">
          <a:solidFill>
            <a:schemeClr val="tx1"/>
          </a:solidFill>
          <a:latin typeface="+mn-lt"/>
          <a:ea typeface="+mn-ea"/>
          <a:cs typeface="+mn-cs"/>
        </a:defRPr>
      </a:lvl4pPr>
      <a:lvl5pPr marL="1828800" algn="l" rtl="0" eaLnBrk="1" latinLnBrk="0" hangingPunct="1">
        <a:defRPr kumimoji="0" kern="1200">
          <a:solidFill>
            <a:schemeClr val="tx1"/>
          </a:solidFill>
          <a:latin typeface="+mn-lt"/>
          <a:ea typeface="+mn-ea"/>
          <a:cs typeface="+mn-cs"/>
        </a:defRPr>
      </a:lvl5pPr>
      <a:lvl6pPr marL="2286000" algn="l" rtl="0" eaLnBrk="1" latinLnBrk="0" hangingPunct="1">
        <a:defRPr kumimoji="0" kern="1200">
          <a:solidFill>
            <a:schemeClr val="tx1"/>
          </a:solidFill>
          <a:latin typeface="+mn-lt"/>
          <a:ea typeface="+mn-ea"/>
          <a:cs typeface="+mn-cs"/>
        </a:defRPr>
      </a:lvl6pPr>
      <a:lvl7pPr marL="2743200" algn="l" rtl="0" eaLnBrk="1" latinLnBrk="0" hangingPunct="1">
        <a:defRPr kumimoji="0" kern="1200">
          <a:solidFill>
            <a:schemeClr val="tx1"/>
          </a:solidFill>
          <a:latin typeface="+mn-lt"/>
          <a:ea typeface="+mn-ea"/>
          <a:cs typeface="+mn-cs"/>
        </a:defRPr>
      </a:lvl7pPr>
      <a:lvl8pPr marL="3200400" algn="l" rtl="0" eaLnBrk="1" latinLnBrk="0" hangingPunct="1">
        <a:defRPr kumimoji="0" kern="1200">
          <a:solidFill>
            <a:schemeClr val="tx1"/>
          </a:solidFill>
          <a:latin typeface="+mn-lt"/>
          <a:ea typeface="+mn-ea"/>
          <a:cs typeface="+mn-cs"/>
        </a:defRPr>
      </a:lvl8pPr>
      <a:lvl9pPr marL="3657600" algn="l" rtl="0" eaLnBrk="1" latinLnBrk="0" hangingPunct="1">
        <a:defRPr kumimoji="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2" name="Title Placeholder 21"/>
          <p:cNvSpPr>
            <a:spLocks noGrp="1"/>
          </p:cNvSpPr>
          <p:nvPr>
            <p:ph type="title"/>
          </p:nvPr>
        </p:nvSpPr>
        <p:spPr>
          <a:xfrm>
            <a:off x="457200" y="152400"/>
            <a:ext cx="8229600" cy="990600"/>
          </a:xfrm>
          <a:prstGeom prst="rect">
            <a:avLst/>
          </a:prstGeom>
        </p:spPr>
        <p:txBody>
          <a:bodyPr vert="horz" anchor="b" anchorCtr="0">
            <a:normAutofit/>
          </a:bodyPr>
          <a:lstStyle/>
          <a:p>
            <a:r>
              <a:rPr kumimoji="0" lang="en-US"/>
              <a:t>Click to edit Master title style</a:t>
            </a:r>
          </a:p>
        </p:txBody>
      </p:sp>
      <p:sp>
        <p:nvSpPr>
          <p:cNvPr id="13" name="Text Placeholder 12"/>
          <p:cNvSpPr>
            <a:spLocks noGrp="1"/>
          </p:cNvSpPr>
          <p:nvPr>
            <p:ph type="body" idx="1"/>
          </p:nvPr>
        </p:nvSpPr>
        <p:spPr>
          <a:xfrm>
            <a:off x="457200" y="1219200"/>
            <a:ext cx="8229600" cy="4910328"/>
          </a:xfrm>
          <a:prstGeom prst="rect">
            <a:avLst/>
          </a:prstGeom>
        </p:spPr>
        <p:txBody>
          <a:bodyPr vert="horz">
            <a:normAutofit/>
          </a:bodyPr>
          <a:lstStyle/>
          <a:p>
            <a:pPr lvl="0" eaLnBrk="1" latinLnBrk="0" hangingPunct="1"/>
            <a:r>
              <a:rPr kumimoji="0" lang="en-US"/>
              <a:t>Click to edit Master text styles</a:t>
            </a:r>
          </a:p>
          <a:p>
            <a:pPr lvl="1" eaLnBrk="1" latinLnBrk="0" hangingPunct="1"/>
            <a:r>
              <a:rPr kumimoji="0" lang="en-US"/>
              <a:t>Second level</a:t>
            </a:r>
          </a:p>
          <a:p>
            <a:pPr lvl="2" eaLnBrk="1" latinLnBrk="0" hangingPunct="1"/>
            <a:r>
              <a:rPr kumimoji="0" lang="en-US"/>
              <a:t>Third level</a:t>
            </a:r>
          </a:p>
          <a:p>
            <a:pPr lvl="3" eaLnBrk="1" latinLnBrk="0" hangingPunct="1"/>
            <a:r>
              <a:rPr kumimoji="0" lang="en-US"/>
              <a:t>Fourth level</a:t>
            </a:r>
          </a:p>
          <a:p>
            <a:pPr lvl="4" eaLnBrk="1" latinLnBrk="0" hangingPunct="1"/>
            <a:r>
              <a:rPr kumimoji="0" lang="en-US"/>
              <a:t>Fifth level</a:t>
            </a:r>
          </a:p>
        </p:txBody>
      </p:sp>
      <p:sp>
        <p:nvSpPr>
          <p:cNvPr id="14" name="Date Placeholder 13"/>
          <p:cNvSpPr>
            <a:spLocks noGrp="1"/>
          </p:cNvSpPr>
          <p:nvPr>
            <p:ph type="dt" sz="half" idx="2"/>
          </p:nvPr>
        </p:nvSpPr>
        <p:spPr>
          <a:xfrm>
            <a:off x="6400800" y="6356350"/>
            <a:ext cx="2289048" cy="365760"/>
          </a:xfrm>
          <a:prstGeom prst="rect">
            <a:avLst/>
          </a:prstGeom>
        </p:spPr>
        <p:txBody>
          <a:bodyPr vert="horz"/>
          <a:lstStyle>
            <a:lvl1pPr algn="l" eaLnBrk="1" latinLnBrk="0" hangingPunct="1">
              <a:defRPr kumimoji="0" sz="1050">
                <a:solidFill>
                  <a:schemeClr val="tx2"/>
                </a:solidFill>
              </a:defRPr>
            </a:lvl1pPr>
          </a:lstStyle>
          <a:p>
            <a:pPr eaLnBrk="1" latinLnBrk="0" hangingPunct="1"/>
            <a:fld id="{A1DC5B07-A42E-4D40-A069-384595D56939}" type="datetime1">
              <a:rPr lang="en-US" smtClean="0"/>
              <a:pPr eaLnBrk="1" latinLnBrk="0" hangingPunct="1"/>
              <a:t>12/2/2025</a:t>
            </a:fld>
            <a:endParaRPr lang="en-US" sz="1050" dirty="0">
              <a:solidFill>
                <a:schemeClr val="tx2"/>
              </a:solidFill>
            </a:endParaRPr>
          </a:p>
        </p:txBody>
      </p:sp>
      <p:sp>
        <p:nvSpPr>
          <p:cNvPr id="3" name="Footer Placeholder 2"/>
          <p:cNvSpPr>
            <a:spLocks noGrp="1"/>
          </p:cNvSpPr>
          <p:nvPr>
            <p:ph type="ftr" sz="quarter" idx="3"/>
          </p:nvPr>
        </p:nvSpPr>
        <p:spPr>
          <a:xfrm>
            <a:off x="2898648" y="6356350"/>
            <a:ext cx="3505200" cy="365760"/>
          </a:xfrm>
          <a:prstGeom prst="rect">
            <a:avLst/>
          </a:prstGeom>
        </p:spPr>
        <p:txBody>
          <a:bodyPr vert="horz"/>
          <a:lstStyle>
            <a:lvl1pPr algn="r" eaLnBrk="1" latinLnBrk="0" hangingPunct="1">
              <a:defRPr kumimoji="0" sz="1050">
                <a:solidFill>
                  <a:schemeClr val="tx2"/>
                </a:solidFill>
              </a:defRPr>
            </a:lvl1pPr>
          </a:lstStyle>
          <a:p>
            <a:pPr algn="r" eaLnBrk="1" latinLnBrk="0" hangingPunct="1"/>
            <a:endParaRPr kumimoji="0" lang="en-US" sz="1050" dirty="0">
              <a:solidFill>
                <a:schemeClr val="tx2"/>
              </a:solidFill>
            </a:endParaRPr>
          </a:p>
        </p:txBody>
      </p:sp>
      <p:sp>
        <p:nvSpPr>
          <p:cNvPr id="23" name="Slide Number Placeholder 22"/>
          <p:cNvSpPr>
            <a:spLocks noGrp="1"/>
          </p:cNvSpPr>
          <p:nvPr>
            <p:ph type="sldNum" sz="quarter" idx="4"/>
          </p:nvPr>
        </p:nvSpPr>
        <p:spPr>
          <a:xfrm>
            <a:off x="612648" y="6356350"/>
            <a:ext cx="1981200" cy="365760"/>
          </a:xfrm>
          <a:prstGeom prst="rect">
            <a:avLst/>
          </a:prstGeom>
        </p:spPr>
        <p:txBody>
          <a:bodyPr vert="horz"/>
          <a:lstStyle>
            <a:lvl1pPr algn="l" eaLnBrk="1" latinLnBrk="0" hangingPunct="1">
              <a:defRPr kumimoji="0" sz="1050">
                <a:solidFill>
                  <a:schemeClr val="tx2"/>
                </a:solidFill>
              </a:defRPr>
            </a:lvl1pPr>
          </a:lstStyle>
          <a:p>
            <a:pPr algn="l" eaLnBrk="1" latinLnBrk="0" hangingPunct="1"/>
            <a:fld id="{EA7C8D44-3667-46F6-9772-CC52308E2A7F}" type="slidenum">
              <a:rPr kumimoji="0" lang="en-US" smtClean="0"/>
              <a:pPr algn="l" eaLnBrk="1" latinLnBrk="0" hangingPunct="1"/>
              <a:t>‹#›</a:t>
            </a:fld>
            <a:endParaRPr kumimoji="0" lang="en-US" sz="1200" dirty="0">
              <a:solidFill>
                <a:schemeClr val="tx2"/>
              </a:solidFill>
            </a:endParaRPr>
          </a:p>
        </p:txBody>
      </p:sp>
      <p:sp>
        <p:nvSpPr>
          <p:cNvPr id="28" name="Straight Connector 27"/>
          <p:cNvSpPr>
            <a:spLocks noChangeShapeType="1"/>
          </p:cNvSpPr>
          <p:nvPr/>
        </p:nvSpPr>
        <p:spPr bwMode="auto">
          <a:xfrm>
            <a:off x="457200" y="6353175"/>
            <a:ext cx="8229600" cy="0"/>
          </a:xfrm>
          <a:prstGeom prst="line">
            <a:avLst/>
          </a:prstGeom>
          <a:noFill/>
          <a:ln w="9525" cap="flat" cmpd="sng" algn="ctr">
            <a:solidFill>
              <a:schemeClr val="accent2"/>
            </a:solidFill>
            <a:prstDash val="dash"/>
            <a:round/>
            <a:headEnd type="none" w="med" len="med"/>
            <a:tailEnd type="none" w="med" len="med"/>
          </a:ln>
          <a:effectLst/>
        </p:spPr>
        <p:txBody>
          <a:bodyPr vert="horz" wrap="square" lIns="68580" tIns="34290" rIns="68580" bIns="34290" anchor="t" compatLnSpc="1"/>
          <a:lstStyle/>
          <a:p>
            <a:endParaRPr kumimoji="0" lang="en-US" sz="1350"/>
          </a:p>
        </p:txBody>
      </p:sp>
      <p:sp>
        <p:nvSpPr>
          <p:cNvPr id="29" name="Straight Connector 28"/>
          <p:cNvSpPr>
            <a:spLocks noChangeShapeType="1"/>
          </p:cNvSpPr>
          <p:nvPr/>
        </p:nvSpPr>
        <p:spPr bwMode="auto">
          <a:xfrm>
            <a:off x="457200" y="1143000"/>
            <a:ext cx="8229600" cy="0"/>
          </a:xfrm>
          <a:prstGeom prst="line">
            <a:avLst/>
          </a:prstGeom>
          <a:noFill/>
          <a:ln w="9525" cap="flat" cmpd="sng" algn="ctr">
            <a:solidFill>
              <a:schemeClr val="accent2"/>
            </a:solidFill>
            <a:prstDash val="dash"/>
            <a:round/>
            <a:headEnd type="none" w="med" len="med"/>
            <a:tailEnd type="none" w="med" len="med"/>
          </a:ln>
          <a:effectLst/>
        </p:spPr>
        <p:txBody>
          <a:bodyPr vert="horz" wrap="square" lIns="68580" tIns="34290" rIns="68580" bIns="34290" anchor="t" compatLnSpc="1"/>
          <a:lstStyle/>
          <a:p>
            <a:endParaRPr kumimoji="0" lang="en-US" sz="1350"/>
          </a:p>
        </p:txBody>
      </p:sp>
      <p:sp>
        <p:nvSpPr>
          <p:cNvPr id="10" name="Isosceles Triangle 9"/>
          <p:cNvSpPr>
            <a:spLocks noChangeAspect="1"/>
          </p:cNvSpPr>
          <p:nvPr/>
        </p:nvSpPr>
        <p:spPr>
          <a:xfrm rot="5400000">
            <a:off x="419101" y="6467476"/>
            <a:ext cx="190849" cy="120314"/>
          </a:xfrm>
          <a:prstGeom prst="triangle">
            <a:avLst>
              <a:gd name="adj" fmla="val 50000"/>
            </a:avLst>
          </a:prstGeom>
          <a:solidFill>
            <a:schemeClr val="accent2"/>
          </a:solidFill>
          <a:ln w="25400"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sz="1350"/>
          </a:p>
        </p:txBody>
      </p:sp>
    </p:spTree>
    <p:extLst>
      <p:ext uri="{BB962C8B-B14F-4D97-AF65-F5344CB8AC3E}">
        <p14:creationId xmlns:p14="http://schemas.microsoft.com/office/powerpoint/2010/main" val="2061956492"/>
      </p:ext>
    </p:extLst>
  </p:cSld>
  <p:clrMap bg1="lt1" tx1="dk1" bg2="lt2" tx2="dk2" accent1="accent1" accent2="accent2" accent3="accent3" accent4="accent4" accent5="accent5" accent6="accent6" hlink="hlink" folHlink="folHlink"/>
  <p:sldLayoutIdLst>
    <p:sldLayoutId id="2147483674" r:id="rId1"/>
    <p:sldLayoutId id="2147483675" r:id="rId2"/>
    <p:sldLayoutId id="2147483676" r:id="rId3"/>
    <p:sldLayoutId id="2147483677" r:id="rId4"/>
    <p:sldLayoutId id="2147483678" r:id="rId5"/>
    <p:sldLayoutId id="2147483679" r:id="rId6"/>
    <p:sldLayoutId id="2147483680" r:id="rId7"/>
    <p:sldLayoutId id="2147483681" r:id="rId8"/>
    <p:sldLayoutId id="2147483682" r:id="rId9"/>
    <p:sldLayoutId id="2147483683" r:id="rId10"/>
    <p:sldLayoutId id="2147483684" r:id="rId11"/>
  </p:sldLayoutIdLst>
  <p:hf hdr="0" ftr="0" dt="0"/>
  <p:txStyles>
    <p:titleStyle>
      <a:lvl1pPr algn="l" rtl="0" eaLnBrk="1" latinLnBrk="0" hangingPunct="1">
        <a:spcBef>
          <a:spcPct val="0"/>
        </a:spcBef>
        <a:buNone/>
        <a:defRPr kumimoji="0" sz="2400" kern="1200">
          <a:solidFill>
            <a:schemeClr val="tx2"/>
          </a:solidFill>
          <a:latin typeface="+mj-lt"/>
          <a:ea typeface="+mj-ea"/>
          <a:cs typeface="+mj-cs"/>
        </a:defRPr>
      </a:lvl1pPr>
    </p:titleStyle>
    <p:bodyStyle>
      <a:lvl1pPr marL="205740" indent="-205740" algn="l" rtl="0" eaLnBrk="1" latinLnBrk="0" hangingPunct="1">
        <a:spcBef>
          <a:spcPts val="450"/>
        </a:spcBef>
        <a:buClr>
          <a:schemeClr val="accent1"/>
        </a:buClr>
        <a:buSzPct val="76000"/>
        <a:buFont typeface="Wingdings 3"/>
        <a:buChar char=""/>
        <a:defRPr kumimoji="0" sz="1950" kern="1200">
          <a:solidFill>
            <a:schemeClr val="tx1"/>
          </a:solidFill>
          <a:latin typeface="+mn-lt"/>
          <a:ea typeface="+mn-ea"/>
          <a:cs typeface="+mn-cs"/>
        </a:defRPr>
      </a:lvl1pPr>
      <a:lvl2pPr marL="411480" indent="-205740" algn="l" rtl="0" eaLnBrk="1" latinLnBrk="0" hangingPunct="1">
        <a:spcBef>
          <a:spcPts val="375"/>
        </a:spcBef>
        <a:buClr>
          <a:schemeClr val="accent2"/>
        </a:buClr>
        <a:buSzPct val="76000"/>
        <a:buFont typeface="Wingdings 3"/>
        <a:buChar char=""/>
        <a:defRPr kumimoji="0" sz="1725" kern="1200">
          <a:solidFill>
            <a:schemeClr val="tx2"/>
          </a:solidFill>
          <a:latin typeface="+mn-lt"/>
          <a:ea typeface="+mn-ea"/>
          <a:cs typeface="+mn-cs"/>
        </a:defRPr>
      </a:lvl2pPr>
      <a:lvl3pPr marL="617220" indent="-171450" algn="l" rtl="0" eaLnBrk="1" latinLnBrk="0" hangingPunct="1">
        <a:spcBef>
          <a:spcPts val="375"/>
        </a:spcBef>
        <a:buClr>
          <a:schemeClr val="bg1">
            <a:shade val="50000"/>
          </a:schemeClr>
        </a:buClr>
        <a:buSzPct val="76000"/>
        <a:buFont typeface="Wingdings 3"/>
        <a:buChar char=""/>
        <a:defRPr kumimoji="0" sz="1500" kern="1200">
          <a:solidFill>
            <a:schemeClr val="tx1"/>
          </a:solidFill>
          <a:latin typeface="+mn-lt"/>
          <a:ea typeface="+mn-ea"/>
          <a:cs typeface="+mn-cs"/>
        </a:defRPr>
      </a:lvl3pPr>
      <a:lvl4pPr marL="822960" indent="-171450" algn="l" rtl="0" eaLnBrk="1" latinLnBrk="0" hangingPunct="1">
        <a:spcBef>
          <a:spcPts val="300"/>
        </a:spcBef>
        <a:buClr>
          <a:schemeClr val="accent2">
            <a:shade val="75000"/>
          </a:schemeClr>
        </a:buClr>
        <a:buSzPct val="70000"/>
        <a:buFont typeface="Wingdings"/>
        <a:buChar char=""/>
        <a:defRPr kumimoji="0" sz="1350" kern="1200">
          <a:solidFill>
            <a:schemeClr val="tx1"/>
          </a:solidFill>
          <a:latin typeface="+mn-lt"/>
          <a:ea typeface="+mn-ea"/>
          <a:cs typeface="+mn-cs"/>
        </a:defRPr>
      </a:lvl4pPr>
      <a:lvl5pPr marL="1028700" indent="-171450" algn="l" rtl="0" eaLnBrk="1" latinLnBrk="0" hangingPunct="1">
        <a:spcBef>
          <a:spcPts val="225"/>
        </a:spcBef>
        <a:buClr>
          <a:schemeClr val="accent2"/>
        </a:buClr>
        <a:buSzPct val="70000"/>
        <a:buFont typeface="Wingdings"/>
        <a:buChar char=""/>
        <a:defRPr kumimoji="0" sz="1200" kern="1200">
          <a:solidFill>
            <a:schemeClr val="tx1"/>
          </a:solidFill>
          <a:latin typeface="+mn-lt"/>
          <a:ea typeface="+mn-ea"/>
          <a:cs typeface="+mn-cs"/>
        </a:defRPr>
      </a:lvl5pPr>
      <a:lvl6pPr marL="1234440" indent="-137160" algn="l" rtl="0" eaLnBrk="1" latinLnBrk="0" hangingPunct="1">
        <a:spcBef>
          <a:spcPts val="225"/>
        </a:spcBef>
        <a:buClr>
          <a:srgbClr val="9FB8CD">
            <a:shade val="75000"/>
          </a:srgbClr>
        </a:buClr>
        <a:buSzPct val="75000"/>
        <a:buFont typeface="Wingdings 3"/>
        <a:buChar char=""/>
        <a:defRPr kumimoji="0" lang="en-US" sz="1200" kern="1200" smtClean="0">
          <a:solidFill>
            <a:schemeClr val="tx1"/>
          </a:solidFill>
          <a:latin typeface="+mn-lt"/>
          <a:ea typeface="+mn-ea"/>
          <a:cs typeface="+mn-cs"/>
        </a:defRPr>
      </a:lvl6pPr>
      <a:lvl7pPr marL="1371600" indent="-137160" algn="l" rtl="0" eaLnBrk="1" latinLnBrk="0" hangingPunct="1">
        <a:spcBef>
          <a:spcPts val="225"/>
        </a:spcBef>
        <a:buClr>
          <a:srgbClr val="727CA3">
            <a:shade val="75000"/>
          </a:srgbClr>
        </a:buClr>
        <a:buSzPct val="75000"/>
        <a:buFont typeface="Wingdings 3"/>
        <a:buChar char=""/>
        <a:defRPr kumimoji="0" lang="en-US" sz="1050" kern="1200" smtClean="0">
          <a:solidFill>
            <a:schemeClr val="tx1"/>
          </a:solidFill>
          <a:latin typeface="+mn-lt"/>
          <a:ea typeface="+mn-ea"/>
          <a:cs typeface="+mn-cs"/>
        </a:defRPr>
      </a:lvl7pPr>
      <a:lvl8pPr marL="1508760" indent="-137160" algn="l" rtl="0" eaLnBrk="1" latinLnBrk="0" hangingPunct="1">
        <a:spcBef>
          <a:spcPts val="225"/>
        </a:spcBef>
        <a:buClr>
          <a:prstClr val="white">
            <a:shade val="50000"/>
          </a:prstClr>
        </a:buClr>
        <a:buSzPct val="75000"/>
        <a:buFont typeface="Wingdings 3"/>
        <a:buChar char=""/>
        <a:defRPr kumimoji="0" lang="en-US" sz="1050" kern="1200" smtClean="0">
          <a:solidFill>
            <a:schemeClr val="tx1"/>
          </a:solidFill>
          <a:latin typeface="+mn-lt"/>
          <a:ea typeface="+mn-ea"/>
          <a:cs typeface="+mn-cs"/>
        </a:defRPr>
      </a:lvl8pPr>
      <a:lvl9pPr marL="1645920" indent="-137160" algn="l" rtl="0" eaLnBrk="1" latinLnBrk="0" hangingPunct="1">
        <a:spcBef>
          <a:spcPts val="225"/>
        </a:spcBef>
        <a:buClr>
          <a:srgbClr val="9FB8CD"/>
        </a:buClr>
        <a:buSzPct val="75000"/>
        <a:buFont typeface="Wingdings 3"/>
        <a:buChar char=""/>
        <a:defRPr kumimoji="0" lang="en-US" sz="900" kern="1200" smtClean="0">
          <a:solidFill>
            <a:schemeClr val="tx1"/>
          </a:solidFill>
          <a:latin typeface="+mn-lt"/>
          <a:ea typeface="+mn-ea"/>
          <a:cs typeface="+mn-cs"/>
        </a:defRPr>
      </a:lvl9pPr>
    </p:bodyStyle>
    <p:otherStyle>
      <a:lvl1pPr marL="0" algn="l" rtl="0" eaLnBrk="1" latinLnBrk="0" hangingPunct="1">
        <a:defRPr kumimoji="0" kern="1200">
          <a:solidFill>
            <a:schemeClr val="tx1"/>
          </a:solidFill>
          <a:latin typeface="+mn-lt"/>
          <a:ea typeface="+mn-ea"/>
          <a:cs typeface="+mn-cs"/>
        </a:defRPr>
      </a:lvl1pPr>
      <a:lvl2pPr marL="342900" algn="l" rtl="0" eaLnBrk="1" latinLnBrk="0" hangingPunct="1">
        <a:defRPr kumimoji="0" kern="1200">
          <a:solidFill>
            <a:schemeClr val="tx1"/>
          </a:solidFill>
          <a:latin typeface="+mn-lt"/>
          <a:ea typeface="+mn-ea"/>
          <a:cs typeface="+mn-cs"/>
        </a:defRPr>
      </a:lvl2pPr>
      <a:lvl3pPr marL="685800" algn="l" rtl="0" eaLnBrk="1" latinLnBrk="0" hangingPunct="1">
        <a:defRPr kumimoji="0" kern="1200">
          <a:solidFill>
            <a:schemeClr val="tx1"/>
          </a:solidFill>
          <a:latin typeface="+mn-lt"/>
          <a:ea typeface="+mn-ea"/>
          <a:cs typeface="+mn-cs"/>
        </a:defRPr>
      </a:lvl3pPr>
      <a:lvl4pPr marL="1028700" algn="l" rtl="0" eaLnBrk="1" latinLnBrk="0" hangingPunct="1">
        <a:defRPr kumimoji="0" kern="1200">
          <a:solidFill>
            <a:schemeClr val="tx1"/>
          </a:solidFill>
          <a:latin typeface="+mn-lt"/>
          <a:ea typeface="+mn-ea"/>
          <a:cs typeface="+mn-cs"/>
        </a:defRPr>
      </a:lvl4pPr>
      <a:lvl5pPr marL="1371600" algn="l" rtl="0" eaLnBrk="1" latinLnBrk="0" hangingPunct="1">
        <a:defRPr kumimoji="0" kern="1200">
          <a:solidFill>
            <a:schemeClr val="tx1"/>
          </a:solidFill>
          <a:latin typeface="+mn-lt"/>
          <a:ea typeface="+mn-ea"/>
          <a:cs typeface="+mn-cs"/>
        </a:defRPr>
      </a:lvl5pPr>
      <a:lvl6pPr marL="1714500" algn="l" rtl="0" eaLnBrk="1" latinLnBrk="0" hangingPunct="1">
        <a:defRPr kumimoji="0" kern="1200">
          <a:solidFill>
            <a:schemeClr val="tx1"/>
          </a:solidFill>
          <a:latin typeface="+mn-lt"/>
          <a:ea typeface="+mn-ea"/>
          <a:cs typeface="+mn-cs"/>
        </a:defRPr>
      </a:lvl6pPr>
      <a:lvl7pPr marL="2057400" algn="l" rtl="0" eaLnBrk="1" latinLnBrk="0" hangingPunct="1">
        <a:defRPr kumimoji="0" kern="1200">
          <a:solidFill>
            <a:schemeClr val="tx1"/>
          </a:solidFill>
          <a:latin typeface="+mn-lt"/>
          <a:ea typeface="+mn-ea"/>
          <a:cs typeface="+mn-cs"/>
        </a:defRPr>
      </a:lvl7pPr>
      <a:lvl8pPr marL="2400300" algn="l" rtl="0" eaLnBrk="1" latinLnBrk="0" hangingPunct="1">
        <a:defRPr kumimoji="0" kern="1200">
          <a:solidFill>
            <a:schemeClr val="tx1"/>
          </a:solidFill>
          <a:latin typeface="+mn-lt"/>
          <a:ea typeface="+mn-ea"/>
          <a:cs typeface="+mn-cs"/>
        </a:defRPr>
      </a:lvl8pPr>
      <a:lvl9pPr marL="2743200" algn="l" rtl="0" eaLnBrk="1" latinLnBrk="0" hangingPunct="1">
        <a:defRPr kumimoji="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1.xml"/><Relationship Id="rId1" Type="http://schemas.openxmlformats.org/officeDocument/2006/relationships/slideLayout" Target="../slideLayouts/slideLayout14.xml"/></Relationships>
</file>

<file path=ppt/slides/_rels/slide3.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14.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p:txBody>
          <a:bodyPr>
            <a:noAutofit/>
          </a:bodyPr>
          <a:lstStyle/>
          <a:p>
            <a:r>
              <a:rPr lang="en-US" sz="2000" dirty="0"/>
              <a:t>Z. Gu</a:t>
            </a:r>
          </a:p>
        </p:txBody>
      </p:sp>
      <p:sp>
        <p:nvSpPr>
          <p:cNvPr id="3" name="Subtitle 2"/>
          <p:cNvSpPr>
            <a:spLocks noGrp="1"/>
          </p:cNvSpPr>
          <p:nvPr>
            <p:ph type="subTitle" idx="1"/>
          </p:nvPr>
        </p:nvSpPr>
        <p:spPr/>
        <p:txBody>
          <a:bodyPr/>
          <a:lstStyle/>
          <a:p>
            <a:r>
              <a:rPr lang="en-US" dirty="0"/>
              <a:t>Fall 2025</a:t>
            </a:r>
          </a:p>
        </p:txBody>
      </p:sp>
      <p:sp>
        <p:nvSpPr>
          <p:cNvPr id="5" name="TextBox 4"/>
          <p:cNvSpPr txBox="1"/>
          <p:nvPr/>
        </p:nvSpPr>
        <p:spPr>
          <a:xfrm>
            <a:off x="1828800" y="337547"/>
            <a:ext cx="6477000" cy="523220"/>
          </a:xfrm>
          <a:prstGeom prst="rect">
            <a:avLst/>
          </a:prstGeom>
          <a:noFill/>
        </p:spPr>
        <p:txBody>
          <a:bodyPr wrap="square" rtlCol="0">
            <a:spAutoFit/>
          </a:bodyPr>
          <a:lstStyle/>
          <a:p>
            <a:pPr algn="r"/>
            <a:r>
              <a:rPr lang="en-US" sz="1400" b="1" dirty="0">
                <a:latin typeface="Bookman Old Style (Headings)"/>
              </a:rPr>
              <a:t>Embedded Systems with ARM Cortex-M Microcontrollers in Assembly Language and C</a:t>
            </a:r>
          </a:p>
        </p:txBody>
      </p:sp>
      <p:sp>
        <p:nvSpPr>
          <p:cNvPr id="6" name="TextBox 5"/>
          <p:cNvSpPr txBox="1"/>
          <p:nvPr/>
        </p:nvSpPr>
        <p:spPr>
          <a:xfrm>
            <a:off x="6018008" y="1828800"/>
            <a:ext cx="2251387" cy="1200329"/>
          </a:xfrm>
          <a:prstGeom prst="rect">
            <a:avLst/>
          </a:prstGeom>
          <a:noFill/>
        </p:spPr>
        <p:txBody>
          <a:bodyPr wrap="none" rtlCol="0">
            <a:spAutoFit/>
          </a:bodyPr>
          <a:lstStyle/>
          <a:p>
            <a:pPr algn="r"/>
            <a:r>
              <a:rPr lang="en-US" sz="2400" b="1" dirty="0">
                <a:solidFill>
                  <a:srgbClr val="C00000"/>
                </a:solidFill>
              </a:rPr>
              <a:t>Chapter 8</a:t>
            </a:r>
          </a:p>
          <a:p>
            <a:pPr algn="r"/>
            <a:r>
              <a:rPr lang="en-US" sz="2400" b="1" dirty="0">
                <a:solidFill>
                  <a:srgbClr val="C00000"/>
                </a:solidFill>
              </a:rPr>
              <a:t>Subroutines</a:t>
            </a:r>
          </a:p>
          <a:p>
            <a:pPr algn="r"/>
            <a:r>
              <a:rPr lang="en-US" altLang="zh-CN" sz="2400" b="1" dirty="0">
                <a:solidFill>
                  <a:srgbClr val="C00000"/>
                </a:solidFill>
              </a:rPr>
              <a:t>Exercises ANS</a:t>
            </a:r>
            <a:endParaRPr lang="en-US" sz="2400" b="1" dirty="0">
              <a:solidFill>
                <a:srgbClr val="C00000"/>
              </a:solidFill>
            </a:endParaRPr>
          </a:p>
        </p:txBody>
      </p:sp>
      <p:sp>
        <p:nvSpPr>
          <p:cNvPr id="4" name="Slide Number Placeholder 3"/>
          <p:cNvSpPr>
            <a:spLocks noGrp="1"/>
          </p:cNvSpPr>
          <p:nvPr>
            <p:ph type="sldNum" sz="quarter" idx="12"/>
          </p:nvPr>
        </p:nvSpPr>
        <p:spPr/>
        <p:txBody>
          <a:bodyPr/>
          <a:lstStyle/>
          <a:p>
            <a:fld id="{EA7C8D44-3667-46F6-9772-CC52308E2A7F}" type="slidenum">
              <a:rPr kumimoji="0" lang="en-US" smtClean="0"/>
              <a:pPr/>
              <a:t>1</a:t>
            </a:fld>
            <a:endParaRPr kumimoji="0" lang="en-US" dirty="0"/>
          </a:p>
        </p:txBody>
      </p:sp>
    </p:spTree>
    <p:extLst>
      <p:ext uri="{BB962C8B-B14F-4D97-AF65-F5344CB8AC3E}">
        <p14:creationId xmlns:p14="http://schemas.microsoft.com/office/powerpoint/2010/main" val="1683281344"/>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dirty="0"/>
              <a:t>Stack</a:t>
            </a:r>
          </a:p>
        </p:txBody>
      </p:sp>
      <p:sp>
        <p:nvSpPr>
          <p:cNvPr id="3" name="Content Placeholder 2"/>
          <p:cNvSpPr>
            <a:spLocks noGrp="1"/>
          </p:cNvSpPr>
          <p:nvPr>
            <p:ph idx="1"/>
          </p:nvPr>
        </p:nvSpPr>
        <p:spPr>
          <a:xfrm>
            <a:off x="457200" y="1838730"/>
            <a:ext cx="8229600" cy="2400300"/>
          </a:xfrm>
        </p:spPr>
        <p:txBody>
          <a:bodyPr/>
          <a:lstStyle/>
          <a:p>
            <a:pPr>
              <a:buNone/>
            </a:pPr>
            <a:r>
              <a:rPr lang="en-GB" sz="2100" b="1" dirty="0">
                <a:solidFill>
                  <a:srgbClr val="FF0000"/>
                </a:solidFill>
                <a:latin typeface="Consolas" panose="020B0609020204030204" pitchFamily="49" charset="0"/>
                <a:cs typeface="Consolas" panose="020B0609020204030204" pitchFamily="49" charset="0"/>
              </a:rPr>
              <a:t>PUSH</a:t>
            </a:r>
            <a:r>
              <a:rPr lang="en-GB" sz="2100" dirty="0">
                <a:solidFill>
                  <a:srgbClr val="FF0000"/>
                </a:solidFill>
                <a:latin typeface="Consolas" panose="020B0609020204030204" pitchFamily="49" charset="0"/>
                <a:cs typeface="Consolas" panose="020B0609020204030204" pitchFamily="49" charset="0"/>
              </a:rPr>
              <a:t> </a:t>
            </a:r>
            <a:r>
              <a:rPr lang="en-GB" sz="2100" dirty="0">
                <a:latin typeface="Consolas" panose="020B0609020204030204" pitchFamily="49" charset="0"/>
                <a:cs typeface="Consolas" panose="020B0609020204030204" pitchFamily="49" charset="0"/>
              </a:rPr>
              <a:t>{Rd} == STMDB SP!, {Rd} == STMFD SP!, {Rd}  </a:t>
            </a:r>
          </a:p>
          <a:p>
            <a:pPr lvl="1"/>
            <a:r>
              <a:rPr lang="en-GB" sz="1800" dirty="0">
                <a:latin typeface="Consolas" panose="020B0609020204030204" pitchFamily="49" charset="0"/>
                <a:cs typeface="Consolas" panose="020B0609020204030204" pitchFamily="49" charset="0"/>
              </a:rPr>
              <a:t>SUB SP, SP, #4 @ SP = SP-4  (</a:t>
            </a:r>
            <a:r>
              <a:rPr lang="en-GB" sz="1800" dirty="0">
                <a:latin typeface="Cambria Math"/>
                <a:ea typeface="Cambria Math"/>
                <a:cs typeface="Consolas" panose="020B0609020204030204" pitchFamily="49" charset="0"/>
              </a:rPr>
              <a:t>descending stack)</a:t>
            </a:r>
            <a:endParaRPr lang="en-GB" sz="1800" dirty="0">
              <a:latin typeface="Consolas" panose="020B0609020204030204" pitchFamily="49" charset="0"/>
              <a:cs typeface="Consolas" panose="020B0609020204030204" pitchFamily="49" charset="0"/>
            </a:endParaRPr>
          </a:p>
          <a:p>
            <a:pPr lvl="1"/>
            <a:r>
              <a:rPr lang="en-GB" sz="1800" dirty="0">
                <a:latin typeface="Consolas" panose="020B0609020204030204" pitchFamily="49" charset="0"/>
                <a:cs typeface="Consolas" panose="020B0609020204030204" pitchFamily="49" charset="0"/>
              </a:rPr>
              <a:t>STR Rd, [SP]   @ (*SP) = Rd</a:t>
            </a:r>
            <a:r>
              <a:rPr lang="en-GB" sz="1800" dirty="0">
                <a:latin typeface="Cambria Math"/>
                <a:ea typeface="Cambria Math"/>
                <a:cs typeface="Consolas" panose="020B0609020204030204" pitchFamily="49" charset="0"/>
              </a:rPr>
              <a:t>   (full stack)</a:t>
            </a:r>
          </a:p>
          <a:p>
            <a:pPr marL="0" indent="0">
              <a:buNone/>
            </a:pPr>
            <a:endParaRPr lang="en-GB" sz="2025" i="1" dirty="0">
              <a:latin typeface="Consolas" panose="020B0609020204030204" pitchFamily="49" charset="0"/>
              <a:cs typeface="Consolas" panose="020B0609020204030204" pitchFamily="49" charset="0"/>
            </a:endParaRPr>
          </a:p>
          <a:p>
            <a:pPr marL="0" indent="0">
              <a:buNone/>
            </a:pPr>
            <a:r>
              <a:rPr lang="en-GB" sz="2025" dirty="0">
                <a:cs typeface="Consolas" panose="020B0609020204030204" pitchFamily="49" charset="0"/>
              </a:rPr>
              <a:t>Push multiple registers</a:t>
            </a:r>
          </a:p>
          <a:p>
            <a:pPr marL="0" indent="0">
              <a:buNone/>
            </a:pPr>
            <a:endParaRPr lang="en-GB" sz="2100" dirty="0"/>
          </a:p>
          <a:p>
            <a:endParaRPr lang="en-GB" sz="1800" dirty="0"/>
          </a:p>
          <a:p>
            <a:pPr>
              <a:buNone/>
            </a:pPr>
            <a:endParaRPr lang="en-GB" dirty="0"/>
          </a:p>
        </p:txBody>
      </p:sp>
      <p:sp>
        <p:nvSpPr>
          <p:cNvPr id="4" name="Slide Number Placeholder 3"/>
          <p:cNvSpPr>
            <a:spLocks noGrp="1"/>
          </p:cNvSpPr>
          <p:nvPr>
            <p:ph type="sldNum" sz="quarter" idx="12"/>
          </p:nvPr>
        </p:nvSpPr>
        <p:spPr/>
        <p:txBody>
          <a:bodyPr/>
          <a:lstStyle/>
          <a:p>
            <a:pPr defTabSz="685800"/>
            <a:fld id="{EA7C8D44-3667-46F6-9772-CC52308E2A7F}" type="slidenum">
              <a:rPr lang="en-US">
                <a:solidFill>
                  <a:srgbClr val="1F497D"/>
                </a:solidFill>
                <a:latin typeface="Gill Sans MT"/>
              </a:rPr>
              <a:pPr defTabSz="685800"/>
              <a:t>2</a:t>
            </a:fld>
            <a:endParaRPr lang="en-US" dirty="0">
              <a:solidFill>
                <a:srgbClr val="1F497D"/>
              </a:solidFill>
              <a:latin typeface="Gill Sans MT"/>
            </a:endParaRPr>
          </a:p>
        </p:txBody>
      </p:sp>
      <p:sp>
        <p:nvSpPr>
          <p:cNvPr id="5" name="Rectangle 4"/>
          <p:cNvSpPr/>
          <p:nvPr/>
        </p:nvSpPr>
        <p:spPr>
          <a:xfrm>
            <a:off x="857250" y="4045684"/>
            <a:ext cx="2122773" cy="507831"/>
          </a:xfrm>
          <a:prstGeom prst="rect">
            <a:avLst/>
          </a:prstGeom>
        </p:spPr>
        <p:txBody>
          <a:bodyPr wrap="square">
            <a:spAutoFit/>
          </a:bodyPr>
          <a:lstStyle/>
          <a:p>
            <a:pPr defTabSz="685800"/>
            <a:r>
              <a:rPr lang="en-GB" sz="1350" b="1" dirty="0">
                <a:solidFill>
                  <a:srgbClr val="FF0000"/>
                </a:solidFill>
                <a:latin typeface="Consolas" panose="020B0609020204030204" pitchFamily="49" charset="0"/>
                <a:cs typeface="Consolas" panose="020B0609020204030204" pitchFamily="49" charset="0"/>
              </a:rPr>
              <a:t>PUSH {r1, r2, r3, r7}</a:t>
            </a:r>
          </a:p>
        </p:txBody>
      </p:sp>
      <p:sp>
        <p:nvSpPr>
          <p:cNvPr id="6" name="TextBox 5"/>
          <p:cNvSpPr txBox="1"/>
          <p:nvPr/>
        </p:nvSpPr>
        <p:spPr>
          <a:xfrm>
            <a:off x="3771901" y="3799610"/>
            <a:ext cx="1521827" cy="300082"/>
          </a:xfrm>
          <a:prstGeom prst="rect">
            <a:avLst/>
          </a:prstGeom>
          <a:noFill/>
        </p:spPr>
        <p:txBody>
          <a:bodyPr wrap="none" rtlCol="0">
            <a:spAutoFit/>
          </a:bodyPr>
          <a:lstStyle/>
          <a:p>
            <a:pPr defTabSz="685800"/>
            <a:r>
              <a:rPr lang="en-US" sz="1350" i="1" dirty="0">
                <a:solidFill>
                  <a:prstClr val="black"/>
                </a:solidFill>
                <a:latin typeface="Gill Sans MT"/>
              </a:rPr>
              <a:t>They are equivalent. </a:t>
            </a:r>
          </a:p>
        </p:txBody>
      </p:sp>
      <p:sp>
        <p:nvSpPr>
          <p:cNvPr id="8" name="Rectangle 7"/>
          <p:cNvSpPr/>
          <p:nvPr/>
        </p:nvSpPr>
        <p:spPr>
          <a:xfrm>
            <a:off x="6455863" y="3734060"/>
            <a:ext cx="1035861" cy="923330"/>
          </a:xfrm>
          <a:prstGeom prst="rect">
            <a:avLst/>
          </a:prstGeom>
        </p:spPr>
        <p:txBody>
          <a:bodyPr wrap="none">
            <a:spAutoFit/>
          </a:bodyPr>
          <a:lstStyle/>
          <a:p>
            <a:pPr defTabSz="685800"/>
            <a:r>
              <a:rPr lang="en-GB" sz="1350" b="1" dirty="0">
                <a:solidFill>
                  <a:srgbClr val="FF0000"/>
                </a:solidFill>
                <a:latin typeface="Consolas" panose="020B0609020204030204" pitchFamily="49" charset="0"/>
                <a:cs typeface="Consolas" panose="020B0609020204030204" pitchFamily="49" charset="0"/>
              </a:rPr>
              <a:t>PUSH {r7}</a:t>
            </a:r>
          </a:p>
          <a:p>
            <a:pPr defTabSz="685800"/>
            <a:r>
              <a:rPr lang="en-GB" sz="1350" b="1" dirty="0">
                <a:solidFill>
                  <a:srgbClr val="FF0000"/>
                </a:solidFill>
                <a:latin typeface="Consolas" panose="020B0609020204030204" pitchFamily="49" charset="0"/>
                <a:cs typeface="Consolas" panose="020B0609020204030204" pitchFamily="49" charset="0"/>
              </a:rPr>
              <a:t>PUSH {r3}</a:t>
            </a:r>
          </a:p>
          <a:p>
            <a:pPr defTabSz="685800"/>
            <a:r>
              <a:rPr lang="en-GB" sz="1350" b="1" dirty="0">
                <a:solidFill>
                  <a:srgbClr val="FF0000"/>
                </a:solidFill>
                <a:latin typeface="Consolas" panose="020B0609020204030204" pitchFamily="49" charset="0"/>
                <a:cs typeface="Consolas" panose="020B0609020204030204" pitchFamily="49" charset="0"/>
              </a:rPr>
              <a:t>PUSH {r2}</a:t>
            </a:r>
          </a:p>
          <a:p>
            <a:pPr defTabSz="685800"/>
            <a:r>
              <a:rPr lang="en-GB" sz="1350" b="1" dirty="0">
                <a:solidFill>
                  <a:srgbClr val="FF0000"/>
                </a:solidFill>
                <a:latin typeface="Consolas" panose="020B0609020204030204" pitchFamily="49" charset="0"/>
                <a:cs typeface="Consolas" panose="020B0609020204030204" pitchFamily="49" charset="0"/>
              </a:rPr>
              <a:t>PUSH {r1}</a:t>
            </a:r>
          </a:p>
        </p:txBody>
      </p:sp>
      <p:sp>
        <p:nvSpPr>
          <p:cNvPr id="10" name="Rectangle 9"/>
          <p:cNvSpPr/>
          <p:nvPr/>
        </p:nvSpPr>
        <p:spPr>
          <a:xfrm>
            <a:off x="3558083" y="4045684"/>
            <a:ext cx="2170787" cy="300082"/>
          </a:xfrm>
          <a:prstGeom prst="rect">
            <a:avLst/>
          </a:prstGeom>
        </p:spPr>
        <p:txBody>
          <a:bodyPr wrap="none">
            <a:spAutoFit/>
          </a:bodyPr>
          <a:lstStyle/>
          <a:p>
            <a:pPr defTabSz="685800"/>
            <a:r>
              <a:rPr lang="en-GB" sz="1350" b="1" dirty="0">
                <a:solidFill>
                  <a:srgbClr val="FF0000"/>
                </a:solidFill>
                <a:latin typeface="Consolas" panose="020B0609020204030204" pitchFamily="49" charset="0"/>
                <a:cs typeface="Consolas" panose="020B0609020204030204" pitchFamily="49" charset="0"/>
              </a:rPr>
              <a:t>PUSH {r7, r2, r3, r1}</a:t>
            </a:r>
          </a:p>
        </p:txBody>
      </p:sp>
      <p:sp>
        <p:nvSpPr>
          <p:cNvPr id="11" name="Left-Right Arrow 10"/>
          <p:cNvSpPr/>
          <p:nvPr/>
        </p:nvSpPr>
        <p:spPr>
          <a:xfrm>
            <a:off x="3090670" y="4109977"/>
            <a:ext cx="362213" cy="148412"/>
          </a:xfrm>
          <a:prstGeom prst="leftRight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685800"/>
            <a:endParaRPr lang="en-US" sz="1350">
              <a:solidFill>
                <a:prstClr val="white"/>
              </a:solidFill>
              <a:latin typeface="Gill Sans MT"/>
            </a:endParaRPr>
          </a:p>
        </p:txBody>
      </p:sp>
      <p:sp>
        <p:nvSpPr>
          <p:cNvPr id="12" name="Left-Right Arrow 11"/>
          <p:cNvSpPr/>
          <p:nvPr/>
        </p:nvSpPr>
        <p:spPr>
          <a:xfrm>
            <a:off x="5870423" y="4109977"/>
            <a:ext cx="362213" cy="148412"/>
          </a:xfrm>
          <a:prstGeom prst="leftRight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685800"/>
            <a:endParaRPr lang="en-US" sz="1350">
              <a:solidFill>
                <a:prstClr val="white"/>
              </a:solidFill>
              <a:latin typeface="Gill Sans MT"/>
            </a:endParaRPr>
          </a:p>
        </p:txBody>
      </p:sp>
      <p:sp>
        <p:nvSpPr>
          <p:cNvPr id="13" name="Rectangle 12"/>
          <p:cNvSpPr/>
          <p:nvPr/>
        </p:nvSpPr>
        <p:spPr>
          <a:xfrm>
            <a:off x="444620" y="4651293"/>
            <a:ext cx="8229600" cy="1015663"/>
          </a:xfrm>
          <a:prstGeom prst="rect">
            <a:avLst/>
          </a:prstGeom>
        </p:spPr>
        <p:txBody>
          <a:bodyPr wrap="square">
            <a:spAutoFit/>
          </a:bodyPr>
          <a:lstStyle/>
          <a:p>
            <a:pPr marL="214313" indent="-214313" defTabSz="685800">
              <a:buFont typeface="Arial" panose="020B0604020202020204" pitchFamily="34" charset="0"/>
              <a:buChar char="•"/>
            </a:pPr>
            <a:r>
              <a:rPr lang="en-US" sz="1500" dirty="0">
                <a:solidFill>
                  <a:prstClr val="black"/>
                </a:solidFill>
                <a:latin typeface="Gill Sans MT"/>
              </a:rPr>
              <a:t>SP is decremented before PUSH (pre-decrement).</a:t>
            </a:r>
          </a:p>
          <a:p>
            <a:pPr marL="214313" indent="-214313" defTabSz="685800">
              <a:buFont typeface="Arial" panose="020B0604020202020204" pitchFamily="34" charset="0"/>
              <a:buChar char="•"/>
            </a:pPr>
            <a:r>
              <a:rPr lang="en-US" sz="1500" dirty="0">
                <a:solidFill>
                  <a:prstClr val="black"/>
                </a:solidFill>
                <a:latin typeface="Gill Sans MT"/>
              </a:rPr>
              <a:t>The order in which registers listed in the register list does not matter. </a:t>
            </a:r>
          </a:p>
          <a:p>
            <a:pPr marL="214313" indent="-214313" defTabSz="685800">
              <a:buFont typeface="Arial" panose="020B0604020202020204" pitchFamily="34" charset="0"/>
              <a:buChar char="•"/>
            </a:pPr>
            <a:r>
              <a:rPr lang="en-US" sz="1500" dirty="0">
                <a:solidFill>
                  <a:prstClr val="black"/>
                </a:solidFill>
                <a:latin typeface="Gill Sans MT"/>
              </a:rPr>
              <a:t>When pushing multiple registers, these registers are automatically </a:t>
            </a:r>
            <a:r>
              <a:rPr lang="en-US" sz="1500" dirty="0">
                <a:solidFill>
                  <a:srgbClr val="3333FF"/>
                </a:solidFill>
                <a:latin typeface="Gill Sans MT"/>
              </a:rPr>
              <a:t>sorted by name </a:t>
            </a:r>
            <a:r>
              <a:rPr lang="en-US" sz="1500" dirty="0">
                <a:solidFill>
                  <a:prstClr val="black"/>
                </a:solidFill>
                <a:latin typeface="Gill Sans MT"/>
              </a:rPr>
              <a:t>and </a:t>
            </a:r>
            <a:r>
              <a:rPr lang="en-US" sz="1500" dirty="0">
                <a:solidFill>
                  <a:srgbClr val="3333FF"/>
                </a:solidFill>
                <a:latin typeface="Gill Sans MT"/>
              </a:rPr>
              <a:t>the lowest-numbered register </a:t>
            </a:r>
            <a:r>
              <a:rPr lang="en-US" sz="1500" dirty="0">
                <a:solidFill>
                  <a:prstClr val="black"/>
                </a:solidFill>
                <a:latin typeface="Gill Sans MT"/>
              </a:rPr>
              <a:t>is stored to the lowest memory address, </a:t>
            </a:r>
            <a:r>
              <a:rPr lang="en-US" sz="1500" i="1" dirty="0">
                <a:solidFill>
                  <a:prstClr val="black"/>
                </a:solidFill>
                <a:latin typeface="Gill Sans MT"/>
              </a:rPr>
              <a:t>i.e. </a:t>
            </a:r>
            <a:r>
              <a:rPr lang="en-US" sz="1500" dirty="0">
                <a:solidFill>
                  <a:srgbClr val="3333FF"/>
                </a:solidFill>
                <a:latin typeface="Gill Sans MT"/>
              </a:rPr>
              <a:t>is stored last</a:t>
            </a:r>
            <a:r>
              <a:rPr lang="en-US" sz="1500" dirty="0">
                <a:solidFill>
                  <a:prstClr val="black"/>
                </a:solidFill>
                <a:latin typeface="Gill Sans MT"/>
              </a:rPr>
              <a:t>. </a:t>
            </a:r>
          </a:p>
        </p:txBody>
      </p:sp>
      <p:pic>
        <p:nvPicPr>
          <p:cNvPr id="15" name="Picture 14">
            <a:extLst>
              <a:ext uri="{FF2B5EF4-FFF2-40B4-BE49-F238E27FC236}">
                <a16:creationId xmlns:a16="http://schemas.microsoft.com/office/drawing/2014/main" id="{B793ED65-4325-3394-90AA-C2E15D2D782F}"/>
              </a:ext>
            </a:extLst>
          </p:cNvPr>
          <p:cNvPicPr>
            <a:picLocks noChangeAspect="1"/>
          </p:cNvPicPr>
          <p:nvPr/>
        </p:nvPicPr>
        <p:blipFill>
          <a:blip r:embed="rId3"/>
          <a:stretch>
            <a:fillRect/>
          </a:stretch>
        </p:blipFill>
        <p:spPr>
          <a:xfrm>
            <a:off x="7672392" y="918799"/>
            <a:ext cx="1333425" cy="3538901"/>
          </a:xfrm>
          <a:prstGeom prst="rect">
            <a:avLst/>
          </a:prstGeom>
        </p:spPr>
      </p:pic>
      <p:sp>
        <p:nvSpPr>
          <p:cNvPr id="7" name="Horizontal Scroll 15">
            <a:extLst>
              <a:ext uri="{FF2B5EF4-FFF2-40B4-BE49-F238E27FC236}">
                <a16:creationId xmlns:a16="http://schemas.microsoft.com/office/drawing/2014/main" id="{FB75E523-7548-E904-AAD1-699C9A7D59D2}"/>
              </a:ext>
            </a:extLst>
          </p:cNvPr>
          <p:cNvSpPr/>
          <p:nvPr/>
        </p:nvSpPr>
        <p:spPr>
          <a:xfrm>
            <a:off x="76200" y="-23210"/>
            <a:ext cx="1265712" cy="762000"/>
          </a:xfrm>
          <a:prstGeom prst="horizontalScroll">
            <a:avLst/>
          </a:prstGeom>
          <a:gradFill rotWithShape="1">
            <a:gsLst>
              <a:gs pos="0">
                <a:srgbClr val="4F81BD">
                  <a:tint val="50000"/>
                  <a:satMod val="300000"/>
                </a:srgbClr>
              </a:gs>
              <a:gs pos="35000">
                <a:srgbClr val="4F81BD">
                  <a:tint val="37000"/>
                  <a:satMod val="300000"/>
                </a:srgbClr>
              </a:gs>
              <a:gs pos="100000">
                <a:srgbClr val="4F81BD">
                  <a:tint val="15000"/>
                  <a:satMod val="350000"/>
                </a:srgbClr>
              </a:gs>
            </a:gsLst>
            <a:lin ang="16200000" scaled="1"/>
          </a:gradFill>
          <a:ln w="9525" cap="flat" cmpd="sng" algn="ctr">
            <a:solidFill>
              <a:srgbClr val="4F81BD">
                <a:shade val="95000"/>
                <a:satMod val="105000"/>
              </a:srgbClr>
            </a:solidFill>
            <a:prstDash val="solid"/>
          </a:ln>
          <a:effectLst>
            <a:outerShdw blurRad="40000" dist="20000" dir="5400000" rotWithShape="0">
              <a:srgbClr val="000000">
                <a:alpha val="38000"/>
              </a:srgbClr>
            </a:outerShdw>
          </a:effectLst>
        </p:spPr>
        <p:txBody>
          <a:bodyPr rtlCol="0" anchor="ctr"/>
          <a:lstStyle/>
          <a:p>
            <a:pPr marL="0" marR="0" lvl="0" indent="0" algn="ctr" defTabSz="457200" eaLnBrk="1" fontAlgn="auto" latinLnBrk="0" hangingPunct="1">
              <a:lnSpc>
                <a:spcPct val="100000"/>
              </a:lnSpc>
              <a:spcBef>
                <a:spcPts val="0"/>
              </a:spcBef>
              <a:spcAft>
                <a:spcPts val="0"/>
              </a:spcAft>
              <a:buClrTx/>
              <a:buSzTx/>
              <a:buFontTx/>
              <a:buNone/>
              <a:tabLst/>
              <a:defRPr/>
            </a:pPr>
            <a:r>
              <a:rPr kumimoji="0" lang="en-US" sz="2400" b="0" i="0" u="none" strike="noStrike" kern="0" cap="none" spc="0" normalizeH="0" baseline="0" noProof="0" dirty="0">
                <a:ln>
                  <a:noFill/>
                </a:ln>
                <a:solidFill>
                  <a:prstClr val="black"/>
                </a:solidFill>
                <a:effectLst/>
                <a:uLnTx/>
                <a:uFillTx/>
                <a:latin typeface="Calibri"/>
                <a:ea typeface="+mn-ea"/>
                <a:cs typeface="+mn-cs"/>
              </a:rPr>
              <a:t>Review</a:t>
            </a:r>
          </a:p>
        </p:txBody>
      </p:sp>
    </p:spTree>
    <p:extLst>
      <p:ext uri="{BB962C8B-B14F-4D97-AF65-F5344CB8AC3E}">
        <p14:creationId xmlns:p14="http://schemas.microsoft.com/office/powerpoint/2010/main" val="1120632604"/>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dirty="0"/>
              <a:t>Stack</a:t>
            </a:r>
          </a:p>
        </p:txBody>
      </p:sp>
      <p:sp>
        <p:nvSpPr>
          <p:cNvPr id="3" name="Content Placeholder 2"/>
          <p:cNvSpPr>
            <a:spLocks noGrp="1"/>
          </p:cNvSpPr>
          <p:nvPr>
            <p:ph idx="1"/>
          </p:nvPr>
        </p:nvSpPr>
        <p:spPr/>
        <p:txBody>
          <a:bodyPr/>
          <a:lstStyle/>
          <a:p>
            <a:pPr>
              <a:buNone/>
            </a:pPr>
            <a:r>
              <a:rPr lang="en-GB" sz="2100" b="1" dirty="0">
                <a:solidFill>
                  <a:srgbClr val="FF0000"/>
                </a:solidFill>
                <a:latin typeface="Consolas" panose="020B0609020204030204" pitchFamily="49" charset="0"/>
                <a:cs typeface="Consolas" panose="020B0609020204030204" pitchFamily="49" charset="0"/>
              </a:rPr>
              <a:t>POP</a:t>
            </a:r>
            <a:r>
              <a:rPr lang="en-GB" sz="2100" dirty="0">
                <a:solidFill>
                  <a:srgbClr val="FF0000"/>
                </a:solidFill>
                <a:latin typeface="Consolas" panose="020B0609020204030204" pitchFamily="49" charset="0"/>
                <a:cs typeface="Consolas" panose="020B0609020204030204" pitchFamily="49" charset="0"/>
              </a:rPr>
              <a:t> </a:t>
            </a:r>
            <a:r>
              <a:rPr lang="en-GB" sz="2100" dirty="0">
                <a:latin typeface="Consolas" panose="020B0609020204030204" pitchFamily="49" charset="0"/>
                <a:cs typeface="Consolas" panose="020B0609020204030204" pitchFamily="49" charset="0"/>
              </a:rPr>
              <a:t>{</a:t>
            </a:r>
            <a:r>
              <a:rPr lang="en-GB" sz="2100" i="1" dirty="0">
                <a:latin typeface="Consolas" panose="020B0609020204030204" pitchFamily="49" charset="0"/>
                <a:cs typeface="Consolas" panose="020B0609020204030204" pitchFamily="49" charset="0"/>
              </a:rPr>
              <a:t>Rd</a:t>
            </a:r>
            <a:r>
              <a:rPr lang="en-GB" sz="2100" dirty="0">
                <a:latin typeface="Consolas" panose="020B0609020204030204" pitchFamily="49" charset="0"/>
                <a:cs typeface="Consolas" panose="020B0609020204030204" pitchFamily="49" charset="0"/>
              </a:rPr>
              <a:t>} == LDMIA SP!, {Rd} == LDMFD SP!, {Rd}</a:t>
            </a:r>
          </a:p>
          <a:p>
            <a:pPr lvl="1"/>
            <a:r>
              <a:rPr lang="sv-SE" sz="1800" dirty="0">
                <a:latin typeface="Consolas" panose="020B0609020204030204" pitchFamily="49" charset="0"/>
                <a:cs typeface="Consolas" panose="020B0609020204030204" pitchFamily="49" charset="0"/>
              </a:rPr>
              <a:t>LDR Rd, [SP] @ </a:t>
            </a:r>
            <a:r>
              <a:rPr lang="en-GB" sz="1800" dirty="0">
                <a:latin typeface="Consolas" panose="020B0609020204030204" pitchFamily="49" charset="0"/>
                <a:cs typeface="Consolas" panose="020B0609020204030204" pitchFamily="49" charset="0"/>
              </a:rPr>
              <a:t>Rd = (*SP)    </a:t>
            </a:r>
            <a:r>
              <a:rPr lang="en-GB" sz="1800" dirty="0">
                <a:latin typeface="Cambria Math"/>
                <a:ea typeface="Cambria Math"/>
                <a:cs typeface="Consolas" panose="020B0609020204030204" pitchFamily="49" charset="0"/>
              </a:rPr>
              <a:t>(full stack)</a:t>
            </a:r>
            <a:endParaRPr lang="en-GB" sz="1800" dirty="0">
              <a:latin typeface="Consolas" panose="020B0609020204030204" pitchFamily="49" charset="0"/>
              <a:cs typeface="Consolas" panose="020B0609020204030204" pitchFamily="49" charset="0"/>
            </a:endParaRPr>
          </a:p>
          <a:p>
            <a:pPr lvl="1"/>
            <a:r>
              <a:rPr lang="en-GB" sz="1800" dirty="0">
                <a:latin typeface="Consolas" panose="020B0609020204030204" pitchFamily="49" charset="0"/>
                <a:cs typeface="Consolas" panose="020B0609020204030204" pitchFamily="49" charset="0"/>
              </a:rPr>
              <a:t>ADD SP, #4   </a:t>
            </a:r>
            <a:r>
              <a:rPr lang="sv-SE" sz="1800" dirty="0">
                <a:latin typeface="Consolas" panose="020B0609020204030204" pitchFamily="49" charset="0"/>
                <a:cs typeface="Consolas" panose="020B0609020204030204" pitchFamily="49" charset="0"/>
              </a:rPr>
              <a:t>@ </a:t>
            </a:r>
            <a:r>
              <a:rPr lang="en-GB" sz="1800" dirty="0">
                <a:latin typeface="Consolas" panose="020B0609020204030204" pitchFamily="49" charset="0"/>
                <a:cs typeface="Consolas" panose="020B0609020204030204" pitchFamily="49" charset="0"/>
              </a:rPr>
              <a:t>SP = SP + 4   </a:t>
            </a:r>
            <a:r>
              <a:rPr lang="en-GB" sz="1800" dirty="0">
                <a:latin typeface="Cambria Math"/>
                <a:ea typeface="Cambria Math"/>
                <a:cs typeface="Consolas" panose="020B0609020204030204" pitchFamily="49" charset="0"/>
              </a:rPr>
              <a:t>(Stack shrinks)</a:t>
            </a:r>
          </a:p>
          <a:p>
            <a:pPr lvl="1"/>
            <a:endParaRPr lang="en-GB" sz="2025" dirty="0">
              <a:latin typeface="Consolas" panose="020B0609020204030204" pitchFamily="49" charset="0"/>
              <a:cs typeface="Consolas" panose="020B0609020204030204" pitchFamily="49" charset="0"/>
            </a:endParaRPr>
          </a:p>
          <a:p>
            <a:pPr marL="0" indent="0">
              <a:buNone/>
            </a:pPr>
            <a:r>
              <a:rPr lang="en-GB" sz="2025" dirty="0">
                <a:cs typeface="Consolas" panose="020B0609020204030204" pitchFamily="49" charset="0"/>
              </a:rPr>
              <a:t>Pop multiple registers</a:t>
            </a:r>
          </a:p>
        </p:txBody>
      </p:sp>
      <p:sp>
        <p:nvSpPr>
          <p:cNvPr id="4" name="Slide Number Placeholder 3"/>
          <p:cNvSpPr>
            <a:spLocks noGrp="1"/>
          </p:cNvSpPr>
          <p:nvPr>
            <p:ph type="sldNum" sz="quarter" idx="12"/>
          </p:nvPr>
        </p:nvSpPr>
        <p:spPr/>
        <p:txBody>
          <a:bodyPr/>
          <a:lstStyle/>
          <a:p>
            <a:pPr defTabSz="685800"/>
            <a:fld id="{EA7C8D44-3667-46F6-9772-CC52308E2A7F}" type="slidenum">
              <a:rPr lang="en-US">
                <a:solidFill>
                  <a:srgbClr val="1F497D"/>
                </a:solidFill>
                <a:latin typeface="Gill Sans MT"/>
              </a:rPr>
              <a:pPr defTabSz="685800"/>
              <a:t>3</a:t>
            </a:fld>
            <a:endParaRPr lang="en-US" dirty="0">
              <a:solidFill>
                <a:srgbClr val="1F497D"/>
              </a:solidFill>
              <a:latin typeface="Gill Sans MT"/>
            </a:endParaRPr>
          </a:p>
        </p:txBody>
      </p:sp>
      <p:sp>
        <p:nvSpPr>
          <p:cNvPr id="5" name="Rectangle 4"/>
          <p:cNvSpPr/>
          <p:nvPr/>
        </p:nvSpPr>
        <p:spPr>
          <a:xfrm>
            <a:off x="3629026" y="4075262"/>
            <a:ext cx="2025632" cy="507831"/>
          </a:xfrm>
          <a:prstGeom prst="rect">
            <a:avLst/>
          </a:prstGeom>
        </p:spPr>
        <p:txBody>
          <a:bodyPr wrap="square">
            <a:spAutoFit/>
          </a:bodyPr>
          <a:lstStyle/>
          <a:p>
            <a:pPr defTabSz="685800"/>
            <a:r>
              <a:rPr lang="en-GB" sz="1350" b="1" dirty="0">
                <a:solidFill>
                  <a:srgbClr val="FF0000"/>
                </a:solidFill>
                <a:latin typeface="Consolas" panose="020B0609020204030204" pitchFamily="49" charset="0"/>
                <a:cs typeface="Consolas" panose="020B0609020204030204" pitchFamily="49" charset="0"/>
              </a:rPr>
              <a:t>POP {r7, r3, r2, r1}</a:t>
            </a:r>
          </a:p>
        </p:txBody>
      </p:sp>
      <p:sp>
        <p:nvSpPr>
          <p:cNvPr id="7" name="TextBox 6"/>
          <p:cNvSpPr txBox="1"/>
          <p:nvPr/>
        </p:nvSpPr>
        <p:spPr>
          <a:xfrm>
            <a:off x="3744661" y="3763639"/>
            <a:ext cx="1521827" cy="300082"/>
          </a:xfrm>
          <a:prstGeom prst="rect">
            <a:avLst/>
          </a:prstGeom>
          <a:noFill/>
        </p:spPr>
        <p:txBody>
          <a:bodyPr wrap="none" rtlCol="0">
            <a:spAutoFit/>
          </a:bodyPr>
          <a:lstStyle/>
          <a:p>
            <a:pPr defTabSz="685800"/>
            <a:r>
              <a:rPr lang="en-US" sz="1350" i="1" dirty="0">
                <a:solidFill>
                  <a:prstClr val="black"/>
                </a:solidFill>
                <a:latin typeface="Gill Sans MT"/>
              </a:rPr>
              <a:t>They are equivalent. </a:t>
            </a:r>
          </a:p>
        </p:txBody>
      </p:sp>
      <p:sp>
        <p:nvSpPr>
          <p:cNvPr id="9" name="Rectangle 8"/>
          <p:cNvSpPr/>
          <p:nvPr/>
        </p:nvSpPr>
        <p:spPr>
          <a:xfrm>
            <a:off x="6224130" y="3763639"/>
            <a:ext cx="941283" cy="923330"/>
          </a:xfrm>
          <a:prstGeom prst="rect">
            <a:avLst/>
          </a:prstGeom>
        </p:spPr>
        <p:txBody>
          <a:bodyPr wrap="none">
            <a:spAutoFit/>
          </a:bodyPr>
          <a:lstStyle/>
          <a:p>
            <a:pPr defTabSz="685800"/>
            <a:r>
              <a:rPr lang="en-GB" sz="1350" b="1" dirty="0">
                <a:solidFill>
                  <a:srgbClr val="FF0000"/>
                </a:solidFill>
                <a:latin typeface="Consolas" panose="020B0609020204030204" pitchFamily="49" charset="0"/>
                <a:cs typeface="Consolas" panose="020B0609020204030204" pitchFamily="49" charset="0"/>
              </a:rPr>
              <a:t>POP {r1}</a:t>
            </a:r>
          </a:p>
          <a:p>
            <a:pPr defTabSz="685800"/>
            <a:r>
              <a:rPr lang="en-GB" sz="1350" b="1" dirty="0">
                <a:solidFill>
                  <a:srgbClr val="FF0000"/>
                </a:solidFill>
                <a:latin typeface="Consolas" panose="020B0609020204030204" pitchFamily="49" charset="0"/>
                <a:cs typeface="Consolas" panose="020B0609020204030204" pitchFamily="49" charset="0"/>
              </a:rPr>
              <a:t>POP {r2}</a:t>
            </a:r>
          </a:p>
          <a:p>
            <a:pPr defTabSz="685800"/>
            <a:r>
              <a:rPr lang="en-GB" sz="1350" b="1" dirty="0">
                <a:solidFill>
                  <a:srgbClr val="FF0000"/>
                </a:solidFill>
                <a:latin typeface="Consolas" panose="020B0609020204030204" pitchFamily="49" charset="0"/>
                <a:cs typeface="Consolas" panose="020B0609020204030204" pitchFamily="49" charset="0"/>
              </a:rPr>
              <a:t>POP {r3}</a:t>
            </a:r>
          </a:p>
          <a:p>
            <a:pPr defTabSz="685800"/>
            <a:r>
              <a:rPr lang="en-GB" sz="1350" b="1" dirty="0">
                <a:solidFill>
                  <a:srgbClr val="FF0000"/>
                </a:solidFill>
                <a:latin typeface="Consolas" panose="020B0609020204030204" pitchFamily="49" charset="0"/>
                <a:cs typeface="Consolas" panose="020B0609020204030204" pitchFamily="49" charset="0"/>
              </a:rPr>
              <a:t>POP {r7}</a:t>
            </a:r>
          </a:p>
        </p:txBody>
      </p:sp>
      <p:sp>
        <p:nvSpPr>
          <p:cNvPr id="10" name="Rectangle 9"/>
          <p:cNvSpPr/>
          <p:nvPr/>
        </p:nvSpPr>
        <p:spPr>
          <a:xfrm>
            <a:off x="1125325" y="4075262"/>
            <a:ext cx="2076209" cy="300082"/>
          </a:xfrm>
          <a:prstGeom prst="rect">
            <a:avLst/>
          </a:prstGeom>
        </p:spPr>
        <p:txBody>
          <a:bodyPr wrap="none">
            <a:spAutoFit/>
          </a:bodyPr>
          <a:lstStyle/>
          <a:p>
            <a:pPr defTabSz="685800"/>
            <a:r>
              <a:rPr lang="en-GB" sz="1350" b="1" dirty="0">
                <a:solidFill>
                  <a:srgbClr val="FF0000"/>
                </a:solidFill>
                <a:latin typeface="Consolas" panose="020B0609020204030204" pitchFamily="49" charset="0"/>
                <a:cs typeface="Consolas" panose="020B0609020204030204" pitchFamily="49" charset="0"/>
              </a:rPr>
              <a:t>POP {r1, r2, r3, r7}</a:t>
            </a:r>
          </a:p>
        </p:txBody>
      </p:sp>
      <p:sp>
        <p:nvSpPr>
          <p:cNvPr id="11" name="Left-Right Arrow 10"/>
          <p:cNvSpPr/>
          <p:nvPr/>
        </p:nvSpPr>
        <p:spPr>
          <a:xfrm>
            <a:off x="3213091" y="4139556"/>
            <a:ext cx="362213" cy="148412"/>
          </a:xfrm>
          <a:prstGeom prst="leftRight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685800"/>
            <a:endParaRPr lang="en-US" sz="1350">
              <a:solidFill>
                <a:prstClr val="white"/>
              </a:solidFill>
              <a:latin typeface="Gill Sans MT"/>
            </a:endParaRPr>
          </a:p>
        </p:txBody>
      </p:sp>
      <p:sp>
        <p:nvSpPr>
          <p:cNvPr id="12" name="Left-Right Arrow 11"/>
          <p:cNvSpPr/>
          <p:nvPr/>
        </p:nvSpPr>
        <p:spPr>
          <a:xfrm>
            <a:off x="5670541" y="4139556"/>
            <a:ext cx="362213" cy="148412"/>
          </a:xfrm>
          <a:prstGeom prst="leftRight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685800"/>
            <a:endParaRPr lang="en-US" sz="1350">
              <a:solidFill>
                <a:prstClr val="white"/>
              </a:solidFill>
              <a:latin typeface="Gill Sans MT"/>
            </a:endParaRPr>
          </a:p>
        </p:txBody>
      </p:sp>
      <p:sp>
        <p:nvSpPr>
          <p:cNvPr id="6" name="Rectangle 5"/>
          <p:cNvSpPr/>
          <p:nvPr/>
        </p:nvSpPr>
        <p:spPr>
          <a:xfrm>
            <a:off x="441316" y="4663886"/>
            <a:ext cx="8401050" cy="1015663"/>
          </a:xfrm>
          <a:prstGeom prst="rect">
            <a:avLst/>
          </a:prstGeom>
        </p:spPr>
        <p:txBody>
          <a:bodyPr wrap="square">
            <a:spAutoFit/>
          </a:bodyPr>
          <a:lstStyle/>
          <a:p>
            <a:pPr marL="214313" indent="-214313" defTabSz="685800">
              <a:buFont typeface="Arial" panose="020B0604020202020204" pitchFamily="34" charset="0"/>
              <a:buChar char="•"/>
            </a:pPr>
            <a:r>
              <a:rPr lang="en-US" sz="1500" dirty="0">
                <a:solidFill>
                  <a:prstClr val="black"/>
                </a:solidFill>
                <a:latin typeface="Gill Sans MT"/>
              </a:rPr>
              <a:t>SP is incremented after POP (post-increment). </a:t>
            </a:r>
          </a:p>
          <a:p>
            <a:pPr marL="214313" indent="-214313" defTabSz="685800">
              <a:buFont typeface="Arial" panose="020B0604020202020204" pitchFamily="34" charset="0"/>
              <a:buChar char="•"/>
            </a:pPr>
            <a:r>
              <a:rPr lang="en-US" sz="1500" dirty="0">
                <a:solidFill>
                  <a:prstClr val="black"/>
                </a:solidFill>
                <a:latin typeface="Gill Sans MT"/>
              </a:rPr>
              <a:t>The order in which registers listed in the register list does not matter. </a:t>
            </a:r>
          </a:p>
          <a:p>
            <a:pPr marL="214313" indent="-214313" defTabSz="685800">
              <a:buFont typeface="Arial" panose="020B0604020202020204" pitchFamily="34" charset="0"/>
              <a:buChar char="•"/>
            </a:pPr>
            <a:r>
              <a:rPr lang="en-US" sz="1500" dirty="0">
                <a:solidFill>
                  <a:prstClr val="black"/>
                </a:solidFill>
                <a:latin typeface="Gill Sans MT"/>
              </a:rPr>
              <a:t>When popping multiple registers, these registers are automatically </a:t>
            </a:r>
            <a:r>
              <a:rPr lang="en-US" sz="1500" dirty="0">
                <a:solidFill>
                  <a:srgbClr val="3333FF"/>
                </a:solidFill>
                <a:latin typeface="Gill Sans MT"/>
              </a:rPr>
              <a:t>sorted by name </a:t>
            </a:r>
            <a:r>
              <a:rPr lang="en-US" sz="1500" dirty="0">
                <a:solidFill>
                  <a:prstClr val="black"/>
                </a:solidFill>
                <a:latin typeface="Gill Sans MT"/>
              </a:rPr>
              <a:t>and </a:t>
            </a:r>
            <a:r>
              <a:rPr lang="en-US" sz="1500" dirty="0">
                <a:solidFill>
                  <a:srgbClr val="3333FF"/>
                </a:solidFill>
                <a:latin typeface="Gill Sans MT"/>
              </a:rPr>
              <a:t>the lowest-numbered register</a:t>
            </a:r>
            <a:r>
              <a:rPr lang="en-US" sz="1500" dirty="0">
                <a:solidFill>
                  <a:prstClr val="black"/>
                </a:solidFill>
                <a:latin typeface="Gill Sans MT"/>
              </a:rPr>
              <a:t> is loaded from the lowest memory address, </a:t>
            </a:r>
            <a:r>
              <a:rPr lang="en-US" sz="1500" i="1" dirty="0">
                <a:solidFill>
                  <a:prstClr val="black"/>
                </a:solidFill>
                <a:latin typeface="Gill Sans MT"/>
              </a:rPr>
              <a:t>i.e. </a:t>
            </a:r>
            <a:r>
              <a:rPr lang="en-US" sz="1500" dirty="0">
                <a:solidFill>
                  <a:srgbClr val="3333FF"/>
                </a:solidFill>
                <a:latin typeface="Gill Sans MT"/>
              </a:rPr>
              <a:t>is loaded first</a:t>
            </a:r>
            <a:r>
              <a:rPr lang="en-US" sz="1500" dirty="0">
                <a:solidFill>
                  <a:prstClr val="black"/>
                </a:solidFill>
                <a:latin typeface="Gill Sans MT"/>
              </a:rPr>
              <a:t>. </a:t>
            </a:r>
          </a:p>
        </p:txBody>
      </p:sp>
      <p:pic>
        <p:nvPicPr>
          <p:cNvPr id="13" name="Picture 12">
            <a:extLst>
              <a:ext uri="{FF2B5EF4-FFF2-40B4-BE49-F238E27FC236}">
                <a16:creationId xmlns:a16="http://schemas.microsoft.com/office/drawing/2014/main" id="{355D812E-3C2A-BCEA-1442-B45EE486FA9C}"/>
              </a:ext>
            </a:extLst>
          </p:cNvPr>
          <p:cNvPicPr>
            <a:picLocks noChangeAspect="1"/>
          </p:cNvPicPr>
          <p:nvPr/>
        </p:nvPicPr>
        <p:blipFill>
          <a:blip r:embed="rId2"/>
          <a:stretch>
            <a:fillRect/>
          </a:stretch>
        </p:blipFill>
        <p:spPr>
          <a:xfrm>
            <a:off x="7720500" y="933655"/>
            <a:ext cx="1263120" cy="3753851"/>
          </a:xfrm>
          <a:prstGeom prst="rect">
            <a:avLst/>
          </a:prstGeom>
        </p:spPr>
      </p:pic>
      <p:sp>
        <p:nvSpPr>
          <p:cNvPr id="8" name="Horizontal Scroll 15">
            <a:extLst>
              <a:ext uri="{FF2B5EF4-FFF2-40B4-BE49-F238E27FC236}">
                <a16:creationId xmlns:a16="http://schemas.microsoft.com/office/drawing/2014/main" id="{510E2E53-03DD-57F0-F850-07FD9C250CEA}"/>
              </a:ext>
            </a:extLst>
          </p:cNvPr>
          <p:cNvSpPr/>
          <p:nvPr/>
        </p:nvSpPr>
        <p:spPr>
          <a:xfrm>
            <a:off x="76200" y="-23210"/>
            <a:ext cx="1265712" cy="762000"/>
          </a:xfrm>
          <a:prstGeom prst="horizontalScroll">
            <a:avLst/>
          </a:prstGeom>
          <a:gradFill rotWithShape="1">
            <a:gsLst>
              <a:gs pos="0">
                <a:srgbClr val="4F81BD">
                  <a:tint val="50000"/>
                  <a:satMod val="300000"/>
                </a:srgbClr>
              </a:gs>
              <a:gs pos="35000">
                <a:srgbClr val="4F81BD">
                  <a:tint val="37000"/>
                  <a:satMod val="300000"/>
                </a:srgbClr>
              </a:gs>
              <a:gs pos="100000">
                <a:srgbClr val="4F81BD">
                  <a:tint val="15000"/>
                  <a:satMod val="350000"/>
                </a:srgbClr>
              </a:gs>
            </a:gsLst>
            <a:lin ang="16200000" scaled="1"/>
          </a:gradFill>
          <a:ln w="9525" cap="flat" cmpd="sng" algn="ctr">
            <a:solidFill>
              <a:srgbClr val="4F81BD">
                <a:shade val="95000"/>
                <a:satMod val="105000"/>
              </a:srgbClr>
            </a:solidFill>
            <a:prstDash val="solid"/>
          </a:ln>
          <a:effectLst>
            <a:outerShdw blurRad="40000" dist="20000" dir="5400000" rotWithShape="0">
              <a:srgbClr val="000000">
                <a:alpha val="38000"/>
              </a:srgbClr>
            </a:outerShdw>
          </a:effectLst>
        </p:spPr>
        <p:txBody>
          <a:bodyPr rtlCol="0" anchor="ctr"/>
          <a:lstStyle/>
          <a:p>
            <a:pPr marL="0" marR="0" lvl="0" indent="0" algn="ctr" defTabSz="457200" eaLnBrk="1" fontAlgn="auto" latinLnBrk="0" hangingPunct="1">
              <a:lnSpc>
                <a:spcPct val="100000"/>
              </a:lnSpc>
              <a:spcBef>
                <a:spcPts val="0"/>
              </a:spcBef>
              <a:spcAft>
                <a:spcPts val="0"/>
              </a:spcAft>
              <a:buClrTx/>
              <a:buSzTx/>
              <a:buFontTx/>
              <a:buNone/>
              <a:tabLst/>
              <a:defRPr/>
            </a:pPr>
            <a:r>
              <a:rPr kumimoji="0" lang="en-US" sz="2400" b="0" i="0" u="none" strike="noStrike" kern="0" cap="none" spc="0" normalizeH="0" baseline="0" noProof="0" dirty="0">
                <a:ln>
                  <a:noFill/>
                </a:ln>
                <a:solidFill>
                  <a:prstClr val="black"/>
                </a:solidFill>
                <a:effectLst/>
                <a:uLnTx/>
                <a:uFillTx/>
                <a:latin typeface="Calibri"/>
                <a:ea typeface="+mn-ea"/>
                <a:cs typeface="+mn-cs"/>
              </a:rPr>
              <a:t>Review</a:t>
            </a:r>
          </a:p>
        </p:txBody>
      </p:sp>
    </p:spTree>
    <p:extLst>
      <p:ext uri="{BB962C8B-B14F-4D97-AF65-F5344CB8AC3E}">
        <p14:creationId xmlns:p14="http://schemas.microsoft.com/office/powerpoint/2010/main" val="424972285"/>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840350A-DE76-846E-5AB2-1DE2EDB0E9E9}"/>
              </a:ext>
            </a:extLst>
          </p:cNvPr>
          <p:cNvSpPr>
            <a:spLocks noGrp="1"/>
          </p:cNvSpPr>
          <p:nvPr>
            <p:ph type="title"/>
          </p:nvPr>
        </p:nvSpPr>
        <p:spPr/>
        <p:txBody>
          <a:bodyPr/>
          <a:lstStyle/>
          <a:p>
            <a:r>
              <a:rPr lang="en-US" dirty="0"/>
              <a:t>Stack</a:t>
            </a:r>
          </a:p>
        </p:txBody>
      </p:sp>
      <p:sp>
        <p:nvSpPr>
          <p:cNvPr id="3" name="Slide Number Placeholder 2">
            <a:extLst>
              <a:ext uri="{FF2B5EF4-FFF2-40B4-BE49-F238E27FC236}">
                <a16:creationId xmlns:a16="http://schemas.microsoft.com/office/drawing/2014/main" id="{D788CD0F-F59A-17FD-A8C5-A5B8C7F7C22F}"/>
              </a:ext>
            </a:extLst>
          </p:cNvPr>
          <p:cNvSpPr>
            <a:spLocks noGrp="1"/>
          </p:cNvSpPr>
          <p:nvPr>
            <p:ph type="sldNum" sz="quarter" idx="12"/>
          </p:nvPr>
        </p:nvSpPr>
        <p:spPr/>
        <p:txBody>
          <a:bodyPr/>
          <a:lstStyle/>
          <a:p>
            <a:fld id="{EA7C8D44-3667-46F6-9772-CC52308E2A7F}" type="slidenum">
              <a:rPr kumimoji="0" lang="en-US" smtClean="0"/>
              <a:pPr/>
              <a:t>4</a:t>
            </a:fld>
            <a:endParaRPr kumimoji="0" lang="en-US" dirty="0"/>
          </a:p>
        </p:txBody>
      </p:sp>
      <p:sp>
        <p:nvSpPr>
          <p:cNvPr id="4" name="Content Placeholder 3">
            <a:extLst>
              <a:ext uri="{FF2B5EF4-FFF2-40B4-BE49-F238E27FC236}">
                <a16:creationId xmlns:a16="http://schemas.microsoft.com/office/drawing/2014/main" id="{F8B814FC-F419-027A-EA4D-935437EEAA0E}"/>
              </a:ext>
            </a:extLst>
          </p:cNvPr>
          <p:cNvSpPr>
            <a:spLocks noGrp="1"/>
          </p:cNvSpPr>
          <p:nvPr>
            <p:ph sz="quarter" idx="1"/>
          </p:nvPr>
        </p:nvSpPr>
        <p:spPr>
          <a:xfrm>
            <a:off x="457200" y="1219200"/>
            <a:ext cx="8229600" cy="1512689"/>
          </a:xfrm>
        </p:spPr>
        <p:txBody>
          <a:bodyPr/>
          <a:lstStyle/>
          <a:p>
            <a:r>
              <a:rPr lang="en-US" dirty="0"/>
              <a:t>Initially, let </a:t>
            </a:r>
            <a:r>
              <a:rPr lang="en-US" sz="2400" dirty="0"/>
              <a:t>r0=0, r1=1, r2=2.</a:t>
            </a:r>
            <a:endParaRPr lang="en-US" dirty="0"/>
          </a:p>
          <a:p>
            <a:r>
              <a:rPr lang="en-US" dirty="0"/>
              <a:t>a) Execute PUSH {r1,r2}. Draw stack.</a:t>
            </a:r>
          </a:p>
          <a:p>
            <a:r>
              <a:rPr lang="en-US" dirty="0"/>
              <a:t>b) Execute POP {r0,r1}. Draw stack.</a:t>
            </a:r>
          </a:p>
        </p:txBody>
      </p:sp>
      <p:graphicFrame>
        <p:nvGraphicFramePr>
          <p:cNvPr id="7" name="Table 6">
            <a:extLst>
              <a:ext uri="{FF2B5EF4-FFF2-40B4-BE49-F238E27FC236}">
                <a16:creationId xmlns:a16="http://schemas.microsoft.com/office/drawing/2014/main" id="{9CA273F4-CE16-CD49-EA0C-05FC3BE81836}"/>
              </a:ext>
            </a:extLst>
          </p:cNvPr>
          <p:cNvGraphicFramePr>
            <a:graphicFrameLocks noGrp="1"/>
          </p:cNvGraphicFramePr>
          <p:nvPr>
            <p:extLst>
              <p:ext uri="{D42A27DB-BD31-4B8C-83A1-F6EECF244321}">
                <p14:modId xmlns:p14="http://schemas.microsoft.com/office/powerpoint/2010/main" val="3544155278"/>
              </p:ext>
            </p:extLst>
          </p:nvPr>
        </p:nvGraphicFramePr>
        <p:xfrm>
          <a:off x="1535923" y="3188273"/>
          <a:ext cx="838200" cy="1854200"/>
        </p:xfrm>
        <a:graphic>
          <a:graphicData uri="http://schemas.openxmlformats.org/drawingml/2006/table">
            <a:tbl>
              <a:tblPr firstRow="1" bandRow="1">
                <a:tableStyleId>{5940675A-B579-460E-94D1-54222C63F5DA}</a:tableStyleId>
              </a:tblPr>
              <a:tblGrid>
                <a:gridCol w="838200">
                  <a:extLst>
                    <a:ext uri="{9D8B030D-6E8A-4147-A177-3AD203B41FA5}">
                      <a16:colId xmlns:a16="http://schemas.microsoft.com/office/drawing/2014/main" val="2965708559"/>
                    </a:ext>
                  </a:extLst>
                </a:gridCol>
              </a:tblGrid>
              <a:tr h="370840">
                <a:tc>
                  <a:txBody>
                    <a:bodyPr/>
                    <a:lstStyle/>
                    <a:p>
                      <a:pPr algn="ctr"/>
                      <a:endParaRPr lang="en-US" dirty="0"/>
                    </a:p>
                  </a:txBody>
                  <a:tcPr/>
                </a:tc>
                <a:extLst>
                  <a:ext uri="{0D108BD9-81ED-4DB2-BD59-A6C34878D82A}">
                    <a16:rowId xmlns:a16="http://schemas.microsoft.com/office/drawing/2014/main" val="2472658947"/>
                  </a:ext>
                </a:extLst>
              </a:tr>
              <a:tr h="370840">
                <a:tc>
                  <a:txBody>
                    <a:bodyPr/>
                    <a:lstStyle/>
                    <a:p>
                      <a:pPr algn="ctr"/>
                      <a:endParaRPr lang="en-US" dirty="0"/>
                    </a:p>
                  </a:txBody>
                  <a:tcPr/>
                </a:tc>
                <a:extLst>
                  <a:ext uri="{0D108BD9-81ED-4DB2-BD59-A6C34878D82A}">
                    <a16:rowId xmlns:a16="http://schemas.microsoft.com/office/drawing/2014/main" val="2790041352"/>
                  </a:ext>
                </a:extLst>
              </a:tr>
              <a:tr h="370840">
                <a:tc>
                  <a:txBody>
                    <a:bodyPr/>
                    <a:lstStyle/>
                    <a:p>
                      <a:pPr algn="ctr"/>
                      <a:endParaRPr lang="en-US" dirty="0"/>
                    </a:p>
                  </a:txBody>
                  <a:tcPr/>
                </a:tc>
                <a:extLst>
                  <a:ext uri="{0D108BD9-81ED-4DB2-BD59-A6C34878D82A}">
                    <a16:rowId xmlns:a16="http://schemas.microsoft.com/office/drawing/2014/main" val="1635259289"/>
                  </a:ext>
                </a:extLst>
              </a:tr>
              <a:tr h="370840">
                <a:tc>
                  <a:txBody>
                    <a:bodyPr/>
                    <a:lstStyle/>
                    <a:p>
                      <a:pPr algn="ctr"/>
                      <a:endParaRPr lang="en-US" dirty="0"/>
                    </a:p>
                  </a:txBody>
                  <a:tcPr/>
                </a:tc>
                <a:extLst>
                  <a:ext uri="{0D108BD9-81ED-4DB2-BD59-A6C34878D82A}">
                    <a16:rowId xmlns:a16="http://schemas.microsoft.com/office/drawing/2014/main" val="3475318883"/>
                  </a:ext>
                </a:extLst>
              </a:tr>
              <a:tr h="370840">
                <a:tc>
                  <a:txBody>
                    <a:bodyPr/>
                    <a:lstStyle/>
                    <a:p>
                      <a:pPr algn="ctr"/>
                      <a:endParaRPr lang="en-US" dirty="0"/>
                    </a:p>
                  </a:txBody>
                  <a:tcPr/>
                </a:tc>
                <a:extLst>
                  <a:ext uri="{0D108BD9-81ED-4DB2-BD59-A6C34878D82A}">
                    <a16:rowId xmlns:a16="http://schemas.microsoft.com/office/drawing/2014/main" val="2400188190"/>
                  </a:ext>
                </a:extLst>
              </a:tr>
            </a:tbl>
          </a:graphicData>
        </a:graphic>
      </p:graphicFrame>
      <p:sp>
        <p:nvSpPr>
          <p:cNvPr id="8" name="Arrow: Right 7">
            <a:extLst>
              <a:ext uri="{FF2B5EF4-FFF2-40B4-BE49-F238E27FC236}">
                <a16:creationId xmlns:a16="http://schemas.microsoft.com/office/drawing/2014/main" id="{21C00B18-AB39-00EF-930D-94A66B3DBEEE}"/>
              </a:ext>
            </a:extLst>
          </p:cNvPr>
          <p:cNvSpPr/>
          <p:nvPr/>
        </p:nvSpPr>
        <p:spPr>
          <a:xfrm>
            <a:off x="999475" y="3302859"/>
            <a:ext cx="397565" cy="235054"/>
          </a:xfrm>
          <a:prstGeom prst="rightArrow">
            <a:avLst/>
          </a:prstGeom>
          <a:solidFill>
            <a:schemeClr val="bg2"/>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 name="TextBox 8">
            <a:extLst>
              <a:ext uri="{FF2B5EF4-FFF2-40B4-BE49-F238E27FC236}">
                <a16:creationId xmlns:a16="http://schemas.microsoft.com/office/drawing/2014/main" id="{2D771397-E6F5-FBB8-542D-C5B13309CE80}"/>
              </a:ext>
            </a:extLst>
          </p:cNvPr>
          <p:cNvSpPr txBox="1"/>
          <p:nvPr/>
        </p:nvSpPr>
        <p:spPr>
          <a:xfrm>
            <a:off x="496902" y="3204332"/>
            <a:ext cx="433132" cy="400110"/>
          </a:xfrm>
          <a:prstGeom prst="rect">
            <a:avLst/>
          </a:prstGeom>
          <a:noFill/>
        </p:spPr>
        <p:txBody>
          <a:bodyPr wrap="none" rtlCol="0">
            <a:spAutoFit/>
          </a:bodyPr>
          <a:lstStyle/>
          <a:p>
            <a:r>
              <a:rPr lang="en-US" sz="2000" dirty="0"/>
              <a:t>SP</a:t>
            </a:r>
          </a:p>
        </p:txBody>
      </p:sp>
      <p:graphicFrame>
        <p:nvGraphicFramePr>
          <p:cNvPr id="10" name="Table 9">
            <a:extLst>
              <a:ext uri="{FF2B5EF4-FFF2-40B4-BE49-F238E27FC236}">
                <a16:creationId xmlns:a16="http://schemas.microsoft.com/office/drawing/2014/main" id="{769E05C3-D653-26B3-A1FA-DB8D01C197A6}"/>
              </a:ext>
            </a:extLst>
          </p:cNvPr>
          <p:cNvGraphicFramePr>
            <a:graphicFrameLocks noGrp="1"/>
          </p:cNvGraphicFramePr>
          <p:nvPr>
            <p:extLst>
              <p:ext uri="{D42A27DB-BD31-4B8C-83A1-F6EECF244321}">
                <p14:modId xmlns:p14="http://schemas.microsoft.com/office/powerpoint/2010/main" val="4189838150"/>
              </p:ext>
            </p:extLst>
          </p:nvPr>
        </p:nvGraphicFramePr>
        <p:xfrm>
          <a:off x="3798326" y="3199012"/>
          <a:ext cx="838200" cy="1854200"/>
        </p:xfrm>
        <a:graphic>
          <a:graphicData uri="http://schemas.openxmlformats.org/drawingml/2006/table">
            <a:tbl>
              <a:tblPr firstRow="1" bandRow="1">
                <a:tableStyleId>{5940675A-B579-460E-94D1-54222C63F5DA}</a:tableStyleId>
              </a:tblPr>
              <a:tblGrid>
                <a:gridCol w="838200">
                  <a:extLst>
                    <a:ext uri="{9D8B030D-6E8A-4147-A177-3AD203B41FA5}">
                      <a16:colId xmlns:a16="http://schemas.microsoft.com/office/drawing/2014/main" val="2965708559"/>
                    </a:ext>
                  </a:extLst>
                </a:gridCol>
              </a:tblGrid>
              <a:tr h="370840">
                <a:tc>
                  <a:txBody>
                    <a:bodyPr/>
                    <a:lstStyle/>
                    <a:p>
                      <a:pPr algn="ctr"/>
                      <a:endParaRPr lang="en-US" dirty="0"/>
                    </a:p>
                  </a:txBody>
                  <a:tcPr/>
                </a:tc>
                <a:extLst>
                  <a:ext uri="{0D108BD9-81ED-4DB2-BD59-A6C34878D82A}">
                    <a16:rowId xmlns:a16="http://schemas.microsoft.com/office/drawing/2014/main" val="2472658947"/>
                  </a:ext>
                </a:extLst>
              </a:tr>
              <a:tr h="370840">
                <a:tc>
                  <a:txBody>
                    <a:bodyPr/>
                    <a:lstStyle/>
                    <a:p>
                      <a:pPr algn="ctr"/>
                      <a:endParaRPr lang="en-US" dirty="0"/>
                    </a:p>
                  </a:txBody>
                  <a:tcPr/>
                </a:tc>
                <a:extLst>
                  <a:ext uri="{0D108BD9-81ED-4DB2-BD59-A6C34878D82A}">
                    <a16:rowId xmlns:a16="http://schemas.microsoft.com/office/drawing/2014/main" val="2790041352"/>
                  </a:ext>
                </a:extLst>
              </a:tr>
              <a:tr h="370840">
                <a:tc>
                  <a:txBody>
                    <a:bodyPr/>
                    <a:lstStyle/>
                    <a:p>
                      <a:pPr algn="ctr"/>
                      <a:endParaRPr lang="en-US" dirty="0"/>
                    </a:p>
                  </a:txBody>
                  <a:tcPr/>
                </a:tc>
                <a:extLst>
                  <a:ext uri="{0D108BD9-81ED-4DB2-BD59-A6C34878D82A}">
                    <a16:rowId xmlns:a16="http://schemas.microsoft.com/office/drawing/2014/main" val="1635259289"/>
                  </a:ext>
                </a:extLst>
              </a:tr>
              <a:tr h="370840">
                <a:tc>
                  <a:txBody>
                    <a:bodyPr/>
                    <a:lstStyle/>
                    <a:p>
                      <a:pPr algn="ctr"/>
                      <a:endParaRPr lang="en-US" dirty="0"/>
                    </a:p>
                  </a:txBody>
                  <a:tcPr/>
                </a:tc>
                <a:extLst>
                  <a:ext uri="{0D108BD9-81ED-4DB2-BD59-A6C34878D82A}">
                    <a16:rowId xmlns:a16="http://schemas.microsoft.com/office/drawing/2014/main" val="3475318883"/>
                  </a:ext>
                </a:extLst>
              </a:tr>
              <a:tr h="370840">
                <a:tc>
                  <a:txBody>
                    <a:bodyPr/>
                    <a:lstStyle/>
                    <a:p>
                      <a:pPr algn="ctr"/>
                      <a:endParaRPr lang="en-US" dirty="0"/>
                    </a:p>
                  </a:txBody>
                  <a:tcPr/>
                </a:tc>
                <a:extLst>
                  <a:ext uri="{0D108BD9-81ED-4DB2-BD59-A6C34878D82A}">
                    <a16:rowId xmlns:a16="http://schemas.microsoft.com/office/drawing/2014/main" val="2400188190"/>
                  </a:ext>
                </a:extLst>
              </a:tr>
            </a:tbl>
          </a:graphicData>
        </a:graphic>
      </p:graphicFrame>
      <p:graphicFrame>
        <p:nvGraphicFramePr>
          <p:cNvPr id="13" name="Table 12">
            <a:extLst>
              <a:ext uri="{FF2B5EF4-FFF2-40B4-BE49-F238E27FC236}">
                <a16:creationId xmlns:a16="http://schemas.microsoft.com/office/drawing/2014/main" id="{E2800F77-7DAB-31B4-1921-A01DE4EBD781}"/>
              </a:ext>
            </a:extLst>
          </p:cNvPr>
          <p:cNvGraphicFramePr>
            <a:graphicFrameLocks noGrp="1"/>
          </p:cNvGraphicFramePr>
          <p:nvPr>
            <p:extLst>
              <p:ext uri="{D42A27DB-BD31-4B8C-83A1-F6EECF244321}">
                <p14:modId xmlns:p14="http://schemas.microsoft.com/office/powerpoint/2010/main" val="3105809410"/>
              </p:ext>
            </p:extLst>
          </p:nvPr>
        </p:nvGraphicFramePr>
        <p:xfrm>
          <a:off x="6465320" y="3188273"/>
          <a:ext cx="838200" cy="1854200"/>
        </p:xfrm>
        <a:graphic>
          <a:graphicData uri="http://schemas.openxmlformats.org/drawingml/2006/table">
            <a:tbl>
              <a:tblPr firstRow="1" bandRow="1">
                <a:tableStyleId>{5940675A-B579-460E-94D1-54222C63F5DA}</a:tableStyleId>
              </a:tblPr>
              <a:tblGrid>
                <a:gridCol w="838200">
                  <a:extLst>
                    <a:ext uri="{9D8B030D-6E8A-4147-A177-3AD203B41FA5}">
                      <a16:colId xmlns:a16="http://schemas.microsoft.com/office/drawing/2014/main" val="2965708559"/>
                    </a:ext>
                  </a:extLst>
                </a:gridCol>
              </a:tblGrid>
              <a:tr h="370840">
                <a:tc>
                  <a:txBody>
                    <a:bodyPr/>
                    <a:lstStyle/>
                    <a:p>
                      <a:pPr algn="ctr"/>
                      <a:endParaRPr lang="en-US" dirty="0"/>
                    </a:p>
                  </a:txBody>
                  <a:tcPr/>
                </a:tc>
                <a:extLst>
                  <a:ext uri="{0D108BD9-81ED-4DB2-BD59-A6C34878D82A}">
                    <a16:rowId xmlns:a16="http://schemas.microsoft.com/office/drawing/2014/main" val="2472658947"/>
                  </a:ext>
                </a:extLst>
              </a:tr>
              <a:tr h="370840">
                <a:tc>
                  <a:txBody>
                    <a:bodyPr/>
                    <a:lstStyle/>
                    <a:p>
                      <a:pPr algn="ctr"/>
                      <a:endParaRPr lang="en-US" dirty="0"/>
                    </a:p>
                  </a:txBody>
                  <a:tcPr/>
                </a:tc>
                <a:extLst>
                  <a:ext uri="{0D108BD9-81ED-4DB2-BD59-A6C34878D82A}">
                    <a16:rowId xmlns:a16="http://schemas.microsoft.com/office/drawing/2014/main" val="2790041352"/>
                  </a:ext>
                </a:extLst>
              </a:tr>
              <a:tr h="370840">
                <a:tc>
                  <a:txBody>
                    <a:bodyPr/>
                    <a:lstStyle/>
                    <a:p>
                      <a:pPr algn="ctr"/>
                      <a:endParaRPr lang="en-US" dirty="0"/>
                    </a:p>
                  </a:txBody>
                  <a:tcPr/>
                </a:tc>
                <a:extLst>
                  <a:ext uri="{0D108BD9-81ED-4DB2-BD59-A6C34878D82A}">
                    <a16:rowId xmlns:a16="http://schemas.microsoft.com/office/drawing/2014/main" val="1635259289"/>
                  </a:ext>
                </a:extLst>
              </a:tr>
              <a:tr h="370840">
                <a:tc>
                  <a:txBody>
                    <a:bodyPr/>
                    <a:lstStyle/>
                    <a:p>
                      <a:pPr algn="ctr"/>
                      <a:endParaRPr lang="en-US" dirty="0"/>
                    </a:p>
                  </a:txBody>
                  <a:tcPr/>
                </a:tc>
                <a:extLst>
                  <a:ext uri="{0D108BD9-81ED-4DB2-BD59-A6C34878D82A}">
                    <a16:rowId xmlns:a16="http://schemas.microsoft.com/office/drawing/2014/main" val="3475318883"/>
                  </a:ext>
                </a:extLst>
              </a:tr>
              <a:tr h="370840">
                <a:tc>
                  <a:txBody>
                    <a:bodyPr/>
                    <a:lstStyle/>
                    <a:p>
                      <a:pPr algn="ctr"/>
                      <a:endParaRPr lang="en-US" dirty="0"/>
                    </a:p>
                  </a:txBody>
                  <a:tcPr/>
                </a:tc>
                <a:extLst>
                  <a:ext uri="{0D108BD9-81ED-4DB2-BD59-A6C34878D82A}">
                    <a16:rowId xmlns:a16="http://schemas.microsoft.com/office/drawing/2014/main" val="2400188190"/>
                  </a:ext>
                </a:extLst>
              </a:tr>
            </a:tbl>
          </a:graphicData>
        </a:graphic>
      </p:graphicFrame>
      <p:sp>
        <p:nvSpPr>
          <p:cNvPr id="16" name="TextBox 15">
            <a:extLst>
              <a:ext uri="{FF2B5EF4-FFF2-40B4-BE49-F238E27FC236}">
                <a16:creationId xmlns:a16="http://schemas.microsoft.com/office/drawing/2014/main" id="{F8C9E426-19B3-C381-5E30-7C2FF94F96E8}"/>
              </a:ext>
            </a:extLst>
          </p:cNvPr>
          <p:cNvSpPr txBox="1"/>
          <p:nvPr/>
        </p:nvSpPr>
        <p:spPr>
          <a:xfrm>
            <a:off x="3186926" y="5137542"/>
            <a:ext cx="2172390" cy="400110"/>
          </a:xfrm>
          <a:prstGeom prst="rect">
            <a:avLst/>
          </a:prstGeom>
          <a:noFill/>
        </p:spPr>
        <p:txBody>
          <a:bodyPr wrap="none" rtlCol="0">
            <a:spAutoFit/>
          </a:bodyPr>
          <a:lstStyle/>
          <a:p>
            <a:r>
              <a:rPr lang="en-US" sz="2000" dirty="0"/>
              <a:t>After PUSH {r1,r2}</a:t>
            </a:r>
          </a:p>
        </p:txBody>
      </p:sp>
      <p:sp>
        <p:nvSpPr>
          <p:cNvPr id="22" name="TextBox 21">
            <a:extLst>
              <a:ext uri="{FF2B5EF4-FFF2-40B4-BE49-F238E27FC236}">
                <a16:creationId xmlns:a16="http://schemas.microsoft.com/office/drawing/2014/main" id="{8C3A0F5D-E35F-6473-85B4-E60E6B15F6BA}"/>
              </a:ext>
            </a:extLst>
          </p:cNvPr>
          <p:cNvSpPr txBox="1"/>
          <p:nvPr/>
        </p:nvSpPr>
        <p:spPr>
          <a:xfrm>
            <a:off x="5859431" y="5137542"/>
            <a:ext cx="2085827" cy="707886"/>
          </a:xfrm>
          <a:prstGeom prst="rect">
            <a:avLst/>
          </a:prstGeom>
          <a:noFill/>
        </p:spPr>
        <p:txBody>
          <a:bodyPr wrap="none" rtlCol="0">
            <a:spAutoFit/>
          </a:bodyPr>
          <a:lstStyle/>
          <a:p>
            <a:r>
              <a:rPr lang="en-US" sz="2000" dirty="0"/>
              <a:t>After POP {r0,r1},</a:t>
            </a:r>
          </a:p>
          <a:p>
            <a:r>
              <a:rPr lang="en-US" sz="2000" dirty="0"/>
              <a:t>r0=?, r1=?</a:t>
            </a:r>
          </a:p>
        </p:txBody>
      </p:sp>
    </p:spTree>
    <p:extLst>
      <p:ext uri="{BB962C8B-B14F-4D97-AF65-F5344CB8AC3E}">
        <p14:creationId xmlns:p14="http://schemas.microsoft.com/office/powerpoint/2010/main" val="437885179"/>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603F5E7-78DF-6AED-6EFE-A47B82A4A843}"/>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944D1D1B-105E-E184-ADBC-2B07B3BB929E}"/>
              </a:ext>
            </a:extLst>
          </p:cNvPr>
          <p:cNvSpPr>
            <a:spLocks noGrp="1"/>
          </p:cNvSpPr>
          <p:nvPr>
            <p:ph type="title"/>
          </p:nvPr>
        </p:nvSpPr>
        <p:spPr/>
        <p:txBody>
          <a:bodyPr/>
          <a:lstStyle/>
          <a:p>
            <a:r>
              <a:rPr lang="en-US" dirty="0"/>
              <a:t>Stack ANS</a:t>
            </a:r>
          </a:p>
        </p:txBody>
      </p:sp>
      <p:sp>
        <p:nvSpPr>
          <p:cNvPr id="3" name="Slide Number Placeholder 2">
            <a:extLst>
              <a:ext uri="{FF2B5EF4-FFF2-40B4-BE49-F238E27FC236}">
                <a16:creationId xmlns:a16="http://schemas.microsoft.com/office/drawing/2014/main" id="{853C2332-DD8B-2EC1-C288-C9CD991A4074}"/>
              </a:ext>
            </a:extLst>
          </p:cNvPr>
          <p:cNvSpPr>
            <a:spLocks noGrp="1"/>
          </p:cNvSpPr>
          <p:nvPr>
            <p:ph type="sldNum" sz="quarter" idx="12"/>
          </p:nvPr>
        </p:nvSpPr>
        <p:spPr/>
        <p:txBody>
          <a:bodyPr/>
          <a:lstStyle/>
          <a:p>
            <a:fld id="{EA7C8D44-3667-46F6-9772-CC52308E2A7F}" type="slidenum">
              <a:rPr kumimoji="0" lang="en-US" smtClean="0"/>
              <a:pPr/>
              <a:t>5</a:t>
            </a:fld>
            <a:endParaRPr kumimoji="0" lang="en-US" dirty="0"/>
          </a:p>
        </p:txBody>
      </p:sp>
      <p:sp>
        <p:nvSpPr>
          <p:cNvPr id="4" name="Content Placeholder 3">
            <a:extLst>
              <a:ext uri="{FF2B5EF4-FFF2-40B4-BE49-F238E27FC236}">
                <a16:creationId xmlns:a16="http://schemas.microsoft.com/office/drawing/2014/main" id="{DCC0932D-B624-F476-2B57-930187D851D9}"/>
              </a:ext>
            </a:extLst>
          </p:cNvPr>
          <p:cNvSpPr>
            <a:spLocks noGrp="1"/>
          </p:cNvSpPr>
          <p:nvPr>
            <p:ph sz="quarter" idx="1"/>
          </p:nvPr>
        </p:nvSpPr>
        <p:spPr>
          <a:xfrm>
            <a:off x="457200" y="1219200"/>
            <a:ext cx="8229600" cy="1512689"/>
          </a:xfrm>
        </p:spPr>
        <p:txBody>
          <a:bodyPr/>
          <a:lstStyle/>
          <a:p>
            <a:r>
              <a:rPr lang="en-US" dirty="0"/>
              <a:t>Initially, let </a:t>
            </a:r>
            <a:r>
              <a:rPr lang="en-US" sz="2400" dirty="0"/>
              <a:t>r0=0, r1=1, r2=2.</a:t>
            </a:r>
            <a:endParaRPr lang="en-US" dirty="0"/>
          </a:p>
          <a:p>
            <a:r>
              <a:rPr lang="en-US" dirty="0"/>
              <a:t>a) Execute PUSH {r1,r2}. Draw stack.</a:t>
            </a:r>
          </a:p>
          <a:p>
            <a:r>
              <a:rPr lang="en-US" dirty="0"/>
              <a:t>b) Execute POP {r0,r1}. Draw stack.</a:t>
            </a:r>
          </a:p>
        </p:txBody>
      </p:sp>
      <p:graphicFrame>
        <p:nvGraphicFramePr>
          <p:cNvPr id="7" name="Table 6">
            <a:extLst>
              <a:ext uri="{FF2B5EF4-FFF2-40B4-BE49-F238E27FC236}">
                <a16:creationId xmlns:a16="http://schemas.microsoft.com/office/drawing/2014/main" id="{4809732D-EF89-C5A4-C000-5018FA595EFC}"/>
              </a:ext>
            </a:extLst>
          </p:cNvPr>
          <p:cNvGraphicFramePr>
            <a:graphicFrameLocks noGrp="1"/>
          </p:cNvGraphicFramePr>
          <p:nvPr/>
        </p:nvGraphicFramePr>
        <p:xfrm>
          <a:off x="1535923" y="3188273"/>
          <a:ext cx="838200" cy="1854200"/>
        </p:xfrm>
        <a:graphic>
          <a:graphicData uri="http://schemas.openxmlformats.org/drawingml/2006/table">
            <a:tbl>
              <a:tblPr firstRow="1" bandRow="1">
                <a:tableStyleId>{5940675A-B579-460E-94D1-54222C63F5DA}</a:tableStyleId>
              </a:tblPr>
              <a:tblGrid>
                <a:gridCol w="838200">
                  <a:extLst>
                    <a:ext uri="{9D8B030D-6E8A-4147-A177-3AD203B41FA5}">
                      <a16:colId xmlns:a16="http://schemas.microsoft.com/office/drawing/2014/main" val="2965708559"/>
                    </a:ext>
                  </a:extLst>
                </a:gridCol>
              </a:tblGrid>
              <a:tr h="370840">
                <a:tc>
                  <a:txBody>
                    <a:bodyPr/>
                    <a:lstStyle/>
                    <a:p>
                      <a:pPr algn="ctr"/>
                      <a:endParaRPr lang="en-US" dirty="0"/>
                    </a:p>
                  </a:txBody>
                  <a:tcPr/>
                </a:tc>
                <a:extLst>
                  <a:ext uri="{0D108BD9-81ED-4DB2-BD59-A6C34878D82A}">
                    <a16:rowId xmlns:a16="http://schemas.microsoft.com/office/drawing/2014/main" val="2472658947"/>
                  </a:ext>
                </a:extLst>
              </a:tr>
              <a:tr h="370840">
                <a:tc>
                  <a:txBody>
                    <a:bodyPr/>
                    <a:lstStyle/>
                    <a:p>
                      <a:pPr algn="ctr"/>
                      <a:endParaRPr lang="en-US" dirty="0"/>
                    </a:p>
                  </a:txBody>
                  <a:tcPr/>
                </a:tc>
                <a:extLst>
                  <a:ext uri="{0D108BD9-81ED-4DB2-BD59-A6C34878D82A}">
                    <a16:rowId xmlns:a16="http://schemas.microsoft.com/office/drawing/2014/main" val="2790041352"/>
                  </a:ext>
                </a:extLst>
              </a:tr>
              <a:tr h="370840">
                <a:tc>
                  <a:txBody>
                    <a:bodyPr/>
                    <a:lstStyle/>
                    <a:p>
                      <a:pPr algn="ctr"/>
                      <a:endParaRPr lang="en-US" dirty="0"/>
                    </a:p>
                  </a:txBody>
                  <a:tcPr/>
                </a:tc>
                <a:extLst>
                  <a:ext uri="{0D108BD9-81ED-4DB2-BD59-A6C34878D82A}">
                    <a16:rowId xmlns:a16="http://schemas.microsoft.com/office/drawing/2014/main" val="1635259289"/>
                  </a:ext>
                </a:extLst>
              </a:tr>
              <a:tr h="370840">
                <a:tc>
                  <a:txBody>
                    <a:bodyPr/>
                    <a:lstStyle/>
                    <a:p>
                      <a:pPr algn="ctr"/>
                      <a:endParaRPr lang="en-US" dirty="0"/>
                    </a:p>
                  </a:txBody>
                  <a:tcPr/>
                </a:tc>
                <a:extLst>
                  <a:ext uri="{0D108BD9-81ED-4DB2-BD59-A6C34878D82A}">
                    <a16:rowId xmlns:a16="http://schemas.microsoft.com/office/drawing/2014/main" val="3475318883"/>
                  </a:ext>
                </a:extLst>
              </a:tr>
              <a:tr h="370840">
                <a:tc>
                  <a:txBody>
                    <a:bodyPr/>
                    <a:lstStyle/>
                    <a:p>
                      <a:pPr algn="ctr"/>
                      <a:endParaRPr lang="en-US" dirty="0"/>
                    </a:p>
                  </a:txBody>
                  <a:tcPr/>
                </a:tc>
                <a:extLst>
                  <a:ext uri="{0D108BD9-81ED-4DB2-BD59-A6C34878D82A}">
                    <a16:rowId xmlns:a16="http://schemas.microsoft.com/office/drawing/2014/main" val="2400188190"/>
                  </a:ext>
                </a:extLst>
              </a:tr>
            </a:tbl>
          </a:graphicData>
        </a:graphic>
      </p:graphicFrame>
      <p:sp>
        <p:nvSpPr>
          <p:cNvPr id="8" name="Arrow: Right 7">
            <a:extLst>
              <a:ext uri="{FF2B5EF4-FFF2-40B4-BE49-F238E27FC236}">
                <a16:creationId xmlns:a16="http://schemas.microsoft.com/office/drawing/2014/main" id="{569AE367-163D-297F-3DD6-599C9645483F}"/>
              </a:ext>
            </a:extLst>
          </p:cNvPr>
          <p:cNvSpPr/>
          <p:nvPr/>
        </p:nvSpPr>
        <p:spPr>
          <a:xfrm>
            <a:off x="999475" y="3302859"/>
            <a:ext cx="397565" cy="235054"/>
          </a:xfrm>
          <a:prstGeom prst="rightArrow">
            <a:avLst/>
          </a:prstGeom>
          <a:solidFill>
            <a:schemeClr val="bg2"/>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 name="TextBox 8">
            <a:extLst>
              <a:ext uri="{FF2B5EF4-FFF2-40B4-BE49-F238E27FC236}">
                <a16:creationId xmlns:a16="http://schemas.microsoft.com/office/drawing/2014/main" id="{62A10B87-EDD6-141E-74DF-591C75B3ADDB}"/>
              </a:ext>
            </a:extLst>
          </p:cNvPr>
          <p:cNvSpPr txBox="1"/>
          <p:nvPr/>
        </p:nvSpPr>
        <p:spPr>
          <a:xfrm>
            <a:off x="496902" y="3204332"/>
            <a:ext cx="433132" cy="400110"/>
          </a:xfrm>
          <a:prstGeom prst="rect">
            <a:avLst/>
          </a:prstGeom>
          <a:noFill/>
        </p:spPr>
        <p:txBody>
          <a:bodyPr wrap="none" rtlCol="0">
            <a:spAutoFit/>
          </a:bodyPr>
          <a:lstStyle/>
          <a:p>
            <a:r>
              <a:rPr lang="en-US" sz="2000" dirty="0"/>
              <a:t>SP</a:t>
            </a:r>
          </a:p>
        </p:txBody>
      </p:sp>
      <p:graphicFrame>
        <p:nvGraphicFramePr>
          <p:cNvPr id="10" name="Table 9">
            <a:extLst>
              <a:ext uri="{FF2B5EF4-FFF2-40B4-BE49-F238E27FC236}">
                <a16:creationId xmlns:a16="http://schemas.microsoft.com/office/drawing/2014/main" id="{B0BB1A3A-DB33-B7A9-4626-5505E2FDAF8D}"/>
              </a:ext>
            </a:extLst>
          </p:cNvPr>
          <p:cNvGraphicFramePr>
            <a:graphicFrameLocks noGrp="1"/>
          </p:cNvGraphicFramePr>
          <p:nvPr/>
        </p:nvGraphicFramePr>
        <p:xfrm>
          <a:off x="3798326" y="3199012"/>
          <a:ext cx="838200" cy="1854200"/>
        </p:xfrm>
        <a:graphic>
          <a:graphicData uri="http://schemas.openxmlformats.org/drawingml/2006/table">
            <a:tbl>
              <a:tblPr firstRow="1" bandRow="1">
                <a:tableStyleId>{5940675A-B579-460E-94D1-54222C63F5DA}</a:tableStyleId>
              </a:tblPr>
              <a:tblGrid>
                <a:gridCol w="838200">
                  <a:extLst>
                    <a:ext uri="{9D8B030D-6E8A-4147-A177-3AD203B41FA5}">
                      <a16:colId xmlns:a16="http://schemas.microsoft.com/office/drawing/2014/main" val="2965708559"/>
                    </a:ext>
                  </a:extLst>
                </a:gridCol>
              </a:tblGrid>
              <a:tr h="370840">
                <a:tc>
                  <a:txBody>
                    <a:bodyPr/>
                    <a:lstStyle/>
                    <a:p>
                      <a:pPr algn="ctr"/>
                      <a:endParaRPr lang="en-US" dirty="0"/>
                    </a:p>
                  </a:txBody>
                  <a:tcPr/>
                </a:tc>
                <a:extLst>
                  <a:ext uri="{0D108BD9-81ED-4DB2-BD59-A6C34878D82A}">
                    <a16:rowId xmlns:a16="http://schemas.microsoft.com/office/drawing/2014/main" val="2472658947"/>
                  </a:ext>
                </a:extLst>
              </a:tr>
              <a:tr h="370840">
                <a:tc>
                  <a:txBody>
                    <a:bodyPr/>
                    <a:lstStyle/>
                    <a:p>
                      <a:pPr algn="ctr"/>
                      <a:r>
                        <a:rPr lang="en-US" dirty="0"/>
                        <a:t>r2=2</a:t>
                      </a:r>
                    </a:p>
                  </a:txBody>
                  <a:tcPr/>
                </a:tc>
                <a:extLst>
                  <a:ext uri="{0D108BD9-81ED-4DB2-BD59-A6C34878D82A}">
                    <a16:rowId xmlns:a16="http://schemas.microsoft.com/office/drawing/2014/main" val="2790041352"/>
                  </a:ext>
                </a:extLst>
              </a:tr>
              <a:tr h="370840">
                <a:tc>
                  <a:txBody>
                    <a:bodyPr/>
                    <a:lstStyle/>
                    <a:p>
                      <a:pPr algn="ctr"/>
                      <a:r>
                        <a:rPr lang="en-US" dirty="0"/>
                        <a:t>r1=1</a:t>
                      </a:r>
                    </a:p>
                  </a:txBody>
                  <a:tcPr/>
                </a:tc>
                <a:extLst>
                  <a:ext uri="{0D108BD9-81ED-4DB2-BD59-A6C34878D82A}">
                    <a16:rowId xmlns:a16="http://schemas.microsoft.com/office/drawing/2014/main" val="1635259289"/>
                  </a:ext>
                </a:extLst>
              </a:tr>
              <a:tr h="370840">
                <a:tc>
                  <a:txBody>
                    <a:bodyPr/>
                    <a:lstStyle/>
                    <a:p>
                      <a:pPr algn="ctr"/>
                      <a:endParaRPr lang="en-US" dirty="0"/>
                    </a:p>
                  </a:txBody>
                  <a:tcPr/>
                </a:tc>
                <a:extLst>
                  <a:ext uri="{0D108BD9-81ED-4DB2-BD59-A6C34878D82A}">
                    <a16:rowId xmlns:a16="http://schemas.microsoft.com/office/drawing/2014/main" val="3475318883"/>
                  </a:ext>
                </a:extLst>
              </a:tr>
              <a:tr h="370840">
                <a:tc>
                  <a:txBody>
                    <a:bodyPr/>
                    <a:lstStyle/>
                    <a:p>
                      <a:pPr algn="ctr"/>
                      <a:endParaRPr lang="en-US" dirty="0"/>
                    </a:p>
                  </a:txBody>
                  <a:tcPr/>
                </a:tc>
                <a:extLst>
                  <a:ext uri="{0D108BD9-81ED-4DB2-BD59-A6C34878D82A}">
                    <a16:rowId xmlns:a16="http://schemas.microsoft.com/office/drawing/2014/main" val="2400188190"/>
                  </a:ext>
                </a:extLst>
              </a:tr>
            </a:tbl>
          </a:graphicData>
        </a:graphic>
      </p:graphicFrame>
      <p:sp>
        <p:nvSpPr>
          <p:cNvPr id="11" name="Arrow: Right 10">
            <a:extLst>
              <a:ext uri="{FF2B5EF4-FFF2-40B4-BE49-F238E27FC236}">
                <a16:creationId xmlns:a16="http://schemas.microsoft.com/office/drawing/2014/main" id="{50186B45-C036-8963-F983-F18A363F0E41}"/>
              </a:ext>
            </a:extLst>
          </p:cNvPr>
          <p:cNvSpPr/>
          <p:nvPr/>
        </p:nvSpPr>
        <p:spPr>
          <a:xfrm>
            <a:off x="3265932" y="4038635"/>
            <a:ext cx="397565" cy="235054"/>
          </a:xfrm>
          <a:prstGeom prst="rightArrow">
            <a:avLst/>
          </a:prstGeom>
          <a:solidFill>
            <a:schemeClr val="bg2"/>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TextBox 11">
            <a:extLst>
              <a:ext uri="{FF2B5EF4-FFF2-40B4-BE49-F238E27FC236}">
                <a16:creationId xmlns:a16="http://schemas.microsoft.com/office/drawing/2014/main" id="{39593EEC-57A9-1968-DC28-8040B4B19D5D}"/>
              </a:ext>
            </a:extLst>
          </p:cNvPr>
          <p:cNvSpPr txBox="1"/>
          <p:nvPr/>
        </p:nvSpPr>
        <p:spPr>
          <a:xfrm>
            <a:off x="2763359" y="3940108"/>
            <a:ext cx="433132" cy="400110"/>
          </a:xfrm>
          <a:prstGeom prst="rect">
            <a:avLst/>
          </a:prstGeom>
          <a:noFill/>
        </p:spPr>
        <p:txBody>
          <a:bodyPr wrap="none" rtlCol="0">
            <a:spAutoFit/>
          </a:bodyPr>
          <a:lstStyle/>
          <a:p>
            <a:r>
              <a:rPr lang="en-US" sz="2000" dirty="0"/>
              <a:t>SP</a:t>
            </a:r>
          </a:p>
        </p:txBody>
      </p:sp>
      <p:graphicFrame>
        <p:nvGraphicFramePr>
          <p:cNvPr id="13" name="Table 12">
            <a:extLst>
              <a:ext uri="{FF2B5EF4-FFF2-40B4-BE49-F238E27FC236}">
                <a16:creationId xmlns:a16="http://schemas.microsoft.com/office/drawing/2014/main" id="{0F90E149-86FB-1EB7-A72E-7589073CE919}"/>
              </a:ext>
            </a:extLst>
          </p:cNvPr>
          <p:cNvGraphicFramePr>
            <a:graphicFrameLocks noGrp="1"/>
          </p:cNvGraphicFramePr>
          <p:nvPr/>
        </p:nvGraphicFramePr>
        <p:xfrm>
          <a:off x="6465320" y="3188273"/>
          <a:ext cx="838200" cy="1854200"/>
        </p:xfrm>
        <a:graphic>
          <a:graphicData uri="http://schemas.openxmlformats.org/drawingml/2006/table">
            <a:tbl>
              <a:tblPr firstRow="1" bandRow="1">
                <a:tableStyleId>{5940675A-B579-460E-94D1-54222C63F5DA}</a:tableStyleId>
              </a:tblPr>
              <a:tblGrid>
                <a:gridCol w="838200">
                  <a:extLst>
                    <a:ext uri="{9D8B030D-6E8A-4147-A177-3AD203B41FA5}">
                      <a16:colId xmlns:a16="http://schemas.microsoft.com/office/drawing/2014/main" val="2965708559"/>
                    </a:ext>
                  </a:extLst>
                </a:gridCol>
              </a:tblGrid>
              <a:tr h="370840">
                <a:tc>
                  <a:txBody>
                    <a:bodyPr/>
                    <a:lstStyle/>
                    <a:p>
                      <a:pPr algn="ctr"/>
                      <a:endParaRPr lang="en-US" dirty="0"/>
                    </a:p>
                  </a:txBody>
                  <a:tcPr/>
                </a:tc>
                <a:extLst>
                  <a:ext uri="{0D108BD9-81ED-4DB2-BD59-A6C34878D82A}">
                    <a16:rowId xmlns:a16="http://schemas.microsoft.com/office/drawing/2014/main" val="2472658947"/>
                  </a:ext>
                </a:extLst>
              </a:tr>
              <a:tr h="370840">
                <a:tc>
                  <a:txBody>
                    <a:bodyPr/>
                    <a:lstStyle/>
                    <a:p>
                      <a:pPr algn="ctr"/>
                      <a:endParaRPr lang="en-US" dirty="0"/>
                    </a:p>
                  </a:txBody>
                  <a:tcPr/>
                </a:tc>
                <a:extLst>
                  <a:ext uri="{0D108BD9-81ED-4DB2-BD59-A6C34878D82A}">
                    <a16:rowId xmlns:a16="http://schemas.microsoft.com/office/drawing/2014/main" val="2790041352"/>
                  </a:ext>
                </a:extLst>
              </a:tr>
              <a:tr h="370840">
                <a:tc>
                  <a:txBody>
                    <a:bodyPr/>
                    <a:lstStyle/>
                    <a:p>
                      <a:pPr algn="ctr"/>
                      <a:endParaRPr lang="en-US" dirty="0"/>
                    </a:p>
                  </a:txBody>
                  <a:tcPr/>
                </a:tc>
                <a:extLst>
                  <a:ext uri="{0D108BD9-81ED-4DB2-BD59-A6C34878D82A}">
                    <a16:rowId xmlns:a16="http://schemas.microsoft.com/office/drawing/2014/main" val="1635259289"/>
                  </a:ext>
                </a:extLst>
              </a:tr>
              <a:tr h="370840">
                <a:tc>
                  <a:txBody>
                    <a:bodyPr/>
                    <a:lstStyle/>
                    <a:p>
                      <a:pPr algn="ctr"/>
                      <a:endParaRPr lang="en-US" dirty="0"/>
                    </a:p>
                  </a:txBody>
                  <a:tcPr/>
                </a:tc>
                <a:extLst>
                  <a:ext uri="{0D108BD9-81ED-4DB2-BD59-A6C34878D82A}">
                    <a16:rowId xmlns:a16="http://schemas.microsoft.com/office/drawing/2014/main" val="3475318883"/>
                  </a:ext>
                </a:extLst>
              </a:tr>
              <a:tr h="370840">
                <a:tc>
                  <a:txBody>
                    <a:bodyPr/>
                    <a:lstStyle/>
                    <a:p>
                      <a:pPr algn="ctr"/>
                      <a:endParaRPr lang="en-US" dirty="0"/>
                    </a:p>
                  </a:txBody>
                  <a:tcPr/>
                </a:tc>
                <a:extLst>
                  <a:ext uri="{0D108BD9-81ED-4DB2-BD59-A6C34878D82A}">
                    <a16:rowId xmlns:a16="http://schemas.microsoft.com/office/drawing/2014/main" val="2400188190"/>
                  </a:ext>
                </a:extLst>
              </a:tr>
            </a:tbl>
          </a:graphicData>
        </a:graphic>
      </p:graphicFrame>
      <p:sp>
        <p:nvSpPr>
          <p:cNvPr id="14" name="Arrow: Right 13">
            <a:extLst>
              <a:ext uri="{FF2B5EF4-FFF2-40B4-BE49-F238E27FC236}">
                <a16:creationId xmlns:a16="http://schemas.microsoft.com/office/drawing/2014/main" id="{CB24527C-F1F4-33BA-B5D6-819E30373882}"/>
              </a:ext>
            </a:extLst>
          </p:cNvPr>
          <p:cNvSpPr/>
          <p:nvPr/>
        </p:nvSpPr>
        <p:spPr>
          <a:xfrm>
            <a:off x="5928872" y="3302859"/>
            <a:ext cx="397565" cy="235054"/>
          </a:xfrm>
          <a:prstGeom prst="rightArrow">
            <a:avLst/>
          </a:prstGeom>
          <a:solidFill>
            <a:schemeClr val="bg2"/>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5" name="TextBox 14">
            <a:extLst>
              <a:ext uri="{FF2B5EF4-FFF2-40B4-BE49-F238E27FC236}">
                <a16:creationId xmlns:a16="http://schemas.microsoft.com/office/drawing/2014/main" id="{39061F2C-A317-8DD0-2E26-07A9FB2F6E12}"/>
              </a:ext>
            </a:extLst>
          </p:cNvPr>
          <p:cNvSpPr txBox="1"/>
          <p:nvPr/>
        </p:nvSpPr>
        <p:spPr>
          <a:xfrm>
            <a:off x="5426299" y="3204332"/>
            <a:ext cx="433132" cy="400110"/>
          </a:xfrm>
          <a:prstGeom prst="rect">
            <a:avLst/>
          </a:prstGeom>
          <a:noFill/>
        </p:spPr>
        <p:txBody>
          <a:bodyPr wrap="none" rtlCol="0">
            <a:spAutoFit/>
          </a:bodyPr>
          <a:lstStyle/>
          <a:p>
            <a:r>
              <a:rPr lang="en-US" sz="2000" dirty="0"/>
              <a:t>SP</a:t>
            </a:r>
          </a:p>
        </p:txBody>
      </p:sp>
      <p:sp>
        <p:nvSpPr>
          <p:cNvPr id="16" name="TextBox 15">
            <a:extLst>
              <a:ext uri="{FF2B5EF4-FFF2-40B4-BE49-F238E27FC236}">
                <a16:creationId xmlns:a16="http://schemas.microsoft.com/office/drawing/2014/main" id="{A49D0B57-E431-F7A3-1BED-79D0F8F79AA1}"/>
              </a:ext>
            </a:extLst>
          </p:cNvPr>
          <p:cNvSpPr txBox="1"/>
          <p:nvPr/>
        </p:nvSpPr>
        <p:spPr>
          <a:xfrm>
            <a:off x="3186926" y="5137542"/>
            <a:ext cx="2172390" cy="400110"/>
          </a:xfrm>
          <a:prstGeom prst="rect">
            <a:avLst/>
          </a:prstGeom>
          <a:noFill/>
        </p:spPr>
        <p:txBody>
          <a:bodyPr wrap="none" rtlCol="0">
            <a:spAutoFit/>
          </a:bodyPr>
          <a:lstStyle/>
          <a:p>
            <a:r>
              <a:rPr lang="en-US" sz="2000" dirty="0"/>
              <a:t>After PUSH {r1,r2}</a:t>
            </a:r>
          </a:p>
        </p:txBody>
      </p:sp>
      <p:sp>
        <p:nvSpPr>
          <p:cNvPr id="22" name="TextBox 21">
            <a:extLst>
              <a:ext uri="{FF2B5EF4-FFF2-40B4-BE49-F238E27FC236}">
                <a16:creationId xmlns:a16="http://schemas.microsoft.com/office/drawing/2014/main" id="{EA1D60ED-C6F0-ACD1-8F1A-B034A7D8F690}"/>
              </a:ext>
            </a:extLst>
          </p:cNvPr>
          <p:cNvSpPr txBox="1"/>
          <p:nvPr/>
        </p:nvSpPr>
        <p:spPr>
          <a:xfrm>
            <a:off x="5859431" y="5137542"/>
            <a:ext cx="2085827" cy="707886"/>
          </a:xfrm>
          <a:prstGeom prst="rect">
            <a:avLst/>
          </a:prstGeom>
          <a:noFill/>
        </p:spPr>
        <p:txBody>
          <a:bodyPr wrap="none" rtlCol="0">
            <a:spAutoFit/>
          </a:bodyPr>
          <a:lstStyle/>
          <a:p>
            <a:r>
              <a:rPr lang="en-US" sz="2000" dirty="0"/>
              <a:t>After POP {r0,r1},</a:t>
            </a:r>
          </a:p>
          <a:p>
            <a:r>
              <a:rPr lang="en-US" sz="2000" dirty="0"/>
              <a:t>r0=1, r1=2</a:t>
            </a:r>
          </a:p>
        </p:txBody>
      </p:sp>
      <p:sp>
        <p:nvSpPr>
          <p:cNvPr id="5" name="TextBox 4">
            <a:extLst>
              <a:ext uri="{FF2B5EF4-FFF2-40B4-BE49-F238E27FC236}">
                <a16:creationId xmlns:a16="http://schemas.microsoft.com/office/drawing/2014/main" id="{E934273F-86D4-4FCA-7A42-387A88B6F17F}"/>
              </a:ext>
            </a:extLst>
          </p:cNvPr>
          <p:cNvSpPr txBox="1"/>
          <p:nvPr/>
        </p:nvSpPr>
        <p:spPr>
          <a:xfrm>
            <a:off x="999474" y="5908432"/>
            <a:ext cx="7687325" cy="646331"/>
          </a:xfrm>
          <a:prstGeom prst="rect">
            <a:avLst/>
          </a:prstGeom>
          <a:solidFill>
            <a:schemeClr val="bg1">
              <a:lumMod val="85000"/>
            </a:schemeClr>
          </a:solidFill>
        </p:spPr>
        <p:style>
          <a:lnRef idx="1">
            <a:schemeClr val="dk1"/>
          </a:lnRef>
          <a:fillRef idx="2">
            <a:schemeClr val="dk1"/>
          </a:fillRef>
          <a:effectRef idx="1">
            <a:schemeClr val="dk1"/>
          </a:effectRef>
          <a:fontRef idx="minor">
            <a:schemeClr val="dk1"/>
          </a:fontRef>
        </p:style>
        <p:txBody>
          <a:bodyPr wrap="square" rtlCol="0">
            <a:spAutoFit/>
          </a:bodyPr>
          <a:lstStyle/>
          <a:p>
            <a:r>
              <a:rPr lang="en-US" dirty="0"/>
              <a:t>Stack contains only values like 2, 1… I write r2=2, r1=1 in the figures for illustration purposes only. </a:t>
            </a:r>
          </a:p>
        </p:txBody>
      </p:sp>
    </p:spTree>
    <p:extLst>
      <p:ext uri="{BB962C8B-B14F-4D97-AF65-F5344CB8AC3E}">
        <p14:creationId xmlns:p14="http://schemas.microsoft.com/office/powerpoint/2010/main" val="2007294765"/>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0B31381-7AB9-FDA4-7FF9-72D96B8AD4E5}"/>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8CE305BA-4383-D05A-A09F-E8888E979ED1}"/>
              </a:ext>
            </a:extLst>
          </p:cNvPr>
          <p:cNvSpPr>
            <a:spLocks noGrp="1"/>
          </p:cNvSpPr>
          <p:nvPr>
            <p:ph type="title"/>
          </p:nvPr>
        </p:nvSpPr>
        <p:spPr/>
        <p:txBody>
          <a:bodyPr/>
          <a:lstStyle/>
          <a:p>
            <a:r>
              <a:rPr lang="en-US" dirty="0"/>
              <a:t>Stack</a:t>
            </a:r>
          </a:p>
        </p:txBody>
      </p:sp>
      <p:sp>
        <p:nvSpPr>
          <p:cNvPr id="3" name="Slide Number Placeholder 2">
            <a:extLst>
              <a:ext uri="{FF2B5EF4-FFF2-40B4-BE49-F238E27FC236}">
                <a16:creationId xmlns:a16="http://schemas.microsoft.com/office/drawing/2014/main" id="{7B241A1B-240A-D65E-9382-43BCA168C33F}"/>
              </a:ext>
            </a:extLst>
          </p:cNvPr>
          <p:cNvSpPr>
            <a:spLocks noGrp="1"/>
          </p:cNvSpPr>
          <p:nvPr>
            <p:ph type="sldNum" sz="quarter" idx="12"/>
          </p:nvPr>
        </p:nvSpPr>
        <p:spPr/>
        <p:txBody>
          <a:bodyPr/>
          <a:lstStyle/>
          <a:p>
            <a:fld id="{EA7C8D44-3667-46F6-9772-CC52308E2A7F}" type="slidenum">
              <a:rPr kumimoji="0" lang="en-US" smtClean="0"/>
              <a:pPr/>
              <a:t>6</a:t>
            </a:fld>
            <a:endParaRPr kumimoji="0" lang="en-US" dirty="0"/>
          </a:p>
        </p:txBody>
      </p:sp>
      <p:sp>
        <p:nvSpPr>
          <p:cNvPr id="4" name="Content Placeholder 3">
            <a:extLst>
              <a:ext uri="{FF2B5EF4-FFF2-40B4-BE49-F238E27FC236}">
                <a16:creationId xmlns:a16="http://schemas.microsoft.com/office/drawing/2014/main" id="{D196B1B3-16B9-7552-E252-1625434D0362}"/>
              </a:ext>
            </a:extLst>
          </p:cNvPr>
          <p:cNvSpPr>
            <a:spLocks noGrp="1"/>
          </p:cNvSpPr>
          <p:nvPr>
            <p:ph sz="quarter" idx="1"/>
          </p:nvPr>
        </p:nvSpPr>
        <p:spPr>
          <a:xfrm>
            <a:off x="457200" y="1219200"/>
            <a:ext cx="8229600" cy="2667000"/>
          </a:xfrm>
        </p:spPr>
        <p:txBody>
          <a:bodyPr>
            <a:normAutofit fontScale="92500" lnSpcReduction="20000"/>
          </a:bodyPr>
          <a:lstStyle/>
          <a:p>
            <a:pPr marL="342900" indent="-342900">
              <a:spcBef>
                <a:spcPts val="0"/>
              </a:spcBef>
            </a:pPr>
            <a:r>
              <a:rPr lang="en-US" dirty="0"/>
              <a:t>Initially, let r0=0, r1=1, r2=2, r3=3</a:t>
            </a:r>
          </a:p>
          <a:p>
            <a:pPr marL="342900" indent="-342900"/>
            <a:r>
              <a:rPr lang="en-US" dirty="0"/>
              <a:t>Execute  </a:t>
            </a:r>
          </a:p>
          <a:p>
            <a:pPr marL="0" indent="0">
              <a:buNone/>
            </a:pPr>
            <a:r>
              <a:rPr lang="en-US" dirty="0">
                <a:solidFill>
                  <a:srgbClr val="7030A0"/>
                </a:solidFill>
                <a:ea typeface="Courier New"/>
                <a:cs typeface="Courier New"/>
                <a:sym typeface="Courier New"/>
              </a:rPr>
              <a:t>     PUSH {r1,r2}</a:t>
            </a:r>
          </a:p>
          <a:p>
            <a:pPr marL="0" indent="0">
              <a:buNone/>
            </a:pPr>
            <a:r>
              <a:rPr lang="en-US" dirty="0">
                <a:solidFill>
                  <a:srgbClr val="7030A0"/>
                </a:solidFill>
                <a:ea typeface="Courier New"/>
                <a:cs typeface="Courier New"/>
                <a:sym typeface="Courier New"/>
              </a:rPr>
              <a:t>     PUSH {r3,r0}</a:t>
            </a:r>
          </a:p>
          <a:p>
            <a:pPr marL="0" indent="0">
              <a:buNone/>
            </a:pPr>
            <a:r>
              <a:rPr lang="en-US" dirty="0">
                <a:solidFill>
                  <a:srgbClr val="7030A0"/>
                </a:solidFill>
                <a:ea typeface="Courier New"/>
                <a:cs typeface="Courier New"/>
                <a:sym typeface="Courier New"/>
              </a:rPr>
              <a:t>     POP {r0-r3}  (same as </a:t>
            </a:r>
            <a:r>
              <a:rPr lang="pt-BR" dirty="0">
                <a:solidFill>
                  <a:srgbClr val="7030A0"/>
                </a:solidFill>
                <a:ea typeface="Courier New"/>
                <a:cs typeface="Courier New"/>
                <a:sym typeface="Courier New"/>
              </a:rPr>
              <a:t>POP {r0, r1, r2, r3}</a:t>
            </a:r>
            <a:r>
              <a:rPr lang="en-US" dirty="0">
                <a:solidFill>
                  <a:srgbClr val="7030A0"/>
                </a:solidFill>
                <a:ea typeface="Courier New"/>
                <a:cs typeface="Courier New"/>
                <a:sym typeface="Courier New"/>
              </a:rPr>
              <a:t>)</a:t>
            </a:r>
          </a:p>
          <a:p>
            <a:pPr marL="342900" indent="-342900"/>
            <a:r>
              <a:rPr lang="en-US" dirty="0"/>
              <a:t>Draw stack after each instruction. What is in registers after execution?</a:t>
            </a:r>
          </a:p>
        </p:txBody>
      </p:sp>
      <p:graphicFrame>
        <p:nvGraphicFramePr>
          <p:cNvPr id="8" name="Table 7">
            <a:extLst>
              <a:ext uri="{FF2B5EF4-FFF2-40B4-BE49-F238E27FC236}">
                <a16:creationId xmlns:a16="http://schemas.microsoft.com/office/drawing/2014/main" id="{DEDAA85D-661A-99AB-3D20-19E0FF250C15}"/>
              </a:ext>
            </a:extLst>
          </p:cNvPr>
          <p:cNvGraphicFramePr>
            <a:graphicFrameLocks noGrp="1"/>
          </p:cNvGraphicFramePr>
          <p:nvPr/>
        </p:nvGraphicFramePr>
        <p:xfrm>
          <a:off x="955684" y="3799348"/>
          <a:ext cx="838200" cy="1854200"/>
        </p:xfrm>
        <a:graphic>
          <a:graphicData uri="http://schemas.openxmlformats.org/drawingml/2006/table">
            <a:tbl>
              <a:tblPr firstRow="1" bandRow="1">
                <a:tableStyleId>{5940675A-B579-460E-94D1-54222C63F5DA}</a:tableStyleId>
              </a:tblPr>
              <a:tblGrid>
                <a:gridCol w="838200">
                  <a:extLst>
                    <a:ext uri="{9D8B030D-6E8A-4147-A177-3AD203B41FA5}">
                      <a16:colId xmlns:a16="http://schemas.microsoft.com/office/drawing/2014/main" val="2965708559"/>
                    </a:ext>
                  </a:extLst>
                </a:gridCol>
              </a:tblGrid>
              <a:tr h="370840">
                <a:tc>
                  <a:txBody>
                    <a:bodyPr/>
                    <a:lstStyle/>
                    <a:p>
                      <a:pPr algn="ctr"/>
                      <a:endParaRPr lang="en-US" dirty="0"/>
                    </a:p>
                  </a:txBody>
                  <a:tcPr/>
                </a:tc>
                <a:extLst>
                  <a:ext uri="{0D108BD9-81ED-4DB2-BD59-A6C34878D82A}">
                    <a16:rowId xmlns:a16="http://schemas.microsoft.com/office/drawing/2014/main" val="2472658947"/>
                  </a:ext>
                </a:extLst>
              </a:tr>
              <a:tr h="370840">
                <a:tc>
                  <a:txBody>
                    <a:bodyPr/>
                    <a:lstStyle/>
                    <a:p>
                      <a:pPr algn="ctr"/>
                      <a:endParaRPr lang="en-US" dirty="0"/>
                    </a:p>
                  </a:txBody>
                  <a:tcPr/>
                </a:tc>
                <a:extLst>
                  <a:ext uri="{0D108BD9-81ED-4DB2-BD59-A6C34878D82A}">
                    <a16:rowId xmlns:a16="http://schemas.microsoft.com/office/drawing/2014/main" val="2790041352"/>
                  </a:ext>
                </a:extLst>
              </a:tr>
              <a:tr h="370840">
                <a:tc>
                  <a:txBody>
                    <a:bodyPr/>
                    <a:lstStyle/>
                    <a:p>
                      <a:pPr algn="ctr"/>
                      <a:endParaRPr lang="en-US" dirty="0"/>
                    </a:p>
                  </a:txBody>
                  <a:tcPr/>
                </a:tc>
                <a:extLst>
                  <a:ext uri="{0D108BD9-81ED-4DB2-BD59-A6C34878D82A}">
                    <a16:rowId xmlns:a16="http://schemas.microsoft.com/office/drawing/2014/main" val="1635259289"/>
                  </a:ext>
                </a:extLst>
              </a:tr>
              <a:tr h="370840">
                <a:tc>
                  <a:txBody>
                    <a:bodyPr/>
                    <a:lstStyle/>
                    <a:p>
                      <a:pPr algn="ctr"/>
                      <a:endParaRPr lang="en-US" dirty="0"/>
                    </a:p>
                  </a:txBody>
                  <a:tcPr/>
                </a:tc>
                <a:extLst>
                  <a:ext uri="{0D108BD9-81ED-4DB2-BD59-A6C34878D82A}">
                    <a16:rowId xmlns:a16="http://schemas.microsoft.com/office/drawing/2014/main" val="3475318883"/>
                  </a:ext>
                </a:extLst>
              </a:tr>
              <a:tr h="370840">
                <a:tc>
                  <a:txBody>
                    <a:bodyPr/>
                    <a:lstStyle/>
                    <a:p>
                      <a:pPr algn="ctr"/>
                      <a:endParaRPr lang="en-US" dirty="0"/>
                    </a:p>
                  </a:txBody>
                  <a:tcPr/>
                </a:tc>
                <a:extLst>
                  <a:ext uri="{0D108BD9-81ED-4DB2-BD59-A6C34878D82A}">
                    <a16:rowId xmlns:a16="http://schemas.microsoft.com/office/drawing/2014/main" val="2400188190"/>
                  </a:ext>
                </a:extLst>
              </a:tr>
            </a:tbl>
          </a:graphicData>
        </a:graphic>
      </p:graphicFrame>
      <p:sp>
        <p:nvSpPr>
          <p:cNvPr id="9" name="Arrow: Right 8">
            <a:extLst>
              <a:ext uri="{FF2B5EF4-FFF2-40B4-BE49-F238E27FC236}">
                <a16:creationId xmlns:a16="http://schemas.microsoft.com/office/drawing/2014/main" id="{E94243C7-593D-0C96-F723-8D4C183BBC42}"/>
              </a:ext>
            </a:extLst>
          </p:cNvPr>
          <p:cNvSpPr/>
          <p:nvPr/>
        </p:nvSpPr>
        <p:spPr>
          <a:xfrm>
            <a:off x="479216" y="3913934"/>
            <a:ext cx="397565" cy="235054"/>
          </a:xfrm>
          <a:prstGeom prst="rightArrow">
            <a:avLst/>
          </a:prstGeom>
          <a:solidFill>
            <a:schemeClr val="bg2"/>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TextBox 9">
            <a:extLst>
              <a:ext uri="{FF2B5EF4-FFF2-40B4-BE49-F238E27FC236}">
                <a16:creationId xmlns:a16="http://schemas.microsoft.com/office/drawing/2014/main" id="{E61D1BED-766C-F58C-91B9-24985E60BCCB}"/>
              </a:ext>
            </a:extLst>
          </p:cNvPr>
          <p:cNvSpPr txBox="1"/>
          <p:nvPr/>
        </p:nvSpPr>
        <p:spPr>
          <a:xfrm>
            <a:off x="-23357" y="3815407"/>
            <a:ext cx="433132" cy="400110"/>
          </a:xfrm>
          <a:prstGeom prst="rect">
            <a:avLst/>
          </a:prstGeom>
          <a:noFill/>
        </p:spPr>
        <p:txBody>
          <a:bodyPr wrap="none" rtlCol="0">
            <a:spAutoFit/>
          </a:bodyPr>
          <a:lstStyle/>
          <a:p>
            <a:r>
              <a:rPr lang="en-US" sz="2000" dirty="0"/>
              <a:t>SP</a:t>
            </a:r>
          </a:p>
        </p:txBody>
      </p:sp>
      <p:graphicFrame>
        <p:nvGraphicFramePr>
          <p:cNvPr id="11" name="Table 10">
            <a:extLst>
              <a:ext uri="{FF2B5EF4-FFF2-40B4-BE49-F238E27FC236}">
                <a16:creationId xmlns:a16="http://schemas.microsoft.com/office/drawing/2014/main" id="{048D6398-3761-E3BF-934F-679B116555DD}"/>
              </a:ext>
            </a:extLst>
          </p:cNvPr>
          <p:cNvGraphicFramePr>
            <a:graphicFrameLocks noGrp="1"/>
          </p:cNvGraphicFramePr>
          <p:nvPr>
            <p:extLst>
              <p:ext uri="{D42A27DB-BD31-4B8C-83A1-F6EECF244321}">
                <p14:modId xmlns:p14="http://schemas.microsoft.com/office/powerpoint/2010/main" val="475370302"/>
              </p:ext>
            </p:extLst>
          </p:nvPr>
        </p:nvGraphicFramePr>
        <p:xfrm>
          <a:off x="2876940" y="3799348"/>
          <a:ext cx="838200" cy="1854200"/>
        </p:xfrm>
        <a:graphic>
          <a:graphicData uri="http://schemas.openxmlformats.org/drawingml/2006/table">
            <a:tbl>
              <a:tblPr firstRow="1" bandRow="1">
                <a:tableStyleId>{5940675A-B579-460E-94D1-54222C63F5DA}</a:tableStyleId>
              </a:tblPr>
              <a:tblGrid>
                <a:gridCol w="838200">
                  <a:extLst>
                    <a:ext uri="{9D8B030D-6E8A-4147-A177-3AD203B41FA5}">
                      <a16:colId xmlns:a16="http://schemas.microsoft.com/office/drawing/2014/main" val="2965708559"/>
                    </a:ext>
                  </a:extLst>
                </a:gridCol>
              </a:tblGrid>
              <a:tr h="370840">
                <a:tc>
                  <a:txBody>
                    <a:bodyPr/>
                    <a:lstStyle/>
                    <a:p>
                      <a:pPr algn="ctr"/>
                      <a:endParaRPr lang="en-US" dirty="0"/>
                    </a:p>
                  </a:txBody>
                  <a:tcPr/>
                </a:tc>
                <a:extLst>
                  <a:ext uri="{0D108BD9-81ED-4DB2-BD59-A6C34878D82A}">
                    <a16:rowId xmlns:a16="http://schemas.microsoft.com/office/drawing/2014/main" val="2472658947"/>
                  </a:ext>
                </a:extLst>
              </a:tr>
              <a:tr h="370840">
                <a:tc>
                  <a:txBody>
                    <a:bodyPr/>
                    <a:lstStyle/>
                    <a:p>
                      <a:pPr algn="ctr"/>
                      <a:endParaRPr lang="en-US" dirty="0"/>
                    </a:p>
                  </a:txBody>
                  <a:tcPr/>
                </a:tc>
                <a:extLst>
                  <a:ext uri="{0D108BD9-81ED-4DB2-BD59-A6C34878D82A}">
                    <a16:rowId xmlns:a16="http://schemas.microsoft.com/office/drawing/2014/main" val="2790041352"/>
                  </a:ext>
                </a:extLst>
              </a:tr>
              <a:tr h="370840">
                <a:tc>
                  <a:txBody>
                    <a:bodyPr/>
                    <a:lstStyle/>
                    <a:p>
                      <a:pPr algn="ctr"/>
                      <a:endParaRPr lang="en-US" dirty="0"/>
                    </a:p>
                  </a:txBody>
                  <a:tcPr/>
                </a:tc>
                <a:extLst>
                  <a:ext uri="{0D108BD9-81ED-4DB2-BD59-A6C34878D82A}">
                    <a16:rowId xmlns:a16="http://schemas.microsoft.com/office/drawing/2014/main" val="1635259289"/>
                  </a:ext>
                </a:extLst>
              </a:tr>
              <a:tr h="370840">
                <a:tc>
                  <a:txBody>
                    <a:bodyPr/>
                    <a:lstStyle/>
                    <a:p>
                      <a:pPr algn="ctr"/>
                      <a:endParaRPr lang="en-US" dirty="0"/>
                    </a:p>
                  </a:txBody>
                  <a:tcPr/>
                </a:tc>
                <a:extLst>
                  <a:ext uri="{0D108BD9-81ED-4DB2-BD59-A6C34878D82A}">
                    <a16:rowId xmlns:a16="http://schemas.microsoft.com/office/drawing/2014/main" val="3475318883"/>
                  </a:ext>
                </a:extLst>
              </a:tr>
              <a:tr h="370840">
                <a:tc>
                  <a:txBody>
                    <a:bodyPr/>
                    <a:lstStyle/>
                    <a:p>
                      <a:pPr algn="ctr"/>
                      <a:endParaRPr lang="en-US" dirty="0"/>
                    </a:p>
                  </a:txBody>
                  <a:tcPr/>
                </a:tc>
                <a:extLst>
                  <a:ext uri="{0D108BD9-81ED-4DB2-BD59-A6C34878D82A}">
                    <a16:rowId xmlns:a16="http://schemas.microsoft.com/office/drawing/2014/main" val="2400188190"/>
                  </a:ext>
                </a:extLst>
              </a:tr>
            </a:tbl>
          </a:graphicData>
        </a:graphic>
      </p:graphicFrame>
      <p:graphicFrame>
        <p:nvGraphicFramePr>
          <p:cNvPr id="14" name="Table 13">
            <a:extLst>
              <a:ext uri="{FF2B5EF4-FFF2-40B4-BE49-F238E27FC236}">
                <a16:creationId xmlns:a16="http://schemas.microsoft.com/office/drawing/2014/main" id="{CC6440A4-115E-9454-B8B0-2DAC5F2E8E85}"/>
              </a:ext>
            </a:extLst>
          </p:cNvPr>
          <p:cNvGraphicFramePr>
            <a:graphicFrameLocks noGrp="1"/>
          </p:cNvGraphicFramePr>
          <p:nvPr>
            <p:extLst>
              <p:ext uri="{D42A27DB-BD31-4B8C-83A1-F6EECF244321}">
                <p14:modId xmlns:p14="http://schemas.microsoft.com/office/powerpoint/2010/main" val="790742638"/>
              </p:ext>
            </p:extLst>
          </p:nvPr>
        </p:nvGraphicFramePr>
        <p:xfrm>
          <a:off x="5181600" y="3784600"/>
          <a:ext cx="838200" cy="1854200"/>
        </p:xfrm>
        <a:graphic>
          <a:graphicData uri="http://schemas.openxmlformats.org/drawingml/2006/table">
            <a:tbl>
              <a:tblPr firstRow="1" bandRow="1">
                <a:tableStyleId>{5940675A-B579-460E-94D1-54222C63F5DA}</a:tableStyleId>
              </a:tblPr>
              <a:tblGrid>
                <a:gridCol w="838200">
                  <a:extLst>
                    <a:ext uri="{9D8B030D-6E8A-4147-A177-3AD203B41FA5}">
                      <a16:colId xmlns:a16="http://schemas.microsoft.com/office/drawing/2014/main" val="2965708559"/>
                    </a:ext>
                  </a:extLst>
                </a:gridCol>
              </a:tblGrid>
              <a:tr h="370840">
                <a:tc>
                  <a:txBody>
                    <a:bodyPr/>
                    <a:lstStyle/>
                    <a:p>
                      <a:pPr algn="ctr"/>
                      <a:endParaRPr lang="en-US" dirty="0"/>
                    </a:p>
                  </a:txBody>
                  <a:tcPr/>
                </a:tc>
                <a:extLst>
                  <a:ext uri="{0D108BD9-81ED-4DB2-BD59-A6C34878D82A}">
                    <a16:rowId xmlns:a16="http://schemas.microsoft.com/office/drawing/2014/main" val="2472658947"/>
                  </a:ext>
                </a:extLst>
              </a:tr>
              <a:tr h="370840">
                <a:tc>
                  <a:txBody>
                    <a:bodyPr/>
                    <a:lstStyle/>
                    <a:p>
                      <a:pPr algn="ctr"/>
                      <a:endParaRPr lang="en-US" dirty="0"/>
                    </a:p>
                  </a:txBody>
                  <a:tcPr/>
                </a:tc>
                <a:extLst>
                  <a:ext uri="{0D108BD9-81ED-4DB2-BD59-A6C34878D82A}">
                    <a16:rowId xmlns:a16="http://schemas.microsoft.com/office/drawing/2014/main" val="2790041352"/>
                  </a:ext>
                </a:extLst>
              </a:tr>
              <a:tr h="370840">
                <a:tc>
                  <a:txBody>
                    <a:bodyPr/>
                    <a:lstStyle/>
                    <a:p>
                      <a:pPr algn="ctr"/>
                      <a:endParaRPr lang="en-US" dirty="0"/>
                    </a:p>
                  </a:txBody>
                  <a:tcPr/>
                </a:tc>
                <a:extLst>
                  <a:ext uri="{0D108BD9-81ED-4DB2-BD59-A6C34878D82A}">
                    <a16:rowId xmlns:a16="http://schemas.microsoft.com/office/drawing/2014/main" val="1635259289"/>
                  </a:ext>
                </a:extLst>
              </a:tr>
              <a:tr h="370840">
                <a:tc>
                  <a:txBody>
                    <a:bodyPr/>
                    <a:lstStyle/>
                    <a:p>
                      <a:pPr algn="ctr"/>
                      <a:endParaRPr lang="en-US" dirty="0"/>
                    </a:p>
                  </a:txBody>
                  <a:tcPr/>
                </a:tc>
                <a:extLst>
                  <a:ext uri="{0D108BD9-81ED-4DB2-BD59-A6C34878D82A}">
                    <a16:rowId xmlns:a16="http://schemas.microsoft.com/office/drawing/2014/main" val="3475318883"/>
                  </a:ext>
                </a:extLst>
              </a:tr>
              <a:tr h="370840">
                <a:tc>
                  <a:txBody>
                    <a:bodyPr/>
                    <a:lstStyle/>
                    <a:p>
                      <a:pPr algn="ctr"/>
                      <a:endParaRPr lang="en-US" dirty="0"/>
                    </a:p>
                  </a:txBody>
                  <a:tcPr/>
                </a:tc>
                <a:extLst>
                  <a:ext uri="{0D108BD9-81ED-4DB2-BD59-A6C34878D82A}">
                    <a16:rowId xmlns:a16="http://schemas.microsoft.com/office/drawing/2014/main" val="2400188190"/>
                  </a:ext>
                </a:extLst>
              </a:tr>
            </a:tbl>
          </a:graphicData>
        </a:graphic>
      </p:graphicFrame>
      <p:sp>
        <p:nvSpPr>
          <p:cNvPr id="17" name="TextBox 16">
            <a:extLst>
              <a:ext uri="{FF2B5EF4-FFF2-40B4-BE49-F238E27FC236}">
                <a16:creationId xmlns:a16="http://schemas.microsoft.com/office/drawing/2014/main" id="{52562272-51E0-2489-4A34-7B222B899CB7}"/>
              </a:ext>
            </a:extLst>
          </p:cNvPr>
          <p:cNvSpPr txBox="1"/>
          <p:nvPr/>
        </p:nvSpPr>
        <p:spPr>
          <a:xfrm>
            <a:off x="2265540" y="5737878"/>
            <a:ext cx="2172390" cy="400110"/>
          </a:xfrm>
          <a:prstGeom prst="rect">
            <a:avLst/>
          </a:prstGeom>
          <a:noFill/>
        </p:spPr>
        <p:txBody>
          <a:bodyPr wrap="none" rtlCol="0">
            <a:spAutoFit/>
          </a:bodyPr>
          <a:lstStyle/>
          <a:p>
            <a:r>
              <a:rPr lang="en-US" sz="2000" dirty="0"/>
              <a:t>After PUSH {r1,r2}</a:t>
            </a:r>
          </a:p>
        </p:txBody>
      </p:sp>
      <p:sp>
        <p:nvSpPr>
          <p:cNvPr id="18" name="TextBox 17">
            <a:extLst>
              <a:ext uri="{FF2B5EF4-FFF2-40B4-BE49-F238E27FC236}">
                <a16:creationId xmlns:a16="http://schemas.microsoft.com/office/drawing/2014/main" id="{FE4D86A8-AA90-1492-FAB2-5B31D09C28BB}"/>
              </a:ext>
            </a:extLst>
          </p:cNvPr>
          <p:cNvSpPr txBox="1"/>
          <p:nvPr/>
        </p:nvSpPr>
        <p:spPr>
          <a:xfrm>
            <a:off x="4575711" y="5733869"/>
            <a:ext cx="2172390" cy="400110"/>
          </a:xfrm>
          <a:prstGeom prst="rect">
            <a:avLst/>
          </a:prstGeom>
          <a:noFill/>
        </p:spPr>
        <p:txBody>
          <a:bodyPr wrap="none" rtlCol="0">
            <a:spAutoFit/>
          </a:bodyPr>
          <a:lstStyle/>
          <a:p>
            <a:r>
              <a:rPr lang="en-US" sz="2000" dirty="0"/>
              <a:t>After PUSH {r3,r0}</a:t>
            </a:r>
          </a:p>
        </p:txBody>
      </p:sp>
      <p:graphicFrame>
        <p:nvGraphicFramePr>
          <p:cNvPr id="19" name="Table 18">
            <a:extLst>
              <a:ext uri="{FF2B5EF4-FFF2-40B4-BE49-F238E27FC236}">
                <a16:creationId xmlns:a16="http://schemas.microsoft.com/office/drawing/2014/main" id="{AF2FBF41-08B2-16FD-577F-65544DBE3A6E}"/>
              </a:ext>
            </a:extLst>
          </p:cNvPr>
          <p:cNvGraphicFramePr>
            <a:graphicFrameLocks noGrp="1"/>
          </p:cNvGraphicFramePr>
          <p:nvPr/>
        </p:nvGraphicFramePr>
        <p:xfrm>
          <a:off x="7417937" y="3784600"/>
          <a:ext cx="838200" cy="1854200"/>
        </p:xfrm>
        <a:graphic>
          <a:graphicData uri="http://schemas.openxmlformats.org/drawingml/2006/table">
            <a:tbl>
              <a:tblPr firstRow="1" bandRow="1">
                <a:tableStyleId>{5940675A-B579-460E-94D1-54222C63F5DA}</a:tableStyleId>
              </a:tblPr>
              <a:tblGrid>
                <a:gridCol w="838200">
                  <a:extLst>
                    <a:ext uri="{9D8B030D-6E8A-4147-A177-3AD203B41FA5}">
                      <a16:colId xmlns:a16="http://schemas.microsoft.com/office/drawing/2014/main" val="2965708559"/>
                    </a:ext>
                  </a:extLst>
                </a:gridCol>
              </a:tblGrid>
              <a:tr h="370840">
                <a:tc>
                  <a:txBody>
                    <a:bodyPr/>
                    <a:lstStyle/>
                    <a:p>
                      <a:pPr algn="ctr"/>
                      <a:endParaRPr lang="en-US" dirty="0"/>
                    </a:p>
                  </a:txBody>
                  <a:tcPr/>
                </a:tc>
                <a:extLst>
                  <a:ext uri="{0D108BD9-81ED-4DB2-BD59-A6C34878D82A}">
                    <a16:rowId xmlns:a16="http://schemas.microsoft.com/office/drawing/2014/main" val="2472658947"/>
                  </a:ext>
                </a:extLst>
              </a:tr>
              <a:tr h="370840">
                <a:tc>
                  <a:txBody>
                    <a:bodyPr/>
                    <a:lstStyle/>
                    <a:p>
                      <a:pPr algn="ctr"/>
                      <a:endParaRPr lang="en-US" dirty="0"/>
                    </a:p>
                  </a:txBody>
                  <a:tcPr/>
                </a:tc>
                <a:extLst>
                  <a:ext uri="{0D108BD9-81ED-4DB2-BD59-A6C34878D82A}">
                    <a16:rowId xmlns:a16="http://schemas.microsoft.com/office/drawing/2014/main" val="2790041352"/>
                  </a:ext>
                </a:extLst>
              </a:tr>
              <a:tr h="370840">
                <a:tc>
                  <a:txBody>
                    <a:bodyPr/>
                    <a:lstStyle/>
                    <a:p>
                      <a:pPr algn="ctr"/>
                      <a:endParaRPr lang="en-US" dirty="0"/>
                    </a:p>
                  </a:txBody>
                  <a:tcPr/>
                </a:tc>
                <a:extLst>
                  <a:ext uri="{0D108BD9-81ED-4DB2-BD59-A6C34878D82A}">
                    <a16:rowId xmlns:a16="http://schemas.microsoft.com/office/drawing/2014/main" val="1635259289"/>
                  </a:ext>
                </a:extLst>
              </a:tr>
              <a:tr h="370840">
                <a:tc>
                  <a:txBody>
                    <a:bodyPr/>
                    <a:lstStyle/>
                    <a:p>
                      <a:pPr algn="ctr"/>
                      <a:endParaRPr lang="en-US" dirty="0"/>
                    </a:p>
                  </a:txBody>
                  <a:tcPr/>
                </a:tc>
                <a:extLst>
                  <a:ext uri="{0D108BD9-81ED-4DB2-BD59-A6C34878D82A}">
                    <a16:rowId xmlns:a16="http://schemas.microsoft.com/office/drawing/2014/main" val="3475318883"/>
                  </a:ext>
                </a:extLst>
              </a:tr>
              <a:tr h="370840">
                <a:tc>
                  <a:txBody>
                    <a:bodyPr/>
                    <a:lstStyle/>
                    <a:p>
                      <a:pPr algn="ctr"/>
                      <a:endParaRPr lang="en-US" dirty="0"/>
                    </a:p>
                  </a:txBody>
                  <a:tcPr/>
                </a:tc>
                <a:extLst>
                  <a:ext uri="{0D108BD9-81ED-4DB2-BD59-A6C34878D82A}">
                    <a16:rowId xmlns:a16="http://schemas.microsoft.com/office/drawing/2014/main" val="2400188190"/>
                  </a:ext>
                </a:extLst>
              </a:tr>
            </a:tbl>
          </a:graphicData>
        </a:graphic>
      </p:graphicFrame>
      <p:sp>
        <p:nvSpPr>
          <p:cNvPr id="22" name="TextBox 21">
            <a:extLst>
              <a:ext uri="{FF2B5EF4-FFF2-40B4-BE49-F238E27FC236}">
                <a16:creationId xmlns:a16="http://schemas.microsoft.com/office/drawing/2014/main" id="{48B69D91-DFE6-88E9-7060-DADED4F5332B}"/>
              </a:ext>
            </a:extLst>
          </p:cNvPr>
          <p:cNvSpPr txBox="1"/>
          <p:nvPr/>
        </p:nvSpPr>
        <p:spPr>
          <a:xfrm>
            <a:off x="6721062" y="5743714"/>
            <a:ext cx="2383986" cy="707886"/>
          </a:xfrm>
          <a:prstGeom prst="rect">
            <a:avLst/>
          </a:prstGeom>
          <a:noFill/>
        </p:spPr>
        <p:txBody>
          <a:bodyPr wrap="none" rtlCol="0">
            <a:spAutoFit/>
          </a:bodyPr>
          <a:lstStyle/>
          <a:p>
            <a:r>
              <a:rPr lang="en-US" sz="2000" dirty="0"/>
              <a:t>After POP {r0-r3}</a:t>
            </a:r>
          </a:p>
          <a:p>
            <a:r>
              <a:rPr lang="en-US" sz="2000" dirty="0"/>
              <a:t>r0=?, r1=?, r2=?, r3=?</a:t>
            </a:r>
          </a:p>
        </p:txBody>
      </p:sp>
    </p:spTree>
    <p:extLst>
      <p:ext uri="{BB962C8B-B14F-4D97-AF65-F5344CB8AC3E}">
        <p14:creationId xmlns:p14="http://schemas.microsoft.com/office/powerpoint/2010/main" val="465749855"/>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E14492E-E870-6486-2824-677B21BA30B8}"/>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24322505-1263-8867-CBD4-3845DB776BF0}"/>
              </a:ext>
            </a:extLst>
          </p:cNvPr>
          <p:cNvSpPr>
            <a:spLocks noGrp="1"/>
          </p:cNvSpPr>
          <p:nvPr>
            <p:ph type="title"/>
          </p:nvPr>
        </p:nvSpPr>
        <p:spPr/>
        <p:txBody>
          <a:bodyPr/>
          <a:lstStyle/>
          <a:p>
            <a:r>
              <a:rPr lang="en-US" dirty="0"/>
              <a:t>Stack ANS</a:t>
            </a:r>
          </a:p>
        </p:txBody>
      </p:sp>
      <p:sp>
        <p:nvSpPr>
          <p:cNvPr id="3" name="Slide Number Placeholder 2">
            <a:extLst>
              <a:ext uri="{FF2B5EF4-FFF2-40B4-BE49-F238E27FC236}">
                <a16:creationId xmlns:a16="http://schemas.microsoft.com/office/drawing/2014/main" id="{DC7FB908-97AA-B669-AB86-CBD8339F3B94}"/>
              </a:ext>
            </a:extLst>
          </p:cNvPr>
          <p:cNvSpPr>
            <a:spLocks noGrp="1"/>
          </p:cNvSpPr>
          <p:nvPr>
            <p:ph type="sldNum" sz="quarter" idx="12"/>
          </p:nvPr>
        </p:nvSpPr>
        <p:spPr/>
        <p:txBody>
          <a:bodyPr/>
          <a:lstStyle/>
          <a:p>
            <a:fld id="{EA7C8D44-3667-46F6-9772-CC52308E2A7F}" type="slidenum">
              <a:rPr kumimoji="0" lang="en-US" smtClean="0"/>
              <a:pPr/>
              <a:t>7</a:t>
            </a:fld>
            <a:endParaRPr kumimoji="0" lang="en-US" dirty="0"/>
          </a:p>
        </p:txBody>
      </p:sp>
      <p:sp>
        <p:nvSpPr>
          <p:cNvPr id="4" name="Content Placeholder 3">
            <a:extLst>
              <a:ext uri="{FF2B5EF4-FFF2-40B4-BE49-F238E27FC236}">
                <a16:creationId xmlns:a16="http://schemas.microsoft.com/office/drawing/2014/main" id="{36843E04-780F-8745-F7A3-B8C73E674D4A}"/>
              </a:ext>
            </a:extLst>
          </p:cNvPr>
          <p:cNvSpPr>
            <a:spLocks noGrp="1"/>
          </p:cNvSpPr>
          <p:nvPr>
            <p:ph sz="quarter" idx="1"/>
          </p:nvPr>
        </p:nvSpPr>
        <p:spPr>
          <a:xfrm>
            <a:off x="457200" y="1219200"/>
            <a:ext cx="8229600" cy="2667000"/>
          </a:xfrm>
        </p:spPr>
        <p:txBody>
          <a:bodyPr>
            <a:normAutofit/>
          </a:bodyPr>
          <a:lstStyle/>
          <a:p>
            <a:pPr marL="342900" indent="-342900">
              <a:spcBef>
                <a:spcPts val="0"/>
              </a:spcBef>
            </a:pPr>
            <a:r>
              <a:rPr lang="en-US" sz="2000" dirty="0"/>
              <a:t>Initially, let r0=0, r1=1, r2=2, r3=3</a:t>
            </a:r>
          </a:p>
          <a:p>
            <a:pPr marL="342900" indent="-342900"/>
            <a:r>
              <a:rPr lang="en-US" sz="2000" dirty="0"/>
              <a:t>Execute  </a:t>
            </a:r>
          </a:p>
          <a:p>
            <a:pPr marL="0" indent="0">
              <a:buNone/>
            </a:pPr>
            <a:r>
              <a:rPr lang="en-US" sz="2000" dirty="0">
                <a:solidFill>
                  <a:srgbClr val="7030A0"/>
                </a:solidFill>
                <a:ea typeface="Courier New"/>
                <a:cs typeface="Courier New"/>
                <a:sym typeface="Courier New"/>
              </a:rPr>
              <a:t>     PUSH {r1,r2} @</a:t>
            </a:r>
            <a:r>
              <a:rPr lang="pt-BR" sz="2000" dirty="0">
                <a:solidFill>
                  <a:srgbClr val="7030A0"/>
                </a:solidFill>
                <a:ea typeface="Courier New"/>
                <a:cs typeface="Courier New"/>
                <a:sym typeface="Courier New"/>
              </a:rPr>
              <a:t> Equiv. to PUSH r2 \n PUSH r1</a:t>
            </a:r>
            <a:endParaRPr lang="en-US" sz="2000" dirty="0">
              <a:solidFill>
                <a:srgbClr val="7030A0"/>
              </a:solidFill>
              <a:ea typeface="Courier New"/>
              <a:cs typeface="Courier New"/>
              <a:sym typeface="Courier New"/>
            </a:endParaRPr>
          </a:p>
          <a:p>
            <a:pPr marL="0" indent="0">
              <a:buNone/>
            </a:pPr>
            <a:r>
              <a:rPr lang="en-US" sz="2000" dirty="0">
                <a:solidFill>
                  <a:srgbClr val="7030A0"/>
                </a:solidFill>
                <a:ea typeface="Courier New"/>
                <a:cs typeface="Courier New"/>
                <a:sym typeface="Courier New"/>
              </a:rPr>
              <a:t>     PUSH {r3,r0} @</a:t>
            </a:r>
            <a:r>
              <a:rPr lang="pt-BR" sz="2000" dirty="0">
                <a:solidFill>
                  <a:srgbClr val="7030A0"/>
                </a:solidFill>
                <a:ea typeface="Courier New"/>
                <a:cs typeface="Courier New"/>
                <a:sym typeface="Courier New"/>
              </a:rPr>
              <a:t> Equiv. to PUSH r3 \n PUSH r0</a:t>
            </a:r>
            <a:endParaRPr lang="en-US" sz="2000" dirty="0">
              <a:solidFill>
                <a:srgbClr val="7030A0"/>
              </a:solidFill>
              <a:ea typeface="Courier New"/>
              <a:cs typeface="Courier New"/>
              <a:sym typeface="Courier New"/>
            </a:endParaRPr>
          </a:p>
          <a:p>
            <a:pPr marL="0" indent="0">
              <a:buNone/>
            </a:pPr>
            <a:r>
              <a:rPr lang="en-US" sz="2000" dirty="0">
                <a:solidFill>
                  <a:srgbClr val="7030A0"/>
                </a:solidFill>
                <a:ea typeface="Courier New"/>
                <a:cs typeface="Courier New"/>
                <a:sym typeface="Courier New"/>
              </a:rPr>
              <a:t>     POP {r0-r3}  @</a:t>
            </a:r>
            <a:r>
              <a:rPr lang="pt-BR" sz="2000" dirty="0">
                <a:solidFill>
                  <a:srgbClr val="7030A0"/>
                </a:solidFill>
                <a:ea typeface="Courier New"/>
                <a:cs typeface="Courier New"/>
                <a:sym typeface="Courier New"/>
              </a:rPr>
              <a:t> Equiv. to POP r0 \n POP r1 \n POP r2 \n POP r3</a:t>
            </a:r>
            <a:endParaRPr lang="en-US" sz="2000" dirty="0">
              <a:solidFill>
                <a:srgbClr val="7030A0"/>
              </a:solidFill>
              <a:ea typeface="Courier New"/>
              <a:cs typeface="Courier New"/>
              <a:sym typeface="Courier New"/>
            </a:endParaRPr>
          </a:p>
        </p:txBody>
      </p:sp>
      <p:graphicFrame>
        <p:nvGraphicFramePr>
          <p:cNvPr id="8" name="Table 7">
            <a:extLst>
              <a:ext uri="{FF2B5EF4-FFF2-40B4-BE49-F238E27FC236}">
                <a16:creationId xmlns:a16="http://schemas.microsoft.com/office/drawing/2014/main" id="{03308E94-A0F6-359D-717D-891E2E630EAB}"/>
              </a:ext>
            </a:extLst>
          </p:cNvPr>
          <p:cNvGraphicFramePr>
            <a:graphicFrameLocks noGrp="1"/>
          </p:cNvGraphicFramePr>
          <p:nvPr>
            <p:extLst>
              <p:ext uri="{D42A27DB-BD31-4B8C-83A1-F6EECF244321}">
                <p14:modId xmlns:p14="http://schemas.microsoft.com/office/powerpoint/2010/main" val="1105686839"/>
              </p:ext>
            </p:extLst>
          </p:nvPr>
        </p:nvGraphicFramePr>
        <p:xfrm>
          <a:off x="955684" y="3799348"/>
          <a:ext cx="838200" cy="1854200"/>
        </p:xfrm>
        <a:graphic>
          <a:graphicData uri="http://schemas.openxmlformats.org/drawingml/2006/table">
            <a:tbl>
              <a:tblPr firstRow="1" bandRow="1">
                <a:tableStyleId>{5940675A-B579-460E-94D1-54222C63F5DA}</a:tableStyleId>
              </a:tblPr>
              <a:tblGrid>
                <a:gridCol w="838200">
                  <a:extLst>
                    <a:ext uri="{9D8B030D-6E8A-4147-A177-3AD203B41FA5}">
                      <a16:colId xmlns:a16="http://schemas.microsoft.com/office/drawing/2014/main" val="2965708559"/>
                    </a:ext>
                  </a:extLst>
                </a:gridCol>
              </a:tblGrid>
              <a:tr h="370840">
                <a:tc>
                  <a:txBody>
                    <a:bodyPr/>
                    <a:lstStyle/>
                    <a:p>
                      <a:pPr algn="ctr"/>
                      <a:endParaRPr lang="en-US" dirty="0"/>
                    </a:p>
                  </a:txBody>
                  <a:tcPr/>
                </a:tc>
                <a:extLst>
                  <a:ext uri="{0D108BD9-81ED-4DB2-BD59-A6C34878D82A}">
                    <a16:rowId xmlns:a16="http://schemas.microsoft.com/office/drawing/2014/main" val="2472658947"/>
                  </a:ext>
                </a:extLst>
              </a:tr>
              <a:tr h="370840">
                <a:tc>
                  <a:txBody>
                    <a:bodyPr/>
                    <a:lstStyle/>
                    <a:p>
                      <a:pPr algn="ctr"/>
                      <a:endParaRPr lang="en-US" dirty="0"/>
                    </a:p>
                  </a:txBody>
                  <a:tcPr/>
                </a:tc>
                <a:extLst>
                  <a:ext uri="{0D108BD9-81ED-4DB2-BD59-A6C34878D82A}">
                    <a16:rowId xmlns:a16="http://schemas.microsoft.com/office/drawing/2014/main" val="2790041352"/>
                  </a:ext>
                </a:extLst>
              </a:tr>
              <a:tr h="370840">
                <a:tc>
                  <a:txBody>
                    <a:bodyPr/>
                    <a:lstStyle/>
                    <a:p>
                      <a:pPr algn="ctr"/>
                      <a:endParaRPr lang="en-US" dirty="0"/>
                    </a:p>
                  </a:txBody>
                  <a:tcPr/>
                </a:tc>
                <a:extLst>
                  <a:ext uri="{0D108BD9-81ED-4DB2-BD59-A6C34878D82A}">
                    <a16:rowId xmlns:a16="http://schemas.microsoft.com/office/drawing/2014/main" val="1635259289"/>
                  </a:ext>
                </a:extLst>
              </a:tr>
              <a:tr h="370840">
                <a:tc>
                  <a:txBody>
                    <a:bodyPr/>
                    <a:lstStyle/>
                    <a:p>
                      <a:pPr algn="ctr"/>
                      <a:endParaRPr lang="en-US" dirty="0"/>
                    </a:p>
                  </a:txBody>
                  <a:tcPr/>
                </a:tc>
                <a:extLst>
                  <a:ext uri="{0D108BD9-81ED-4DB2-BD59-A6C34878D82A}">
                    <a16:rowId xmlns:a16="http://schemas.microsoft.com/office/drawing/2014/main" val="3475318883"/>
                  </a:ext>
                </a:extLst>
              </a:tr>
              <a:tr h="370840">
                <a:tc>
                  <a:txBody>
                    <a:bodyPr/>
                    <a:lstStyle/>
                    <a:p>
                      <a:pPr algn="ctr"/>
                      <a:endParaRPr lang="en-US" dirty="0"/>
                    </a:p>
                  </a:txBody>
                  <a:tcPr/>
                </a:tc>
                <a:extLst>
                  <a:ext uri="{0D108BD9-81ED-4DB2-BD59-A6C34878D82A}">
                    <a16:rowId xmlns:a16="http://schemas.microsoft.com/office/drawing/2014/main" val="2400188190"/>
                  </a:ext>
                </a:extLst>
              </a:tr>
            </a:tbl>
          </a:graphicData>
        </a:graphic>
      </p:graphicFrame>
      <p:sp>
        <p:nvSpPr>
          <p:cNvPr id="9" name="Arrow: Right 8">
            <a:extLst>
              <a:ext uri="{FF2B5EF4-FFF2-40B4-BE49-F238E27FC236}">
                <a16:creationId xmlns:a16="http://schemas.microsoft.com/office/drawing/2014/main" id="{FBE0A9DC-0F13-5E17-C834-D68F85D8A1B9}"/>
              </a:ext>
            </a:extLst>
          </p:cNvPr>
          <p:cNvSpPr/>
          <p:nvPr/>
        </p:nvSpPr>
        <p:spPr>
          <a:xfrm>
            <a:off x="479216" y="3913934"/>
            <a:ext cx="397565" cy="235054"/>
          </a:xfrm>
          <a:prstGeom prst="rightArrow">
            <a:avLst/>
          </a:prstGeom>
          <a:solidFill>
            <a:schemeClr val="bg2"/>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TextBox 9">
            <a:extLst>
              <a:ext uri="{FF2B5EF4-FFF2-40B4-BE49-F238E27FC236}">
                <a16:creationId xmlns:a16="http://schemas.microsoft.com/office/drawing/2014/main" id="{DE97FC87-43CF-4901-CF7A-C5C93E8F3712}"/>
              </a:ext>
            </a:extLst>
          </p:cNvPr>
          <p:cNvSpPr txBox="1"/>
          <p:nvPr/>
        </p:nvSpPr>
        <p:spPr>
          <a:xfrm>
            <a:off x="-23357" y="3815407"/>
            <a:ext cx="433132" cy="400110"/>
          </a:xfrm>
          <a:prstGeom prst="rect">
            <a:avLst/>
          </a:prstGeom>
          <a:noFill/>
        </p:spPr>
        <p:txBody>
          <a:bodyPr wrap="none" rtlCol="0">
            <a:spAutoFit/>
          </a:bodyPr>
          <a:lstStyle/>
          <a:p>
            <a:r>
              <a:rPr lang="en-US" sz="2000" dirty="0"/>
              <a:t>SP</a:t>
            </a:r>
          </a:p>
        </p:txBody>
      </p:sp>
      <p:graphicFrame>
        <p:nvGraphicFramePr>
          <p:cNvPr id="11" name="Table 10">
            <a:extLst>
              <a:ext uri="{FF2B5EF4-FFF2-40B4-BE49-F238E27FC236}">
                <a16:creationId xmlns:a16="http://schemas.microsoft.com/office/drawing/2014/main" id="{F41DF45E-6835-8E25-656C-8E8DC4631F0E}"/>
              </a:ext>
            </a:extLst>
          </p:cNvPr>
          <p:cNvGraphicFramePr>
            <a:graphicFrameLocks noGrp="1"/>
          </p:cNvGraphicFramePr>
          <p:nvPr>
            <p:extLst>
              <p:ext uri="{D42A27DB-BD31-4B8C-83A1-F6EECF244321}">
                <p14:modId xmlns:p14="http://schemas.microsoft.com/office/powerpoint/2010/main" val="3297162447"/>
              </p:ext>
            </p:extLst>
          </p:nvPr>
        </p:nvGraphicFramePr>
        <p:xfrm>
          <a:off x="2876940" y="3799348"/>
          <a:ext cx="838200" cy="1854200"/>
        </p:xfrm>
        <a:graphic>
          <a:graphicData uri="http://schemas.openxmlformats.org/drawingml/2006/table">
            <a:tbl>
              <a:tblPr firstRow="1" bandRow="1">
                <a:tableStyleId>{5940675A-B579-460E-94D1-54222C63F5DA}</a:tableStyleId>
              </a:tblPr>
              <a:tblGrid>
                <a:gridCol w="838200">
                  <a:extLst>
                    <a:ext uri="{9D8B030D-6E8A-4147-A177-3AD203B41FA5}">
                      <a16:colId xmlns:a16="http://schemas.microsoft.com/office/drawing/2014/main" val="2965708559"/>
                    </a:ext>
                  </a:extLst>
                </a:gridCol>
              </a:tblGrid>
              <a:tr h="370840">
                <a:tc>
                  <a:txBody>
                    <a:bodyPr/>
                    <a:lstStyle/>
                    <a:p>
                      <a:pPr algn="ctr"/>
                      <a:endParaRPr lang="en-US" dirty="0"/>
                    </a:p>
                  </a:txBody>
                  <a:tcPr/>
                </a:tc>
                <a:extLst>
                  <a:ext uri="{0D108BD9-81ED-4DB2-BD59-A6C34878D82A}">
                    <a16:rowId xmlns:a16="http://schemas.microsoft.com/office/drawing/2014/main" val="2472658947"/>
                  </a:ext>
                </a:extLst>
              </a:tr>
              <a:tr h="370840">
                <a:tc>
                  <a:txBody>
                    <a:bodyPr/>
                    <a:lstStyle/>
                    <a:p>
                      <a:pPr algn="ctr"/>
                      <a:r>
                        <a:rPr lang="en-US" dirty="0"/>
                        <a:t>r2=2</a:t>
                      </a:r>
                    </a:p>
                  </a:txBody>
                  <a:tcPr/>
                </a:tc>
                <a:extLst>
                  <a:ext uri="{0D108BD9-81ED-4DB2-BD59-A6C34878D82A}">
                    <a16:rowId xmlns:a16="http://schemas.microsoft.com/office/drawing/2014/main" val="2790041352"/>
                  </a:ext>
                </a:extLst>
              </a:tr>
              <a:tr h="370840">
                <a:tc>
                  <a:txBody>
                    <a:bodyPr/>
                    <a:lstStyle/>
                    <a:p>
                      <a:pPr algn="ctr"/>
                      <a:r>
                        <a:rPr lang="en-US" dirty="0"/>
                        <a:t>r1=1</a:t>
                      </a:r>
                    </a:p>
                  </a:txBody>
                  <a:tcPr/>
                </a:tc>
                <a:extLst>
                  <a:ext uri="{0D108BD9-81ED-4DB2-BD59-A6C34878D82A}">
                    <a16:rowId xmlns:a16="http://schemas.microsoft.com/office/drawing/2014/main" val="1635259289"/>
                  </a:ext>
                </a:extLst>
              </a:tr>
              <a:tr h="370840">
                <a:tc>
                  <a:txBody>
                    <a:bodyPr/>
                    <a:lstStyle/>
                    <a:p>
                      <a:pPr algn="ctr"/>
                      <a:endParaRPr lang="en-US" dirty="0"/>
                    </a:p>
                  </a:txBody>
                  <a:tcPr/>
                </a:tc>
                <a:extLst>
                  <a:ext uri="{0D108BD9-81ED-4DB2-BD59-A6C34878D82A}">
                    <a16:rowId xmlns:a16="http://schemas.microsoft.com/office/drawing/2014/main" val="3475318883"/>
                  </a:ext>
                </a:extLst>
              </a:tr>
              <a:tr h="370840">
                <a:tc>
                  <a:txBody>
                    <a:bodyPr/>
                    <a:lstStyle/>
                    <a:p>
                      <a:pPr algn="ctr"/>
                      <a:endParaRPr lang="en-US" dirty="0"/>
                    </a:p>
                  </a:txBody>
                  <a:tcPr/>
                </a:tc>
                <a:extLst>
                  <a:ext uri="{0D108BD9-81ED-4DB2-BD59-A6C34878D82A}">
                    <a16:rowId xmlns:a16="http://schemas.microsoft.com/office/drawing/2014/main" val="2400188190"/>
                  </a:ext>
                </a:extLst>
              </a:tr>
            </a:tbl>
          </a:graphicData>
        </a:graphic>
      </p:graphicFrame>
      <p:sp>
        <p:nvSpPr>
          <p:cNvPr id="12" name="Arrow: Right 11">
            <a:extLst>
              <a:ext uri="{FF2B5EF4-FFF2-40B4-BE49-F238E27FC236}">
                <a16:creationId xmlns:a16="http://schemas.microsoft.com/office/drawing/2014/main" id="{B243B488-2D7A-A8C2-598C-7289DABA24B7}"/>
              </a:ext>
            </a:extLst>
          </p:cNvPr>
          <p:cNvSpPr/>
          <p:nvPr/>
        </p:nvSpPr>
        <p:spPr>
          <a:xfrm>
            <a:off x="2420559" y="4638971"/>
            <a:ext cx="397565" cy="235054"/>
          </a:xfrm>
          <a:prstGeom prst="rightArrow">
            <a:avLst/>
          </a:prstGeom>
          <a:solidFill>
            <a:schemeClr val="bg2"/>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3" name="TextBox 12">
            <a:extLst>
              <a:ext uri="{FF2B5EF4-FFF2-40B4-BE49-F238E27FC236}">
                <a16:creationId xmlns:a16="http://schemas.microsoft.com/office/drawing/2014/main" id="{EA6F7C4A-B9A7-2468-84A3-CDFC9A75A5CB}"/>
              </a:ext>
            </a:extLst>
          </p:cNvPr>
          <p:cNvSpPr txBox="1"/>
          <p:nvPr/>
        </p:nvSpPr>
        <p:spPr>
          <a:xfrm>
            <a:off x="1917986" y="4540444"/>
            <a:ext cx="433132" cy="400110"/>
          </a:xfrm>
          <a:prstGeom prst="rect">
            <a:avLst/>
          </a:prstGeom>
          <a:noFill/>
        </p:spPr>
        <p:txBody>
          <a:bodyPr wrap="none" rtlCol="0">
            <a:spAutoFit/>
          </a:bodyPr>
          <a:lstStyle/>
          <a:p>
            <a:r>
              <a:rPr lang="en-US" sz="2000" dirty="0"/>
              <a:t>SP</a:t>
            </a:r>
          </a:p>
        </p:txBody>
      </p:sp>
      <p:graphicFrame>
        <p:nvGraphicFramePr>
          <p:cNvPr id="14" name="Table 13">
            <a:extLst>
              <a:ext uri="{FF2B5EF4-FFF2-40B4-BE49-F238E27FC236}">
                <a16:creationId xmlns:a16="http://schemas.microsoft.com/office/drawing/2014/main" id="{D915B79B-0559-150B-208E-D718B7EC52C1}"/>
              </a:ext>
            </a:extLst>
          </p:cNvPr>
          <p:cNvGraphicFramePr>
            <a:graphicFrameLocks noGrp="1"/>
          </p:cNvGraphicFramePr>
          <p:nvPr>
            <p:extLst>
              <p:ext uri="{D42A27DB-BD31-4B8C-83A1-F6EECF244321}">
                <p14:modId xmlns:p14="http://schemas.microsoft.com/office/powerpoint/2010/main" val="2158631816"/>
              </p:ext>
            </p:extLst>
          </p:nvPr>
        </p:nvGraphicFramePr>
        <p:xfrm>
          <a:off x="5181600" y="3784600"/>
          <a:ext cx="838200" cy="1854200"/>
        </p:xfrm>
        <a:graphic>
          <a:graphicData uri="http://schemas.openxmlformats.org/drawingml/2006/table">
            <a:tbl>
              <a:tblPr firstRow="1" bandRow="1">
                <a:tableStyleId>{5940675A-B579-460E-94D1-54222C63F5DA}</a:tableStyleId>
              </a:tblPr>
              <a:tblGrid>
                <a:gridCol w="838200">
                  <a:extLst>
                    <a:ext uri="{9D8B030D-6E8A-4147-A177-3AD203B41FA5}">
                      <a16:colId xmlns:a16="http://schemas.microsoft.com/office/drawing/2014/main" val="2965708559"/>
                    </a:ext>
                  </a:extLst>
                </a:gridCol>
              </a:tblGrid>
              <a:tr h="370840">
                <a:tc>
                  <a:txBody>
                    <a:bodyPr/>
                    <a:lstStyle/>
                    <a:p>
                      <a:pPr algn="ctr"/>
                      <a:endParaRPr lang="en-US" dirty="0"/>
                    </a:p>
                  </a:txBody>
                  <a:tcPr/>
                </a:tc>
                <a:extLst>
                  <a:ext uri="{0D108BD9-81ED-4DB2-BD59-A6C34878D82A}">
                    <a16:rowId xmlns:a16="http://schemas.microsoft.com/office/drawing/2014/main" val="2472658947"/>
                  </a:ext>
                </a:extLst>
              </a:tr>
              <a:tr h="370840">
                <a:tc>
                  <a:txBody>
                    <a:bodyPr/>
                    <a:lstStyle/>
                    <a:p>
                      <a:pPr algn="ctr"/>
                      <a:r>
                        <a:rPr lang="en-US" dirty="0"/>
                        <a:t>r2=2</a:t>
                      </a:r>
                    </a:p>
                  </a:txBody>
                  <a:tcPr/>
                </a:tc>
                <a:extLst>
                  <a:ext uri="{0D108BD9-81ED-4DB2-BD59-A6C34878D82A}">
                    <a16:rowId xmlns:a16="http://schemas.microsoft.com/office/drawing/2014/main" val="2790041352"/>
                  </a:ext>
                </a:extLst>
              </a:tr>
              <a:tr h="370840">
                <a:tc>
                  <a:txBody>
                    <a:bodyPr/>
                    <a:lstStyle/>
                    <a:p>
                      <a:pPr algn="ctr"/>
                      <a:r>
                        <a:rPr lang="en-US" dirty="0"/>
                        <a:t>r1=1</a:t>
                      </a:r>
                    </a:p>
                  </a:txBody>
                  <a:tcPr/>
                </a:tc>
                <a:extLst>
                  <a:ext uri="{0D108BD9-81ED-4DB2-BD59-A6C34878D82A}">
                    <a16:rowId xmlns:a16="http://schemas.microsoft.com/office/drawing/2014/main" val="1635259289"/>
                  </a:ext>
                </a:extLst>
              </a:tr>
              <a:tr h="370840">
                <a:tc>
                  <a:txBody>
                    <a:bodyPr/>
                    <a:lstStyle/>
                    <a:p>
                      <a:pPr algn="ctr"/>
                      <a:r>
                        <a:rPr lang="en-US" dirty="0"/>
                        <a:t>r3=3</a:t>
                      </a:r>
                    </a:p>
                  </a:txBody>
                  <a:tcPr/>
                </a:tc>
                <a:extLst>
                  <a:ext uri="{0D108BD9-81ED-4DB2-BD59-A6C34878D82A}">
                    <a16:rowId xmlns:a16="http://schemas.microsoft.com/office/drawing/2014/main" val="3475318883"/>
                  </a:ext>
                </a:extLst>
              </a:tr>
              <a:tr h="370840">
                <a:tc>
                  <a:txBody>
                    <a:bodyPr/>
                    <a:lstStyle/>
                    <a:p>
                      <a:pPr algn="ctr"/>
                      <a:r>
                        <a:rPr lang="en-US" dirty="0"/>
                        <a:t>r0=0</a:t>
                      </a:r>
                    </a:p>
                  </a:txBody>
                  <a:tcPr/>
                </a:tc>
                <a:extLst>
                  <a:ext uri="{0D108BD9-81ED-4DB2-BD59-A6C34878D82A}">
                    <a16:rowId xmlns:a16="http://schemas.microsoft.com/office/drawing/2014/main" val="2400188190"/>
                  </a:ext>
                </a:extLst>
              </a:tr>
            </a:tbl>
          </a:graphicData>
        </a:graphic>
      </p:graphicFrame>
      <p:sp>
        <p:nvSpPr>
          <p:cNvPr id="15" name="Arrow: Right 14">
            <a:extLst>
              <a:ext uri="{FF2B5EF4-FFF2-40B4-BE49-F238E27FC236}">
                <a16:creationId xmlns:a16="http://schemas.microsoft.com/office/drawing/2014/main" id="{89C82B0B-D220-355C-C11A-2B105F6B47A5}"/>
              </a:ext>
            </a:extLst>
          </p:cNvPr>
          <p:cNvSpPr/>
          <p:nvPr/>
        </p:nvSpPr>
        <p:spPr>
          <a:xfrm>
            <a:off x="4715716" y="5360854"/>
            <a:ext cx="397565" cy="235054"/>
          </a:xfrm>
          <a:prstGeom prst="rightArrow">
            <a:avLst/>
          </a:prstGeom>
          <a:solidFill>
            <a:schemeClr val="bg2"/>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6" name="TextBox 15">
            <a:extLst>
              <a:ext uri="{FF2B5EF4-FFF2-40B4-BE49-F238E27FC236}">
                <a16:creationId xmlns:a16="http://schemas.microsoft.com/office/drawing/2014/main" id="{AB622E9D-674E-4337-516D-F1611B40B59F}"/>
              </a:ext>
            </a:extLst>
          </p:cNvPr>
          <p:cNvSpPr txBox="1"/>
          <p:nvPr/>
        </p:nvSpPr>
        <p:spPr>
          <a:xfrm>
            <a:off x="4213143" y="5262327"/>
            <a:ext cx="433132" cy="400110"/>
          </a:xfrm>
          <a:prstGeom prst="rect">
            <a:avLst/>
          </a:prstGeom>
          <a:noFill/>
        </p:spPr>
        <p:txBody>
          <a:bodyPr wrap="none" rtlCol="0">
            <a:spAutoFit/>
          </a:bodyPr>
          <a:lstStyle/>
          <a:p>
            <a:r>
              <a:rPr lang="en-US" sz="2000" dirty="0"/>
              <a:t>SP</a:t>
            </a:r>
          </a:p>
        </p:txBody>
      </p:sp>
      <p:sp>
        <p:nvSpPr>
          <p:cNvPr id="17" name="TextBox 16">
            <a:extLst>
              <a:ext uri="{FF2B5EF4-FFF2-40B4-BE49-F238E27FC236}">
                <a16:creationId xmlns:a16="http://schemas.microsoft.com/office/drawing/2014/main" id="{89FABA7E-D88F-B22C-2671-4103A5520001}"/>
              </a:ext>
            </a:extLst>
          </p:cNvPr>
          <p:cNvSpPr txBox="1"/>
          <p:nvPr/>
        </p:nvSpPr>
        <p:spPr>
          <a:xfrm>
            <a:off x="2265540" y="5737878"/>
            <a:ext cx="2172390" cy="400110"/>
          </a:xfrm>
          <a:prstGeom prst="rect">
            <a:avLst/>
          </a:prstGeom>
          <a:noFill/>
        </p:spPr>
        <p:txBody>
          <a:bodyPr wrap="none" rtlCol="0">
            <a:spAutoFit/>
          </a:bodyPr>
          <a:lstStyle/>
          <a:p>
            <a:r>
              <a:rPr lang="en-US" sz="2000" dirty="0"/>
              <a:t>After PUSH {r1,r2}</a:t>
            </a:r>
          </a:p>
        </p:txBody>
      </p:sp>
      <p:sp>
        <p:nvSpPr>
          <p:cNvPr id="18" name="TextBox 17">
            <a:extLst>
              <a:ext uri="{FF2B5EF4-FFF2-40B4-BE49-F238E27FC236}">
                <a16:creationId xmlns:a16="http://schemas.microsoft.com/office/drawing/2014/main" id="{575A4558-8CD1-5604-11F5-98FCE4191B47}"/>
              </a:ext>
            </a:extLst>
          </p:cNvPr>
          <p:cNvSpPr txBox="1"/>
          <p:nvPr/>
        </p:nvSpPr>
        <p:spPr>
          <a:xfrm>
            <a:off x="4575711" y="5733869"/>
            <a:ext cx="2172390" cy="400110"/>
          </a:xfrm>
          <a:prstGeom prst="rect">
            <a:avLst/>
          </a:prstGeom>
          <a:noFill/>
        </p:spPr>
        <p:txBody>
          <a:bodyPr wrap="none" rtlCol="0">
            <a:spAutoFit/>
          </a:bodyPr>
          <a:lstStyle/>
          <a:p>
            <a:r>
              <a:rPr lang="en-US" sz="2000" dirty="0"/>
              <a:t>After PUSH {r3,r0}</a:t>
            </a:r>
          </a:p>
        </p:txBody>
      </p:sp>
      <p:graphicFrame>
        <p:nvGraphicFramePr>
          <p:cNvPr id="19" name="Table 18">
            <a:extLst>
              <a:ext uri="{FF2B5EF4-FFF2-40B4-BE49-F238E27FC236}">
                <a16:creationId xmlns:a16="http://schemas.microsoft.com/office/drawing/2014/main" id="{138764CE-BAA4-9C81-9732-4DD4B550914C}"/>
              </a:ext>
            </a:extLst>
          </p:cNvPr>
          <p:cNvGraphicFramePr>
            <a:graphicFrameLocks noGrp="1"/>
          </p:cNvGraphicFramePr>
          <p:nvPr>
            <p:extLst>
              <p:ext uri="{D42A27DB-BD31-4B8C-83A1-F6EECF244321}">
                <p14:modId xmlns:p14="http://schemas.microsoft.com/office/powerpoint/2010/main" val="3777744457"/>
              </p:ext>
            </p:extLst>
          </p:nvPr>
        </p:nvGraphicFramePr>
        <p:xfrm>
          <a:off x="7417937" y="3784600"/>
          <a:ext cx="838200" cy="1854200"/>
        </p:xfrm>
        <a:graphic>
          <a:graphicData uri="http://schemas.openxmlformats.org/drawingml/2006/table">
            <a:tbl>
              <a:tblPr firstRow="1" bandRow="1">
                <a:tableStyleId>{5940675A-B579-460E-94D1-54222C63F5DA}</a:tableStyleId>
              </a:tblPr>
              <a:tblGrid>
                <a:gridCol w="838200">
                  <a:extLst>
                    <a:ext uri="{9D8B030D-6E8A-4147-A177-3AD203B41FA5}">
                      <a16:colId xmlns:a16="http://schemas.microsoft.com/office/drawing/2014/main" val="2965708559"/>
                    </a:ext>
                  </a:extLst>
                </a:gridCol>
              </a:tblGrid>
              <a:tr h="370840">
                <a:tc>
                  <a:txBody>
                    <a:bodyPr/>
                    <a:lstStyle/>
                    <a:p>
                      <a:pPr algn="ctr"/>
                      <a:endParaRPr lang="en-US" dirty="0"/>
                    </a:p>
                  </a:txBody>
                  <a:tcPr/>
                </a:tc>
                <a:extLst>
                  <a:ext uri="{0D108BD9-81ED-4DB2-BD59-A6C34878D82A}">
                    <a16:rowId xmlns:a16="http://schemas.microsoft.com/office/drawing/2014/main" val="2472658947"/>
                  </a:ext>
                </a:extLst>
              </a:tr>
              <a:tr h="370840">
                <a:tc>
                  <a:txBody>
                    <a:bodyPr/>
                    <a:lstStyle/>
                    <a:p>
                      <a:pPr algn="ctr"/>
                      <a:endParaRPr lang="en-US" dirty="0"/>
                    </a:p>
                  </a:txBody>
                  <a:tcPr/>
                </a:tc>
                <a:extLst>
                  <a:ext uri="{0D108BD9-81ED-4DB2-BD59-A6C34878D82A}">
                    <a16:rowId xmlns:a16="http://schemas.microsoft.com/office/drawing/2014/main" val="2790041352"/>
                  </a:ext>
                </a:extLst>
              </a:tr>
              <a:tr h="370840">
                <a:tc>
                  <a:txBody>
                    <a:bodyPr/>
                    <a:lstStyle/>
                    <a:p>
                      <a:pPr algn="ctr"/>
                      <a:endParaRPr lang="en-US" dirty="0"/>
                    </a:p>
                  </a:txBody>
                  <a:tcPr/>
                </a:tc>
                <a:extLst>
                  <a:ext uri="{0D108BD9-81ED-4DB2-BD59-A6C34878D82A}">
                    <a16:rowId xmlns:a16="http://schemas.microsoft.com/office/drawing/2014/main" val="1635259289"/>
                  </a:ext>
                </a:extLst>
              </a:tr>
              <a:tr h="370840">
                <a:tc>
                  <a:txBody>
                    <a:bodyPr/>
                    <a:lstStyle/>
                    <a:p>
                      <a:pPr algn="ctr"/>
                      <a:endParaRPr lang="en-US" dirty="0"/>
                    </a:p>
                  </a:txBody>
                  <a:tcPr/>
                </a:tc>
                <a:extLst>
                  <a:ext uri="{0D108BD9-81ED-4DB2-BD59-A6C34878D82A}">
                    <a16:rowId xmlns:a16="http://schemas.microsoft.com/office/drawing/2014/main" val="3475318883"/>
                  </a:ext>
                </a:extLst>
              </a:tr>
              <a:tr h="370840">
                <a:tc>
                  <a:txBody>
                    <a:bodyPr/>
                    <a:lstStyle/>
                    <a:p>
                      <a:pPr algn="ctr"/>
                      <a:endParaRPr lang="en-US" dirty="0"/>
                    </a:p>
                  </a:txBody>
                  <a:tcPr/>
                </a:tc>
                <a:extLst>
                  <a:ext uri="{0D108BD9-81ED-4DB2-BD59-A6C34878D82A}">
                    <a16:rowId xmlns:a16="http://schemas.microsoft.com/office/drawing/2014/main" val="2400188190"/>
                  </a:ext>
                </a:extLst>
              </a:tr>
            </a:tbl>
          </a:graphicData>
        </a:graphic>
      </p:graphicFrame>
      <p:sp>
        <p:nvSpPr>
          <p:cNvPr id="20" name="Arrow: Right 19">
            <a:extLst>
              <a:ext uri="{FF2B5EF4-FFF2-40B4-BE49-F238E27FC236}">
                <a16:creationId xmlns:a16="http://schemas.microsoft.com/office/drawing/2014/main" id="{2F85393E-30E2-EDCD-D332-A91D6B997220}"/>
              </a:ext>
            </a:extLst>
          </p:cNvPr>
          <p:cNvSpPr/>
          <p:nvPr/>
        </p:nvSpPr>
        <p:spPr>
          <a:xfrm>
            <a:off x="6944156" y="3895740"/>
            <a:ext cx="397565" cy="235054"/>
          </a:xfrm>
          <a:prstGeom prst="rightArrow">
            <a:avLst/>
          </a:prstGeom>
          <a:solidFill>
            <a:schemeClr val="bg2"/>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1" name="TextBox 20">
            <a:extLst>
              <a:ext uri="{FF2B5EF4-FFF2-40B4-BE49-F238E27FC236}">
                <a16:creationId xmlns:a16="http://schemas.microsoft.com/office/drawing/2014/main" id="{4524FD91-BDC9-DC17-142A-13AD5F27DA31}"/>
              </a:ext>
            </a:extLst>
          </p:cNvPr>
          <p:cNvSpPr txBox="1"/>
          <p:nvPr/>
        </p:nvSpPr>
        <p:spPr>
          <a:xfrm>
            <a:off x="6441583" y="3797213"/>
            <a:ext cx="433132" cy="400110"/>
          </a:xfrm>
          <a:prstGeom prst="rect">
            <a:avLst/>
          </a:prstGeom>
          <a:noFill/>
        </p:spPr>
        <p:txBody>
          <a:bodyPr wrap="none" rtlCol="0">
            <a:spAutoFit/>
          </a:bodyPr>
          <a:lstStyle/>
          <a:p>
            <a:r>
              <a:rPr lang="en-US" sz="2000" dirty="0"/>
              <a:t>SP</a:t>
            </a:r>
          </a:p>
        </p:txBody>
      </p:sp>
      <p:sp>
        <p:nvSpPr>
          <p:cNvPr id="22" name="TextBox 21">
            <a:extLst>
              <a:ext uri="{FF2B5EF4-FFF2-40B4-BE49-F238E27FC236}">
                <a16:creationId xmlns:a16="http://schemas.microsoft.com/office/drawing/2014/main" id="{875DABEC-3EAE-282B-99E0-5AD8630AFE37}"/>
              </a:ext>
            </a:extLst>
          </p:cNvPr>
          <p:cNvSpPr txBox="1"/>
          <p:nvPr/>
        </p:nvSpPr>
        <p:spPr>
          <a:xfrm>
            <a:off x="6721062" y="5743714"/>
            <a:ext cx="2513830" cy="707886"/>
          </a:xfrm>
          <a:prstGeom prst="rect">
            <a:avLst/>
          </a:prstGeom>
          <a:noFill/>
        </p:spPr>
        <p:txBody>
          <a:bodyPr wrap="none" rtlCol="0">
            <a:spAutoFit/>
          </a:bodyPr>
          <a:lstStyle/>
          <a:p>
            <a:r>
              <a:rPr lang="en-US" sz="2000" dirty="0"/>
              <a:t>After POP {r0-r3}</a:t>
            </a:r>
          </a:p>
          <a:p>
            <a:r>
              <a:rPr lang="en-US" sz="2000" dirty="0"/>
              <a:t>r0=0, r1=3, r2=1, r3=2</a:t>
            </a:r>
          </a:p>
        </p:txBody>
      </p:sp>
    </p:spTree>
    <p:extLst>
      <p:ext uri="{BB962C8B-B14F-4D97-AF65-F5344CB8AC3E}">
        <p14:creationId xmlns:p14="http://schemas.microsoft.com/office/powerpoint/2010/main" val="3884894996"/>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1" name="Rectangle 40"/>
          <p:cNvSpPr/>
          <p:nvPr/>
        </p:nvSpPr>
        <p:spPr>
          <a:xfrm>
            <a:off x="4127376" y="2348880"/>
            <a:ext cx="1296144" cy="360040"/>
          </a:xfrm>
          <a:prstGeom prst="rect">
            <a:avLst/>
          </a:prstGeom>
          <a:solidFill>
            <a:schemeClr val="bg1"/>
          </a:solidFill>
          <a:ln>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sz="1600" b="1">
              <a:latin typeface="Consolas" panose="020B0609020204030204" pitchFamily="49" charset="0"/>
              <a:cs typeface="Consolas" panose="020B0609020204030204" pitchFamily="49" charset="0"/>
            </a:endParaRPr>
          </a:p>
        </p:txBody>
      </p:sp>
      <p:sp>
        <p:nvSpPr>
          <p:cNvPr id="29" name="Rectangle 28"/>
          <p:cNvSpPr/>
          <p:nvPr/>
        </p:nvSpPr>
        <p:spPr>
          <a:xfrm>
            <a:off x="6230164" y="2984680"/>
            <a:ext cx="1296144" cy="360040"/>
          </a:xfrm>
          <a:prstGeom prst="rect">
            <a:avLst/>
          </a:prstGeom>
          <a:solidFill>
            <a:schemeClr val="bg1"/>
          </a:solidFill>
          <a:ln>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sz="1600" b="1">
              <a:latin typeface="Consolas" panose="020B0609020204030204" pitchFamily="49" charset="0"/>
              <a:cs typeface="Consolas" panose="020B0609020204030204" pitchFamily="49" charset="0"/>
            </a:endParaRPr>
          </a:p>
        </p:txBody>
      </p:sp>
      <p:sp>
        <p:nvSpPr>
          <p:cNvPr id="27" name="Rectangle 26"/>
          <p:cNvSpPr/>
          <p:nvPr/>
        </p:nvSpPr>
        <p:spPr>
          <a:xfrm>
            <a:off x="6230164" y="4423395"/>
            <a:ext cx="1296144" cy="360040"/>
          </a:xfrm>
          <a:prstGeom prst="rect">
            <a:avLst/>
          </a:prstGeom>
          <a:solidFill>
            <a:schemeClr val="bg1"/>
          </a:solidFill>
          <a:ln>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sz="1600" b="1">
              <a:latin typeface="Consolas" panose="020B0609020204030204" pitchFamily="49" charset="0"/>
              <a:cs typeface="Consolas" panose="020B0609020204030204" pitchFamily="49" charset="0"/>
            </a:endParaRPr>
          </a:p>
        </p:txBody>
      </p:sp>
      <p:sp>
        <p:nvSpPr>
          <p:cNvPr id="2" name="Title 1"/>
          <p:cNvSpPr>
            <a:spLocks noGrp="1"/>
          </p:cNvSpPr>
          <p:nvPr>
            <p:ph type="title"/>
          </p:nvPr>
        </p:nvSpPr>
        <p:spPr/>
        <p:txBody>
          <a:bodyPr/>
          <a:lstStyle/>
          <a:p>
            <a:r>
              <a:rPr lang="en-GB" dirty="0"/>
              <a:t>Stack</a:t>
            </a:r>
          </a:p>
        </p:txBody>
      </p:sp>
      <p:sp>
        <p:nvSpPr>
          <p:cNvPr id="6" name="Rectangle 5"/>
          <p:cNvSpPr/>
          <p:nvPr/>
        </p:nvSpPr>
        <p:spPr>
          <a:xfrm>
            <a:off x="4127376" y="1628800"/>
            <a:ext cx="1296144" cy="360040"/>
          </a:xfrm>
          <a:prstGeom prst="rect">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sz="1600" b="1">
              <a:latin typeface="Consolas" panose="020B0609020204030204" pitchFamily="49" charset="0"/>
              <a:cs typeface="Consolas" panose="020B0609020204030204" pitchFamily="49" charset="0"/>
            </a:endParaRPr>
          </a:p>
        </p:txBody>
      </p:sp>
      <p:sp>
        <p:nvSpPr>
          <p:cNvPr id="7" name="TextBox 6"/>
          <p:cNvSpPr txBox="1"/>
          <p:nvPr/>
        </p:nvSpPr>
        <p:spPr>
          <a:xfrm>
            <a:off x="3551312" y="1628800"/>
            <a:ext cx="576064" cy="338554"/>
          </a:xfrm>
          <a:prstGeom prst="rect">
            <a:avLst/>
          </a:prstGeom>
          <a:noFill/>
        </p:spPr>
        <p:txBody>
          <a:bodyPr wrap="square" rtlCol="0">
            <a:spAutoFit/>
          </a:bodyPr>
          <a:lstStyle/>
          <a:p>
            <a:r>
              <a:rPr lang="en-GB" sz="1600" b="1" dirty="0">
                <a:latin typeface="Consolas" panose="020B0609020204030204" pitchFamily="49" charset="0"/>
                <a:cs typeface="Consolas" panose="020B0609020204030204" pitchFamily="49" charset="0"/>
              </a:rPr>
              <a:t>R1</a:t>
            </a:r>
          </a:p>
        </p:txBody>
      </p:sp>
      <p:sp>
        <p:nvSpPr>
          <p:cNvPr id="9" name="Rectangle 8"/>
          <p:cNvSpPr/>
          <p:nvPr/>
        </p:nvSpPr>
        <p:spPr>
          <a:xfrm>
            <a:off x="4127376" y="1988840"/>
            <a:ext cx="1296144" cy="360040"/>
          </a:xfrm>
          <a:prstGeom prst="rect">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sz="1600" b="1">
              <a:latin typeface="Consolas" panose="020B0609020204030204" pitchFamily="49" charset="0"/>
              <a:cs typeface="Consolas" panose="020B0609020204030204" pitchFamily="49" charset="0"/>
            </a:endParaRPr>
          </a:p>
        </p:txBody>
      </p:sp>
      <p:sp>
        <p:nvSpPr>
          <p:cNvPr id="10" name="TextBox 9"/>
          <p:cNvSpPr txBox="1"/>
          <p:nvPr/>
        </p:nvSpPr>
        <p:spPr>
          <a:xfrm>
            <a:off x="3551312" y="1988840"/>
            <a:ext cx="576064" cy="338554"/>
          </a:xfrm>
          <a:prstGeom prst="rect">
            <a:avLst/>
          </a:prstGeom>
          <a:noFill/>
        </p:spPr>
        <p:txBody>
          <a:bodyPr wrap="square" rtlCol="0">
            <a:spAutoFit/>
          </a:bodyPr>
          <a:lstStyle/>
          <a:p>
            <a:r>
              <a:rPr lang="en-GB" sz="1600" b="1" dirty="0">
                <a:latin typeface="Consolas" panose="020B0609020204030204" pitchFamily="49" charset="0"/>
                <a:cs typeface="Consolas" panose="020B0609020204030204" pitchFamily="49" charset="0"/>
              </a:rPr>
              <a:t>R2</a:t>
            </a:r>
          </a:p>
        </p:txBody>
      </p:sp>
      <p:sp>
        <p:nvSpPr>
          <p:cNvPr id="12" name="Rectangle 11"/>
          <p:cNvSpPr/>
          <p:nvPr/>
        </p:nvSpPr>
        <p:spPr>
          <a:xfrm>
            <a:off x="4127376" y="2708920"/>
            <a:ext cx="1296144" cy="360040"/>
          </a:xfrm>
          <a:prstGeom prst="rect">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sz="1600" b="1">
              <a:latin typeface="Consolas" panose="020B0609020204030204" pitchFamily="49" charset="0"/>
              <a:cs typeface="Consolas" panose="020B0609020204030204" pitchFamily="49" charset="0"/>
            </a:endParaRPr>
          </a:p>
        </p:txBody>
      </p:sp>
      <p:sp>
        <p:nvSpPr>
          <p:cNvPr id="13" name="TextBox 12"/>
          <p:cNvSpPr txBox="1"/>
          <p:nvPr/>
        </p:nvSpPr>
        <p:spPr>
          <a:xfrm>
            <a:off x="2971800" y="2708920"/>
            <a:ext cx="1155576" cy="338554"/>
          </a:xfrm>
          <a:prstGeom prst="rect">
            <a:avLst/>
          </a:prstGeom>
          <a:noFill/>
        </p:spPr>
        <p:txBody>
          <a:bodyPr wrap="square" rtlCol="0">
            <a:spAutoFit/>
          </a:bodyPr>
          <a:lstStyle/>
          <a:p>
            <a:pPr algn="r"/>
            <a:r>
              <a:rPr lang="en-GB" sz="1600" b="1" dirty="0" err="1">
                <a:latin typeface="Consolas" panose="020B0609020204030204" pitchFamily="49" charset="0"/>
                <a:cs typeface="Consolas" panose="020B0609020204030204" pitchFamily="49" charset="0"/>
              </a:rPr>
              <a:t>R13</a:t>
            </a:r>
            <a:r>
              <a:rPr lang="en-GB" sz="1600" b="1" dirty="0">
                <a:latin typeface="Consolas" panose="020B0609020204030204" pitchFamily="49" charset="0"/>
                <a:cs typeface="Consolas" panose="020B0609020204030204" pitchFamily="49" charset="0"/>
              </a:rPr>
              <a:t> (</a:t>
            </a:r>
            <a:r>
              <a:rPr lang="en-GB" sz="1600" b="1" dirty="0" err="1">
                <a:latin typeface="Consolas" panose="020B0609020204030204" pitchFamily="49" charset="0"/>
                <a:cs typeface="Consolas" panose="020B0609020204030204" pitchFamily="49" charset="0"/>
              </a:rPr>
              <a:t>SP</a:t>
            </a:r>
            <a:r>
              <a:rPr lang="en-GB" sz="1600" b="1" dirty="0">
                <a:latin typeface="Consolas" panose="020B0609020204030204" pitchFamily="49" charset="0"/>
                <a:cs typeface="Consolas" panose="020B0609020204030204" pitchFamily="49" charset="0"/>
              </a:rPr>
              <a:t>)</a:t>
            </a:r>
          </a:p>
        </p:txBody>
      </p:sp>
      <p:sp>
        <p:nvSpPr>
          <p:cNvPr id="14" name="Rectangle 13"/>
          <p:cNvSpPr/>
          <p:nvPr/>
        </p:nvSpPr>
        <p:spPr>
          <a:xfrm>
            <a:off x="6230164" y="3343275"/>
            <a:ext cx="1296144" cy="360040"/>
          </a:xfrm>
          <a:prstGeom prst="rect">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sz="1600" b="1">
              <a:latin typeface="Consolas" panose="020B0609020204030204" pitchFamily="49" charset="0"/>
              <a:cs typeface="Consolas" panose="020B0609020204030204" pitchFamily="49" charset="0"/>
            </a:endParaRPr>
          </a:p>
        </p:txBody>
      </p:sp>
      <p:sp>
        <p:nvSpPr>
          <p:cNvPr id="15" name="TextBox 14"/>
          <p:cNvSpPr txBox="1"/>
          <p:nvPr/>
        </p:nvSpPr>
        <p:spPr>
          <a:xfrm>
            <a:off x="7526308" y="3343275"/>
            <a:ext cx="1368152" cy="338554"/>
          </a:xfrm>
          <a:prstGeom prst="rect">
            <a:avLst/>
          </a:prstGeom>
          <a:noFill/>
        </p:spPr>
        <p:txBody>
          <a:bodyPr wrap="square" rtlCol="0">
            <a:spAutoFit/>
          </a:bodyPr>
          <a:lstStyle/>
          <a:p>
            <a:pPr algn="ctr"/>
            <a:r>
              <a:rPr lang="en-GB" sz="1600" b="1" dirty="0">
                <a:latin typeface="Consolas" panose="020B0609020204030204" pitchFamily="49" charset="0"/>
                <a:cs typeface="Consolas" panose="020B0609020204030204" pitchFamily="49" charset="0"/>
              </a:rPr>
              <a:t>0x20000200</a:t>
            </a:r>
          </a:p>
        </p:txBody>
      </p:sp>
      <p:sp>
        <p:nvSpPr>
          <p:cNvPr id="16" name="Rectangle 15"/>
          <p:cNvSpPr/>
          <p:nvPr/>
        </p:nvSpPr>
        <p:spPr>
          <a:xfrm>
            <a:off x="6230164" y="3703315"/>
            <a:ext cx="1296144" cy="360040"/>
          </a:xfrm>
          <a:prstGeom prst="rect">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sz="1600" b="1">
              <a:latin typeface="Consolas" panose="020B0609020204030204" pitchFamily="49" charset="0"/>
              <a:cs typeface="Consolas" panose="020B0609020204030204" pitchFamily="49" charset="0"/>
            </a:endParaRPr>
          </a:p>
        </p:txBody>
      </p:sp>
      <p:sp>
        <p:nvSpPr>
          <p:cNvPr id="17" name="Rectangle 16"/>
          <p:cNvSpPr/>
          <p:nvPr/>
        </p:nvSpPr>
        <p:spPr>
          <a:xfrm>
            <a:off x="6230164" y="4063355"/>
            <a:ext cx="1296144" cy="360040"/>
          </a:xfrm>
          <a:prstGeom prst="rect">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sz="1600" b="1">
              <a:latin typeface="Consolas" panose="020B0609020204030204" pitchFamily="49" charset="0"/>
              <a:cs typeface="Consolas" panose="020B0609020204030204" pitchFamily="49" charset="0"/>
            </a:endParaRPr>
          </a:p>
        </p:txBody>
      </p:sp>
      <p:sp>
        <p:nvSpPr>
          <p:cNvPr id="18" name="TextBox 17"/>
          <p:cNvSpPr txBox="1"/>
          <p:nvPr/>
        </p:nvSpPr>
        <p:spPr>
          <a:xfrm>
            <a:off x="7526308" y="3703315"/>
            <a:ext cx="1368152" cy="338554"/>
          </a:xfrm>
          <a:prstGeom prst="rect">
            <a:avLst/>
          </a:prstGeom>
          <a:noFill/>
        </p:spPr>
        <p:txBody>
          <a:bodyPr wrap="square" rtlCol="0">
            <a:spAutoFit/>
          </a:bodyPr>
          <a:lstStyle/>
          <a:p>
            <a:pPr algn="ctr"/>
            <a:r>
              <a:rPr lang="en-GB" sz="1600" b="1" dirty="0">
                <a:latin typeface="Consolas" panose="020B0609020204030204" pitchFamily="49" charset="0"/>
                <a:cs typeface="Consolas" panose="020B0609020204030204" pitchFamily="49" charset="0"/>
              </a:rPr>
              <a:t>0x200001FC</a:t>
            </a:r>
          </a:p>
        </p:txBody>
      </p:sp>
      <p:sp>
        <p:nvSpPr>
          <p:cNvPr id="19" name="TextBox 18"/>
          <p:cNvSpPr txBox="1"/>
          <p:nvPr/>
        </p:nvSpPr>
        <p:spPr>
          <a:xfrm>
            <a:off x="7526308" y="4063355"/>
            <a:ext cx="1368152" cy="338554"/>
          </a:xfrm>
          <a:prstGeom prst="rect">
            <a:avLst/>
          </a:prstGeom>
          <a:noFill/>
        </p:spPr>
        <p:txBody>
          <a:bodyPr wrap="square" rtlCol="0">
            <a:spAutoFit/>
          </a:bodyPr>
          <a:lstStyle/>
          <a:p>
            <a:pPr algn="ctr"/>
            <a:r>
              <a:rPr lang="en-GB" sz="1600" b="1" dirty="0">
                <a:latin typeface="Consolas" panose="020B0609020204030204" pitchFamily="49" charset="0"/>
                <a:cs typeface="Consolas" panose="020B0609020204030204" pitchFamily="49" charset="0"/>
              </a:rPr>
              <a:t>0x200001F8</a:t>
            </a:r>
          </a:p>
        </p:txBody>
      </p:sp>
      <p:sp>
        <p:nvSpPr>
          <p:cNvPr id="20" name="TextBox 19"/>
          <p:cNvSpPr txBox="1"/>
          <p:nvPr/>
        </p:nvSpPr>
        <p:spPr>
          <a:xfrm>
            <a:off x="4127376" y="2708920"/>
            <a:ext cx="1368152" cy="338554"/>
          </a:xfrm>
          <a:prstGeom prst="rect">
            <a:avLst/>
          </a:prstGeom>
          <a:noFill/>
        </p:spPr>
        <p:txBody>
          <a:bodyPr wrap="square" rtlCol="0">
            <a:spAutoFit/>
          </a:bodyPr>
          <a:lstStyle/>
          <a:p>
            <a:pPr algn="ctr"/>
            <a:r>
              <a:rPr lang="en-GB" sz="1600" b="1" dirty="0">
                <a:latin typeface="Consolas" panose="020B0609020204030204" pitchFamily="49" charset="0"/>
                <a:cs typeface="Consolas" panose="020B0609020204030204" pitchFamily="49" charset="0"/>
              </a:rPr>
              <a:t>0x20000200</a:t>
            </a:r>
          </a:p>
        </p:txBody>
      </p:sp>
      <p:sp>
        <p:nvSpPr>
          <p:cNvPr id="21" name="TextBox 20"/>
          <p:cNvSpPr txBox="1"/>
          <p:nvPr/>
        </p:nvSpPr>
        <p:spPr>
          <a:xfrm>
            <a:off x="4127376" y="1988840"/>
            <a:ext cx="1296144" cy="338554"/>
          </a:xfrm>
          <a:prstGeom prst="rect">
            <a:avLst/>
          </a:prstGeom>
          <a:noFill/>
        </p:spPr>
        <p:txBody>
          <a:bodyPr wrap="square" rtlCol="0">
            <a:spAutoFit/>
          </a:bodyPr>
          <a:lstStyle/>
          <a:p>
            <a:pPr algn="r"/>
            <a:r>
              <a:rPr lang="en-GB" sz="1600" b="1" dirty="0" err="1">
                <a:latin typeface="Consolas" panose="020B0609020204030204" pitchFamily="49" charset="0"/>
                <a:cs typeface="Consolas" panose="020B0609020204030204" pitchFamily="49" charset="0"/>
              </a:rPr>
              <a:t>0x22222222</a:t>
            </a:r>
            <a:endParaRPr lang="en-GB" sz="1600" b="1" dirty="0">
              <a:latin typeface="Consolas" panose="020B0609020204030204" pitchFamily="49" charset="0"/>
              <a:cs typeface="Consolas" panose="020B0609020204030204" pitchFamily="49" charset="0"/>
            </a:endParaRPr>
          </a:p>
        </p:txBody>
      </p:sp>
      <p:sp>
        <p:nvSpPr>
          <p:cNvPr id="22" name="TextBox 21"/>
          <p:cNvSpPr txBox="1"/>
          <p:nvPr/>
        </p:nvSpPr>
        <p:spPr>
          <a:xfrm>
            <a:off x="4127376" y="1628800"/>
            <a:ext cx="1296144" cy="338554"/>
          </a:xfrm>
          <a:prstGeom prst="rect">
            <a:avLst/>
          </a:prstGeom>
          <a:noFill/>
        </p:spPr>
        <p:txBody>
          <a:bodyPr wrap="square" rtlCol="0">
            <a:spAutoFit/>
          </a:bodyPr>
          <a:lstStyle/>
          <a:p>
            <a:pPr algn="r"/>
            <a:r>
              <a:rPr lang="en-GB" sz="1600" b="1" dirty="0" err="1">
                <a:latin typeface="Consolas" panose="020B0609020204030204" pitchFamily="49" charset="0"/>
                <a:cs typeface="Consolas" panose="020B0609020204030204" pitchFamily="49" charset="0"/>
              </a:rPr>
              <a:t>0x11111111</a:t>
            </a:r>
            <a:endParaRPr lang="en-GB" sz="1600" b="1" dirty="0">
              <a:latin typeface="Consolas" panose="020B0609020204030204" pitchFamily="49" charset="0"/>
              <a:cs typeface="Consolas" panose="020B0609020204030204" pitchFamily="49" charset="0"/>
            </a:endParaRPr>
          </a:p>
        </p:txBody>
      </p:sp>
      <p:cxnSp>
        <p:nvCxnSpPr>
          <p:cNvPr id="24" name="Straight Arrow Connector 23"/>
          <p:cNvCxnSpPr/>
          <p:nvPr/>
        </p:nvCxnSpPr>
        <p:spPr>
          <a:xfrm>
            <a:off x="5429517" y="2891802"/>
            <a:ext cx="819965" cy="630275"/>
          </a:xfrm>
          <a:prstGeom prst="straightConnector1">
            <a:avLst/>
          </a:prstGeom>
          <a:ln w="19050">
            <a:solidFill>
              <a:srgbClr val="C00000"/>
            </a:solidFill>
            <a:tailEnd type="arrow"/>
          </a:ln>
        </p:spPr>
        <p:style>
          <a:lnRef idx="1">
            <a:schemeClr val="accent1"/>
          </a:lnRef>
          <a:fillRef idx="0">
            <a:schemeClr val="accent1"/>
          </a:fillRef>
          <a:effectRef idx="0">
            <a:schemeClr val="accent1"/>
          </a:effectRef>
          <a:fontRef idx="minor">
            <a:schemeClr val="tx1"/>
          </a:fontRef>
        </p:style>
      </p:cxnSp>
      <p:sp>
        <p:nvSpPr>
          <p:cNvPr id="4" name="Slide Number Placeholder 3"/>
          <p:cNvSpPr>
            <a:spLocks noGrp="1"/>
          </p:cNvSpPr>
          <p:nvPr>
            <p:ph type="sldNum" sz="quarter" idx="12"/>
          </p:nvPr>
        </p:nvSpPr>
        <p:spPr/>
        <p:txBody>
          <a:bodyPr/>
          <a:lstStyle/>
          <a:p>
            <a:fld id="{EA7C8D44-3667-46F6-9772-CC52308E2A7F}" type="slidenum">
              <a:rPr kumimoji="0" lang="en-US" smtClean="0"/>
              <a:pPr/>
              <a:t>8</a:t>
            </a:fld>
            <a:endParaRPr kumimoji="0" lang="en-US"/>
          </a:p>
        </p:txBody>
      </p:sp>
      <p:sp>
        <p:nvSpPr>
          <p:cNvPr id="23" name="TextBox 22"/>
          <p:cNvSpPr txBox="1"/>
          <p:nvPr/>
        </p:nvSpPr>
        <p:spPr>
          <a:xfrm>
            <a:off x="6230165" y="3352800"/>
            <a:ext cx="1296142" cy="338554"/>
          </a:xfrm>
          <a:prstGeom prst="rect">
            <a:avLst/>
          </a:prstGeom>
          <a:noFill/>
        </p:spPr>
        <p:txBody>
          <a:bodyPr wrap="square" rtlCol="0">
            <a:spAutoFit/>
          </a:bodyPr>
          <a:lstStyle/>
          <a:p>
            <a:pPr algn="ctr"/>
            <a:r>
              <a:rPr lang="en-US" sz="1600" b="1" dirty="0" err="1">
                <a:latin typeface="Consolas" panose="020B0609020204030204" pitchFamily="49" charset="0"/>
                <a:cs typeface="Consolas" panose="020B0609020204030204" pitchFamily="49" charset="0"/>
              </a:rPr>
              <a:t>xxxxxxxx</a:t>
            </a:r>
            <a:endParaRPr lang="en-US" sz="1600" b="1" dirty="0">
              <a:latin typeface="Consolas" panose="020B0609020204030204" pitchFamily="49" charset="0"/>
              <a:cs typeface="Consolas" panose="020B0609020204030204" pitchFamily="49" charset="0"/>
            </a:endParaRPr>
          </a:p>
        </p:txBody>
      </p:sp>
      <p:sp>
        <p:nvSpPr>
          <p:cNvPr id="25" name="Rounded Rectangle 24"/>
          <p:cNvSpPr/>
          <p:nvPr/>
        </p:nvSpPr>
        <p:spPr>
          <a:xfrm>
            <a:off x="381000" y="2528900"/>
            <a:ext cx="2438400" cy="2078360"/>
          </a:xfrm>
          <a:prstGeom prst="roundRect">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buNone/>
            </a:pPr>
            <a:r>
              <a:rPr lang="en-GB" sz="2400" dirty="0">
                <a:solidFill>
                  <a:schemeClr val="tx1"/>
                </a:solidFill>
                <a:latin typeface="Consolas" panose="020B0609020204030204" pitchFamily="49" charset="0"/>
                <a:cs typeface="Consolas" panose="020B0609020204030204" pitchFamily="49" charset="0"/>
              </a:rPr>
              <a:t>PUSH </a:t>
            </a:r>
            <a:r>
              <a:rPr lang="en-GB" sz="2400">
                <a:solidFill>
                  <a:schemeClr val="tx1"/>
                </a:solidFill>
                <a:latin typeface="Consolas" panose="020B0609020204030204" pitchFamily="49" charset="0"/>
                <a:cs typeface="Consolas" panose="020B0609020204030204" pitchFamily="49" charset="0"/>
              </a:rPr>
              <a:t>{R1,R2}</a:t>
            </a:r>
            <a:endParaRPr lang="en-GB" sz="2400" dirty="0">
              <a:solidFill>
                <a:schemeClr val="tx1"/>
              </a:solidFill>
              <a:latin typeface="Consolas" panose="020B0609020204030204" pitchFamily="49" charset="0"/>
              <a:cs typeface="Consolas" panose="020B0609020204030204" pitchFamily="49" charset="0"/>
            </a:endParaRPr>
          </a:p>
          <a:p>
            <a:pPr>
              <a:buNone/>
            </a:pPr>
            <a:r>
              <a:rPr lang="en-GB" sz="2400" dirty="0">
                <a:solidFill>
                  <a:schemeClr val="tx1"/>
                </a:solidFill>
                <a:latin typeface="Consolas" panose="020B0609020204030204" pitchFamily="49" charset="0"/>
                <a:cs typeface="Consolas" panose="020B0609020204030204" pitchFamily="49" charset="0"/>
              </a:rPr>
              <a:t>POP  {R1}</a:t>
            </a:r>
          </a:p>
          <a:p>
            <a:pPr>
              <a:buNone/>
            </a:pPr>
            <a:r>
              <a:rPr lang="en-GB" sz="2400" dirty="0">
                <a:solidFill>
                  <a:schemeClr val="tx1"/>
                </a:solidFill>
                <a:latin typeface="Consolas" panose="020B0609020204030204" pitchFamily="49" charset="0"/>
                <a:cs typeface="Consolas" panose="020B0609020204030204" pitchFamily="49" charset="0"/>
              </a:rPr>
              <a:t>POP  {</a:t>
            </a:r>
            <a:r>
              <a:rPr lang="en-GB" sz="2400" dirty="0" err="1">
                <a:solidFill>
                  <a:schemeClr val="tx1"/>
                </a:solidFill>
                <a:latin typeface="Consolas" panose="020B0609020204030204" pitchFamily="49" charset="0"/>
                <a:cs typeface="Consolas" panose="020B0609020204030204" pitchFamily="49" charset="0"/>
              </a:rPr>
              <a:t>R2</a:t>
            </a:r>
            <a:r>
              <a:rPr lang="en-GB" sz="2400" dirty="0">
                <a:solidFill>
                  <a:schemeClr val="tx1"/>
                </a:solidFill>
                <a:latin typeface="Consolas" panose="020B0609020204030204" pitchFamily="49" charset="0"/>
                <a:cs typeface="Consolas" panose="020B0609020204030204" pitchFamily="49" charset="0"/>
              </a:rPr>
              <a:t>}</a:t>
            </a:r>
          </a:p>
        </p:txBody>
      </p:sp>
      <p:sp>
        <p:nvSpPr>
          <p:cNvPr id="3" name="TextBox 2"/>
          <p:cNvSpPr txBox="1"/>
          <p:nvPr/>
        </p:nvSpPr>
        <p:spPr>
          <a:xfrm>
            <a:off x="6230164" y="4736068"/>
            <a:ext cx="1298123" cy="369332"/>
          </a:xfrm>
          <a:prstGeom prst="rect">
            <a:avLst/>
          </a:prstGeom>
          <a:noFill/>
        </p:spPr>
        <p:txBody>
          <a:bodyPr wrap="square" rtlCol="0">
            <a:spAutoFit/>
          </a:bodyPr>
          <a:lstStyle/>
          <a:p>
            <a:pPr algn="ctr"/>
            <a:r>
              <a:rPr lang="en-US" dirty="0"/>
              <a:t>memory</a:t>
            </a:r>
          </a:p>
        </p:txBody>
      </p:sp>
      <p:sp>
        <p:nvSpPr>
          <p:cNvPr id="28" name="TextBox 27"/>
          <p:cNvSpPr txBox="1"/>
          <p:nvPr/>
        </p:nvSpPr>
        <p:spPr>
          <a:xfrm>
            <a:off x="7738363" y="2615348"/>
            <a:ext cx="944041" cy="369332"/>
          </a:xfrm>
          <a:prstGeom prst="rect">
            <a:avLst/>
          </a:prstGeom>
          <a:noFill/>
        </p:spPr>
        <p:txBody>
          <a:bodyPr wrap="none" rtlCol="0">
            <a:spAutoFit/>
          </a:bodyPr>
          <a:lstStyle/>
          <a:p>
            <a:r>
              <a:rPr lang="en-US" dirty="0"/>
              <a:t>Address</a:t>
            </a:r>
          </a:p>
        </p:txBody>
      </p:sp>
      <p:sp>
        <p:nvSpPr>
          <p:cNvPr id="34" name="TextBox 33"/>
          <p:cNvSpPr txBox="1"/>
          <p:nvPr/>
        </p:nvSpPr>
        <p:spPr>
          <a:xfrm>
            <a:off x="6232145" y="3724801"/>
            <a:ext cx="1296142" cy="338554"/>
          </a:xfrm>
          <a:prstGeom prst="rect">
            <a:avLst/>
          </a:prstGeom>
          <a:noFill/>
        </p:spPr>
        <p:txBody>
          <a:bodyPr wrap="square" rtlCol="0">
            <a:spAutoFit/>
          </a:bodyPr>
          <a:lstStyle/>
          <a:p>
            <a:pPr algn="ctr"/>
            <a:r>
              <a:rPr lang="en-US" sz="1600" b="1" dirty="0" err="1">
                <a:latin typeface="Consolas" panose="020B0609020204030204" pitchFamily="49" charset="0"/>
                <a:cs typeface="Consolas" panose="020B0609020204030204" pitchFamily="49" charset="0"/>
              </a:rPr>
              <a:t>xxxxxxxx</a:t>
            </a:r>
            <a:endParaRPr lang="en-US" sz="1600" b="1" dirty="0">
              <a:latin typeface="Consolas" panose="020B0609020204030204" pitchFamily="49" charset="0"/>
              <a:cs typeface="Consolas" panose="020B0609020204030204" pitchFamily="49" charset="0"/>
            </a:endParaRPr>
          </a:p>
        </p:txBody>
      </p:sp>
      <p:sp>
        <p:nvSpPr>
          <p:cNvPr id="35" name="TextBox 34"/>
          <p:cNvSpPr txBox="1"/>
          <p:nvPr/>
        </p:nvSpPr>
        <p:spPr>
          <a:xfrm>
            <a:off x="6232145" y="4063355"/>
            <a:ext cx="1296142" cy="338554"/>
          </a:xfrm>
          <a:prstGeom prst="rect">
            <a:avLst/>
          </a:prstGeom>
          <a:noFill/>
        </p:spPr>
        <p:txBody>
          <a:bodyPr wrap="square" rtlCol="0">
            <a:spAutoFit/>
          </a:bodyPr>
          <a:lstStyle/>
          <a:p>
            <a:pPr algn="ctr"/>
            <a:r>
              <a:rPr lang="en-US" sz="1600" b="1" dirty="0" err="1">
                <a:latin typeface="Consolas" panose="020B0609020204030204" pitchFamily="49" charset="0"/>
                <a:cs typeface="Consolas" panose="020B0609020204030204" pitchFamily="49" charset="0"/>
              </a:rPr>
              <a:t>xxxxxxxx</a:t>
            </a:r>
            <a:endParaRPr lang="en-US" sz="1600" b="1" dirty="0">
              <a:latin typeface="Consolas" panose="020B0609020204030204" pitchFamily="49" charset="0"/>
              <a:cs typeface="Consolas" panose="020B0609020204030204" pitchFamily="49" charset="0"/>
            </a:endParaRPr>
          </a:p>
        </p:txBody>
      </p:sp>
      <p:sp>
        <p:nvSpPr>
          <p:cNvPr id="30" name="Rectangle 29"/>
          <p:cNvSpPr/>
          <p:nvPr/>
        </p:nvSpPr>
        <p:spPr>
          <a:xfrm>
            <a:off x="443880" y="1675288"/>
            <a:ext cx="2819400" cy="685274"/>
          </a:xfrm>
          <a:prstGeom prst="rect">
            <a:avLst/>
          </a:prstGeom>
        </p:spPr>
        <p:style>
          <a:lnRef idx="1">
            <a:schemeClr val="accent1"/>
          </a:lnRef>
          <a:fillRef idx="2">
            <a:schemeClr val="accent1"/>
          </a:fillRef>
          <a:effectRef idx="1">
            <a:schemeClr val="accent1"/>
          </a:effectRef>
          <a:fontRef idx="minor">
            <a:schemeClr val="dk1"/>
          </a:fontRef>
        </p:style>
        <p:txBody>
          <a:bodyPr rtlCol="0" anchor="ctr"/>
          <a:lstStyle/>
          <a:p>
            <a:pPr algn="ctr"/>
            <a:r>
              <a:rPr lang="en-US" sz="2400" dirty="0">
                <a:solidFill>
                  <a:schemeClr val="tx1"/>
                </a:solidFill>
                <a:latin typeface="Consolas" panose="020B0609020204030204" pitchFamily="49" charset="0"/>
                <a:cs typeface="Consolas" panose="020B0609020204030204" pitchFamily="49" charset="0"/>
              </a:rPr>
              <a:t>R1=0x11111111</a:t>
            </a:r>
          </a:p>
          <a:p>
            <a:pPr algn="ctr"/>
            <a:r>
              <a:rPr lang="en-US" sz="2400" dirty="0">
                <a:solidFill>
                  <a:schemeClr val="tx1"/>
                </a:solidFill>
                <a:latin typeface="Consolas" panose="020B0609020204030204" pitchFamily="49" charset="0"/>
                <a:cs typeface="Consolas" panose="020B0609020204030204" pitchFamily="49" charset="0"/>
              </a:rPr>
              <a:t>R2=0x22222222</a:t>
            </a:r>
          </a:p>
        </p:txBody>
      </p:sp>
      <p:sp>
        <p:nvSpPr>
          <p:cNvPr id="31" name="Rectangle 30"/>
          <p:cNvSpPr/>
          <p:nvPr/>
        </p:nvSpPr>
        <p:spPr>
          <a:xfrm>
            <a:off x="677570" y="1237054"/>
            <a:ext cx="2441694" cy="400110"/>
          </a:xfrm>
          <a:prstGeom prst="rect">
            <a:avLst/>
          </a:prstGeom>
        </p:spPr>
        <p:txBody>
          <a:bodyPr wrap="none">
            <a:spAutoFit/>
          </a:bodyPr>
          <a:lstStyle/>
          <a:p>
            <a:r>
              <a:rPr lang="en-US" sz="2000" dirty="0">
                <a:latin typeface="Consolas" panose="020B0609020204030204" pitchFamily="49" charset="0"/>
                <a:cs typeface="Consolas" panose="020B0609020204030204" pitchFamily="49" charset="0"/>
              </a:rPr>
              <a:t>Before execution</a:t>
            </a:r>
            <a:endParaRPr lang="en-US" sz="2000" dirty="0"/>
          </a:p>
        </p:txBody>
      </p:sp>
      <p:sp>
        <p:nvSpPr>
          <p:cNvPr id="32" name="Content Placeholder 3"/>
          <p:cNvSpPr>
            <a:spLocks noGrp="1"/>
          </p:cNvSpPr>
          <p:nvPr>
            <p:ph sz="quarter" idx="1"/>
          </p:nvPr>
        </p:nvSpPr>
        <p:spPr>
          <a:xfrm>
            <a:off x="443880" y="5044440"/>
            <a:ext cx="8229600" cy="1404500"/>
          </a:xfrm>
        </p:spPr>
        <p:txBody>
          <a:bodyPr>
            <a:normAutofit fontScale="92500"/>
          </a:bodyPr>
          <a:lstStyle/>
          <a:p>
            <a:r>
              <a:rPr lang="en-US" sz="2400" dirty="0"/>
              <a:t>What is content of stack, and position of SP, after PUSH {R2,R1}?</a:t>
            </a:r>
          </a:p>
          <a:p>
            <a:r>
              <a:rPr lang="en-US" sz="2400" dirty="0"/>
              <a:t>What are the values of R1/R2 after POP {R2}?</a:t>
            </a:r>
          </a:p>
          <a:p>
            <a:r>
              <a:rPr lang="en-US" sz="2400" dirty="0"/>
              <a:t>What are the correct instructions for swapping R1 and R2?</a:t>
            </a:r>
          </a:p>
        </p:txBody>
      </p:sp>
    </p:spTree>
    <p:extLst>
      <p:ext uri="{BB962C8B-B14F-4D97-AF65-F5344CB8AC3E}">
        <p14:creationId xmlns:p14="http://schemas.microsoft.com/office/powerpoint/2010/main" val="245926897"/>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1" name="Rectangle 40"/>
          <p:cNvSpPr/>
          <p:nvPr/>
        </p:nvSpPr>
        <p:spPr>
          <a:xfrm>
            <a:off x="4127376" y="2348880"/>
            <a:ext cx="1296144" cy="360040"/>
          </a:xfrm>
          <a:prstGeom prst="rect">
            <a:avLst/>
          </a:prstGeom>
          <a:solidFill>
            <a:schemeClr val="bg1"/>
          </a:solidFill>
          <a:ln>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sz="1600" b="1">
              <a:latin typeface="Consolas" panose="020B0609020204030204" pitchFamily="49" charset="0"/>
              <a:cs typeface="Consolas" panose="020B0609020204030204" pitchFamily="49" charset="0"/>
            </a:endParaRPr>
          </a:p>
        </p:txBody>
      </p:sp>
      <p:sp>
        <p:nvSpPr>
          <p:cNvPr id="29" name="Rectangle 28"/>
          <p:cNvSpPr/>
          <p:nvPr/>
        </p:nvSpPr>
        <p:spPr>
          <a:xfrm>
            <a:off x="6230164" y="2984680"/>
            <a:ext cx="1296144" cy="360040"/>
          </a:xfrm>
          <a:prstGeom prst="rect">
            <a:avLst/>
          </a:prstGeom>
          <a:solidFill>
            <a:schemeClr val="bg1"/>
          </a:solidFill>
          <a:ln>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sz="1600" b="1">
              <a:latin typeface="Consolas" panose="020B0609020204030204" pitchFamily="49" charset="0"/>
              <a:cs typeface="Consolas" panose="020B0609020204030204" pitchFamily="49" charset="0"/>
            </a:endParaRPr>
          </a:p>
        </p:txBody>
      </p:sp>
      <p:sp>
        <p:nvSpPr>
          <p:cNvPr id="27" name="Rectangle 26"/>
          <p:cNvSpPr/>
          <p:nvPr/>
        </p:nvSpPr>
        <p:spPr>
          <a:xfrm>
            <a:off x="6230164" y="4423395"/>
            <a:ext cx="1296144" cy="360040"/>
          </a:xfrm>
          <a:prstGeom prst="rect">
            <a:avLst/>
          </a:prstGeom>
          <a:solidFill>
            <a:schemeClr val="bg1"/>
          </a:solidFill>
          <a:ln>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sz="1600" b="1">
              <a:latin typeface="Consolas" panose="020B0609020204030204" pitchFamily="49" charset="0"/>
              <a:cs typeface="Consolas" panose="020B0609020204030204" pitchFamily="49" charset="0"/>
            </a:endParaRPr>
          </a:p>
        </p:txBody>
      </p:sp>
      <p:sp>
        <p:nvSpPr>
          <p:cNvPr id="2" name="Title 1"/>
          <p:cNvSpPr>
            <a:spLocks noGrp="1"/>
          </p:cNvSpPr>
          <p:nvPr>
            <p:ph type="title"/>
          </p:nvPr>
        </p:nvSpPr>
        <p:spPr/>
        <p:txBody>
          <a:bodyPr/>
          <a:lstStyle/>
          <a:p>
            <a:r>
              <a:rPr lang="en-GB" dirty="0"/>
              <a:t>Stack ANS</a:t>
            </a:r>
          </a:p>
        </p:txBody>
      </p:sp>
      <p:sp>
        <p:nvSpPr>
          <p:cNvPr id="6" name="Rectangle 5"/>
          <p:cNvSpPr/>
          <p:nvPr/>
        </p:nvSpPr>
        <p:spPr>
          <a:xfrm>
            <a:off x="4127376" y="1628800"/>
            <a:ext cx="1296144" cy="360040"/>
          </a:xfrm>
          <a:prstGeom prst="rect">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sz="1600" b="1">
              <a:latin typeface="Consolas" panose="020B0609020204030204" pitchFamily="49" charset="0"/>
              <a:cs typeface="Consolas" panose="020B0609020204030204" pitchFamily="49" charset="0"/>
            </a:endParaRPr>
          </a:p>
        </p:txBody>
      </p:sp>
      <p:sp>
        <p:nvSpPr>
          <p:cNvPr id="7" name="TextBox 6"/>
          <p:cNvSpPr txBox="1"/>
          <p:nvPr/>
        </p:nvSpPr>
        <p:spPr>
          <a:xfrm>
            <a:off x="3551312" y="1628800"/>
            <a:ext cx="576064" cy="338554"/>
          </a:xfrm>
          <a:prstGeom prst="rect">
            <a:avLst/>
          </a:prstGeom>
          <a:noFill/>
        </p:spPr>
        <p:txBody>
          <a:bodyPr wrap="square" rtlCol="0">
            <a:spAutoFit/>
          </a:bodyPr>
          <a:lstStyle/>
          <a:p>
            <a:r>
              <a:rPr lang="en-GB" sz="1600" b="1" dirty="0">
                <a:latin typeface="Consolas" panose="020B0609020204030204" pitchFamily="49" charset="0"/>
                <a:cs typeface="Consolas" panose="020B0609020204030204" pitchFamily="49" charset="0"/>
              </a:rPr>
              <a:t>R1</a:t>
            </a:r>
          </a:p>
        </p:txBody>
      </p:sp>
      <p:sp>
        <p:nvSpPr>
          <p:cNvPr id="9" name="Rectangle 8"/>
          <p:cNvSpPr/>
          <p:nvPr/>
        </p:nvSpPr>
        <p:spPr>
          <a:xfrm>
            <a:off x="4127376" y="1988840"/>
            <a:ext cx="1296144" cy="360040"/>
          </a:xfrm>
          <a:prstGeom prst="rect">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sz="1600" b="1">
              <a:latin typeface="Consolas" panose="020B0609020204030204" pitchFamily="49" charset="0"/>
              <a:cs typeface="Consolas" panose="020B0609020204030204" pitchFamily="49" charset="0"/>
            </a:endParaRPr>
          </a:p>
        </p:txBody>
      </p:sp>
      <p:sp>
        <p:nvSpPr>
          <p:cNvPr id="10" name="TextBox 9"/>
          <p:cNvSpPr txBox="1"/>
          <p:nvPr/>
        </p:nvSpPr>
        <p:spPr>
          <a:xfrm>
            <a:off x="3551312" y="1988840"/>
            <a:ext cx="576064" cy="338554"/>
          </a:xfrm>
          <a:prstGeom prst="rect">
            <a:avLst/>
          </a:prstGeom>
          <a:noFill/>
        </p:spPr>
        <p:txBody>
          <a:bodyPr wrap="square" rtlCol="0">
            <a:spAutoFit/>
          </a:bodyPr>
          <a:lstStyle/>
          <a:p>
            <a:r>
              <a:rPr lang="en-GB" sz="1600" b="1" dirty="0">
                <a:latin typeface="Consolas" panose="020B0609020204030204" pitchFamily="49" charset="0"/>
                <a:cs typeface="Consolas" panose="020B0609020204030204" pitchFamily="49" charset="0"/>
              </a:rPr>
              <a:t>R2</a:t>
            </a:r>
          </a:p>
        </p:txBody>
      </p:sp>
      <p:sp>
        <p:nvSpPr>
          <p:cNvPr id="12" name="Rectangle 11"/>
          <p:cNvSpPr/>
          <p:nvPr/>
        </p:nvSpPr>
        <p:spPr>
          <a:xfrm>
            <a:off x="4127376" y="2708920"/>
            <a:ext cx="1296144" cy="360040"/>
          </a:xfrm>
          <a:prstGeom prst="rect">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sz="1600" b="1">
              <a:latin typeface="Consolas" panose="020B0609020204030204" pitchFamily="49" charset="0"/>
              <a:cs typeface="Consolas" panose="020B0609020204030204" pitchFamily="49" charset="0"/>
            </a:endParaRPr>
          </a:p>
        </p:txBody>
      </p:sp>
      <p:sp>
        <p:nvSpPr>
          <p:cNvPr id="13" name="TextBox 12"/>
          <p:cNvSpPr txBox="1"/>
          <p:nvPr/>
        </p:nvSpPr>
        <p:spPr>
          <a:xfrm>
            <a:off x="2971800" y="2708920"/>
            <a:ext cx="1155576" cy="338554"/>
          </a:xfrm>
          <a:prstGeom prst="rect">
            <a:avLst/>
          </a:prstGeom>
          <a:noFill/>
        </p:spPr>
        <p:txBody>
          <a:bodyPr wrap="square" rtlCol="0">
            <a:spAutoFit/>
          </a:bodyPr>
          <a:lstStyle/>
          <a:p>
            <a:pPr algn="r"/>
            <a:r>
              <a:rPr lang="en-GB" sz="1600" b="1" dirty="0" err="1">
                <a:latin typeface="Consolas" panose="020B0609020204030204" pitchFamily="49" charset="0"/>
                <a:cs typeface="Consolas" panose="020B0609020204030204" pitchFamily="49" charset="0"/>
              </a:rPr>
              <a:t>R13</a:t>
            </a:r>
            <a:r>
              <a:rPr lang="en-GB" sz="1600" b="1" dirty="0">
                <a:latin typeface="Consolas" panose="020B0609020204030204" pitchFamily="49" charset="0"/>
                <a:cs typeface="Consolas" panose="020B0609020204030204" pitchFamily="49" charset="0"/>
              </a:rPr>
              <a:t> (</a:t>
            </a:r>
            <a:r>
              <a:rPr lang="en-GB" sz="1600" b="1" dirty="0" err="1">
                <a:latin typeface="Consolas" panose="020B0609020204030204" pitchFamily="49" charset="0"/>
                <a:cs typeface="Consolas" panose="020B0609020204030204" pitchFamily="49" charset="0"/>
              </a:rPr>
              <a:t>SP</a:t>
            </a:r>
            <a:r>
              <a:rPr lang="en-GB" sz="1600" b="1" dirty="0">
                <a:latin typeface="Consolas" panose="020B0609020204030204" pitchFamily="49" charset="0"/>
                <a:cs typeface="Consolas" panose="020B0609020204030204" pitchFamily="49" charset="0"/>
              </a:rPr>
              <a:t>)</a:t>
            </a:r>
          </a:p>
        </p:txBody>
      </p:sp>
      <p:sp>
        <p:nvSpPr>
          <p:cNvPr id="14" name="Rectangle 13"/>
          <p:cNvSpPr/>
          <p:nvPr/>
        </p:nvSpPr>
        <p:spPr>
          <a:xfrm>
            <a:off x="6230164" y="3343275"/>
            <a:ext cx="1296144" cy="360040"/>
          </a:xfrm>
          <a:prstGeom prst="rect">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sz="1600" b="1">
              <a:latin typeface="Consolas" panose="020B0609020204030204" pitchFamily="49" charset="0"/>
              <a:cs typeface="Consolas" panose="020B0609020204030204" pitchFamily="49" charset="0"/>
            </a:endParaRPr>
          </a:p>
        </p:txBody>
      </p:sp>
      <p:sp>
        <p:nvSpPr>
          <p:cNvPr id="15" name="TextBox 14"/>
          <p:cNvSpPr txBox="1"/>
          <p:nvPr/>
        </p:nvSpPr>
        <p:spPr>
          <a:xfrm>
            <a:off x="7526308" y="3343275"/>
            <a:ext cx="1368152" cy="338554"/>
          </a:xfrm>
          <a:prstGeom prst="rect">
            <a:avLst/>
          </a:prstGeom>
          <a:noFill/>
        </p:spPr>
        <p:txBody>
          <a:bodyPr wrap="square" rtlCol="0">
            <a:spAutoFit/>
          </a:bodyPr>
          <a:lstStyle/>
          <a:p>
            <a:pPr algn="ctr"/>
            <a:r>
              <a:rPr lang="en-GB" sz="1600" b="1" dirty="0">
                <a:latin typeface="Consolas" panose="020B0609020204030204" pitchFamily="49" charset="0"/>
                <a:cs typeface="Consolas" panose="020B0609020204030204" pitchFamily="49" charset="0"/>
              </a:rPr>
              <a:t>0x20000200</a:t>
            </a:r>
          </a:p>
        </p:txBody>
      </p:sp>
      <p:sp>
        <p:nvSpPr>
          <p:cNvPr id="16" name="Rectangle 15"/>
          <p:cNvSpPr/>
          <p:nvPr/>
        </p:nvSpPr>
        <p:spPr>
          <a:xfrm>
            <a:off x="6230164" y="3703315"/>
            <a:ext cx="1296144" cy="360040"/>
          </a:xfrm>
          <a:prstGeom prst="rect">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sz="1600" b="1">
              <a:latin typeface="Consolas" panose="020B0609020204030204" pitchFamily="49" charset="0"/>
              <a:cs typeface="Consolas" panose="020B0609020204030204" pitchFamily="49" charset="0"/>
            </a:endParaRPr>
          </a:p>
        </p:txBody>
      </p:sp>
      <p:sp>
        <p:nvSpPr>
          <p:cNvPr id="17" name="Rectangle 16"/>
          <p:cNvSpPr/>
          <p:nvPr/>
        </p:nvSpPr>
        <p:spPr>
          <a:xfrm>
            <a:off x="6230164" y="4063355"/>
            <a:ext cx="1296144" cy="360040"/>
          </a:xfrm>
          <a:prstGeom prst="rect">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sz="1600" b="1">
              <a:latin typeface="Consolas" panose="020B0609020204030204" pitchFamily="49" charset="0"/>
              <a:cs typeface="Consolas" panose="020B0609020204030204" pitchFamily="49" charset="0"/>
            </a:endParaRPr>
          </a:p>
        </p:txBody>
      </p:sp>
      <p:sp>
        <p:nvSpPr>
          <p:cNvPr id="18" name="TextBox 17"/>
          <p:cNvSpPr txBox="1"/>
          <p:nvPr/>
        </p:nvSpPr>
        <p:spPr>
          <a:xfrm>
            <a:off x="7526308" y="3703315"/>
            <a:ext cx="1368152" cy="338554"/>
          </a:xfrm>
          <a:prstGeom prst="rect">
            <a:avLst/>
          </a:prstGeom>
          <a:noFill/>
        </p:spPr>
        <p:txBody>
          <a:bodyPr wrap="square" rtlCol="0">
            <a:spAutoFit/>
          </a:bodyPr>
          <a:lstStyle/>
          <a:p>
            <a:pPr algn="ctr"/>
            <a:r>
              <a:rPr lang="en-GB" sz="1600" b="1" dirty="0">
                <a:latin typeface="Consolas" panose="020B0609020204030204" pitchFamily="49" charset="0"/>
                <a:cs typeface="Consolas" panose="020B0609020204030204" pitchFamily="49" charset="0"/>
              </a:rPr>
              <a:t>0x200001FC</a:t>
            </a:r>
          </a:p>
        </p:txBody>
      </p:sp>
      <p:sp>
        <p:nvSpPr>
          <p:cNvPr id="19" name="TextBox 18"/>
          <p:cNvSpPr txBox="1"/>
          <p:nvPr/>
        </p:nvSpPr>
        <p:spPr>
          <a:xfrm>
            <a:off x="7526308" y="4063355"/>
            <a:ext cx="1368152" cy="338554"/>
          </a:xfrm>
          <a:prstGeom prst="rect">
            <a:avLst/>
          </a:prstGeom>
          <a:noFill/>
        </p:spPr>
        <p:txBody>
          <a:bodyPr wrap="square" rtlCol="0">
            <a:spAutoFit/>
          </a:bodyPr>
          <a:lstStyle/>
          <a:p>
            <a:pPr algn="ctr"/>
            <a:r>
              <a:rPr lang="en-GB" sz="1600" b="1" dirty="0">
                <a:latin typeface="Consolas" panose="020B0609020204030204" pitchFamily="49" charset="0"/>
                <a:cs typeface="Consolas" panose="020B0609020204030204" pitchFamily="49" charset="0"/>
              </a:rPr>
              <a:t>0x200001F8</a:t>
            </a:r>
          </a:p>
        </p:txBody>
      </p:sp>
      <p:sp>
        <p:nvSpPr>
          <p:cNvPr id="20" name="TextBox 19"/>
          <p:cNvSpPr txBox="1"/>
          <p:nvPr/>
        </p:nvSpPr>
        <p:spPr>
          <a:xfrm>
            <a:off x="4127376" y="2708920"/>
            <a:ext cx="1368152" cy="338554"/>
          </a:xfrm>
          <a:prstGeom prst="rect">
            <a:avLst/>
          </a:prstGeom>
          <a:noFill/>
        </p:spPr>
        <p:txBody>
          <a:bodyPr wrap="square" rtlCol="0">
            <a:spAutoFit/>
          </a:bodyPr>
          <a:lstStyle/>
          <a:p>
            <a:pPr algn="ctr"/>
            <a:r>
              <a:rPr lang="en-GB" sz="1600" b="1" dirty="0">
                <a:latin typeface="Consolas" panose="020B0609020204030204" pitchFamily="49" charset="0"/>
                <a:cs typeface="Consolas" panose="020B0609020204030204" pitchFamily="49" charset="0"/>
              </a:rPr>
              <a:t>0x20000200</a:t>
            </a:r>
          </a:p>
        </p:txBody>
      </p:sp>
      <p:sp>
        <p:nvSpPr>
          <p:cNvPr id="21" name="TextBox 20"/>
          <p:cNvSpPr txBox="1"/>
          <p:nvPr/>
        </p:nvSpPr>
        <p:spPr>
          <a:xfrm>
            <a:off x="4127376" y="1988840"/>
            <a:ext cx="1296144" cy="338554"/>
          </a:xfrm>
          <a:prstGeom prst="rect">
            <a:avLst/>
          </a:prstGeom>
          <a:noFill/>
        </p:spPr>
        <p:txBody>
          <a:bodyPr wrap="square" rtlCol="0">
            <a:spAutoFit/>
          </a:bodyPr>
          <a:lstStyle/>
          <a:p>
            <a:pPr algn="r"/>
            <a:r>
              <a:rPr lang="en-GB" sz="1600" b="1" dirty="0" err="1">
                <a:latin typeface="Consolas" panose="020B0609020204030204" pitchFamily="49" charset="0"/>
                <a:cs typeface="Consolas" panose="020B0609020204030204" pitchFamily="49" charset="0"/>
              </a:rPr>
              <a:t>0x22222222</a:t>
            </a:r>
            <a:endParaRPr lang="en-GB" sz="1600" b="1" dirty="0">
              <a:latin typeface="Consolas" panose="020B0609020204030204" pitchFamily="49" charset="0"/>
              <a:cs typeface="Consolas" panose="020B0609020204030204" pitchFamily="49" charset="0"/>
            </a:endParaRPr>
          </a:p>
        </p:txBody>
      </p:sp>
      <p:sp>
        <p:nvSpPr>
          <p:cNvPr id="22" name="TextBox 21"/>
          <p:cNvSpPr txBox="1"/>
          <p:nvPr/>
        </p:nvSpPr>
        <p:spPr>
          <a:xfrm>
            <a:off x="4127376" y="1628800"/>
            <a:ext cx="1296144" cy="338554"/>
          </a:xfrm>
          <a:prstGeom prst="rect">
            <a:avLst/>
          </a:prstGeom>
          <a:noFill/>
        </p:spPr>
        <p:txBody>
          <a:bodyPr wrap="square" rtlCol="0">
            <a:spAutoFit/>
          </a:bodyPr>
          <a:lstStyle/>
          <a:p>
            <a:pPr algn="r"/>
            <a:r>
              <a:rPr lang="en-GB" sz="1600" b="1" dirty="0" err="1">
                <a:latin typeface="Consolas" panose="020B0609020204030204" pitchFamily="49" charset="0"/>
                <a:cs typeface="Consolas" panose="020B0609020204030204" pitchFamily="49" charset="0"/>
              </a:rPr>
              <a:t>0x11111111</a:t>
            </a:r>
            <a:endParaRPr lang="en-GB" sz="1600" b="1" dirty="0">
              <a:latin typeface="Consolas" panose="020B0609020204030204" pitchFamily="49" charset="0"/>
              <a:cs typeface="Consolas" panose="020B0609020204030204" pitchFamily="49" charset="0"/>
            </a:endParaRPr>
          </a:p>
        </p:txBody>
      </p:sp>
      <p:cxnSp>
        <p:nvCxnSpPr>
          <p:cNvPr id="24" name="Straight Arrow Connector 23"/>
          <p:cNvCxnSpPr>
            <a:endCxn id="35" idx="1"/>
          </p:cNvCxnSpPr>
          <p:nvPr/>
        </p:nvCxnSpPr>
        <p:spPr>
          <a:xfrm>
            <a:off x="5429517" y="2891802"/>
            <a:ext cx="802628" cy="1340830"/>
          </a:xfrm>
          <a:prstGeom prst="straightConnector1">
            <a:avLst/>
          </a:prstGeom>
          <a:ln w="19050">
            <a:solidFill>
              <a:srgbClr val="C00000"/>
            </a:solidFill>
            <a:tailEnd type="arrow"/>
          </a:ln>
        </p:spPr>
        <p:style>
          <a:lnRef idx="1">
            <a:schemeClr val="accent1"/>
          </a:lnRef>
          <a:fillRef idx="0">
            <a:schemeClr val="accent1"/>
          </a:fillRef>
          <a:effectRef idx="0">
            <a:schemeClr val="accent1"/>
          </a:effectRef>
          <a:fontRef idx="minor">
            <a:schemeClr val="tx1"/>
          </a:fontRef>
        </p:style>
      </p:cxnSp>
      <p:sp>
        <p:nvSpPr>
          <p:cNvPr id="4" name="Slide Number Placeholder 3"/>
          <p:cNvSpPr>
            <a:spLocks noGrp="1"/>
          </p:cNvSpPr>
          <p:nvPr>
            <p:ph type="sldNum" sz="quarter" idx="12"/>
          </p:nvPr>
        </p:nvSpPr>
        <p:spPr/>
        <p:txBody>
          <a:bodyPr/>
          <a:lstStyle/>
          <a:p>
            <a:fld id="{EA7C8D44-3667-46F6-9772-CC52308E2A7F}" type="slidenum">
              <a:rPr kumimoji="0" lang="en-US" smtClean="0"/>
              <a:pPr/>
              <a:t>9</a:t>
            </a:fld>
            <a:endParaRPr kumimoji="0" lang="en-US"/>
          </a:p>
        </p:txBody>
      </p:sp>
      <p:sp>
        <p:nvSpPr>
          <p:cNvPr id="23" name="TextBox 22"/>
          <p:cNvSpPr txBox="1"/>
          <p:nvPr/>
        </p:nvSpPr>
        <p:spPr>
          <a:xfrm>
            <a:off x="6230165" y="3352800"/>
            <a:ext cx="1296142" cy="338554"/>
          </a:xfrm>
          <a:prstGeom prst="rect">
            <a:avLst/>
          </a:prstGeom>
          <a:noFill/>
        </p:spPr>
        <p:txBody>
          <a:bodyPr wrap="square" rtlCol="0">
            <a:spAutoFit/>
          </a:bodyPr>
          <a:lstStyle/>
          <a:p>
            <a:pPr algn="ctr"/>
            <a:r>
              <a:rPr lang="en-US" sz="1600" b="1" dirty="0" err="1">
                <a:latin typeface="Consolas" panose="020B0609020204030204" pitchFamily="49" charset="0"/>
                <a:cs typeface="Consolas" panose="020B0609020204030204" pitchFamily="49" charset="0"/>
              </a:rPr>
              <a:t>xxxxxxxx</a:t>
            </a:r>
            <a:endParaRPr lang="en-US" sz="1600" b="1" dirty="0">
              <a:latin typeface="Consolas" panose="020B0609020204030204" pitchFamily="49" charset="0"/>
              <a:cs typeface="Consolas" panose="020B0609020204030204" pitchFamily="49" charset="0"/>
            </a:endParaRPr>
          </a:p>
        </p:txBody>
      </p:sp>
      <p:sp>
        <p:nvSpPr>
          <p:cNvPr id="25" name="Rounded Rectangle 24"/>
          <p:cNvSpPr/>
          <p:nvPr/>
        </p:nvSpPr>
        <p:spPr>
          <a:xfrm>
            <a:off x="381000" y="2528900"/>
            <a:ext cx="2438400" cy="2078360"/>
          </a:xfrm>
          <a:prstGeom prst="roundRect">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buNone/>
            </a:pPr>
            <a:r>
              <a:rPr lang="en-GB" sz="2400" dirty="0">
                <a:solidFill>
                  <a:schemeClr val="tx1"/>
                </a:solidFill>
                <a:latin typeface="Consolas" panose="020B0609020204030204" pitchFamily="49" charset="0"/>
                <a:cs typeface="Consolas" panose="020B0609020204030204" pitchFamily="49" charset="0"/>
              </a:rPr>
              <a:t>PUSH {R1,R2}</a:t>
            </a:r>
          </a:p>
          <a:p>
            <a:pPr>
              <a:buNone/>
            </a:pPr>
            <a:r>
              <a:rPr lang="en-GB" sz="2400" dirty="0">
                <a:solidFill>
                  <a:schemeClr val="tx1"/>
                </a:solidFill>
                <a:latin typeface="Consolas" panose="020B0609020204030204" pitchFamily="49" charset="0"/>
                <a:cs typeface="Consolas" panose="020B0609020204030204" pitchFamily="49" charset="0"/>
              </a:rPr>
              <a:t>POP  {R1}</a:t>
            </a:r>
          </a:p>
          <a:p>
            <a:pPr>
              <a:buNone/>
            </a:pPr>
            <a:r>
              <a:rPr lang="en-GB" sz="2400" dirty="0">
                <a:solidFill>
                  <a:schemeClr val="tx1"/>
                </a:solidFill>
                <a:latin typeface="Consolas" panose="020B0609020204030204" pitchFamily="49" charset="0"/>
                <a:cs typeface="Consolas" panose="020B0609020204030204" pitchFamily="49" charset="0"/>
              </a:rPr>
              <a:t>POP  {</a:t>
            </a:r>
            <a:r>
              <a:rPr lang="en-GB" sz="2400" dirty="0" err="1">
                <a:solidFill>
                  <a:schemeClr val="tx1"/>
                </a:solidFill>
                <a:latin typeface="Consolas" panose="020B0609020204030204" pitchFamily="49" charset="0"/>
                <a:cs typeface="Consolas" panose="020B0609020204030204" pitchFamily="49" charset="0"/>
              </a:rPr>
              <a:t>R2</a:t>
            </a:r>
            <a:r>
              <a:rPr lang="en-GB" sz="2400" dirty="0">
                <a:solidFill>
                  <a:schemeClr val="tx1"/>
                </a:solidFill>
                <a:latin typeface="Consolas" panose="020B0609020204030204" pitchFamily="49" charset="0"/>
                <a:cs typeface="Consolas" panose="020B0609020204030204" pitchFamily="49" charset="0"/>
              </a:rPr>
              <a:t>}</a:t>
            </a:r>
          </a:p>
        </p:txBody>
      </p:sp>
      <p:sp>
        <p:nvSpPr>
          <p:cNvPr id="3" name="TextBox 2"/>
          <p:cNvSpPr txBox="1"/>
          <p:nvPr/>
        </p:nvSpPr>
        <p:spPr>
          <a:xfrm>
            <a:off x="6230164" y="4736068"/>
            <a:ext cx="1298123" cy="369332"/>
          </a:xfrm>
          <a:prstGeom prst="rect">
            <a:avLst/>
          </a:prstGeom>
          <a:noFill/>
        </p:spPr>
        <p:txBody>
          <a:bodyPr wrap="square" rtlCol="0">
            <a:spAutoFit/>
          </a:bodyPr>
          <a:lstStyle/>
          <a:p>
            <a:pPr algn="ctr"/>
            <a:r>
              <a:rPr lang="en-US" dirty="0"/>
              <a:t>memory</a:t>
            </a:r>
          </a:p>
        </p:txBody>
      </p:sp>
      <p:sp>
        <p:nvSpPr>
          <p:cNvPr id="28" name="TextBox 27"/>
          <p:cNvSpPr txBox="1"/>
          <p:nvPr/>
        </p:nvSpPr>
        <p:spPr>
          <a:xfrm>
            <a:off x="7738363" y="2615348"/>
            <a:ext cx="944041" cy="369332"/>
          </a:xfrm>
          <a:prstGeom prst="rect">
            <a:avLst/>
          </a:prstGeom>
          <a:noFill/>
        </p:spPr>
        <p:txBody>
          <a:bodyPr wrap="none" rtlCol="0">
            <a:spAutoFit/>
          </a:bodyPr>
          <a:lstStyle/>
          <a:p>
            <a:r>
              <a:rPr lang="en-US" dirty="0"/>
              <a:t>Address</a:t>
            </a:r>
          </a:p>
        </p:txBody>
      </p:sp>
      <p:sp>
        <p:nvSpPr>
          <p:cNvPr id="34" name="TextBox 33"/>
          <p:cNvSpPr txBox="1"/>
          <p:nvPr/>
        </p:nvSpPr>
        <p:spPr>
          <a:xfrm>
            <a:off x="6232145" y="3724801"/>
            <a:ext cx="1296142" cy="338554"/>
          </a:xfrm>
          <a:prstGeom prst="rect">
            <a:avLst/>
          </a:prstGeom>
          <a:noFill/>
        </p:spPr>
        <p:txBody>
          <a:bodyPr wrap="square" rtlCol="0">
            <a:spAutoFit/>
          </a:bodyPr>
          <a:lstStyle/>
          <a:p>
            <a:pPr algn="ctr"/>
            <a:r>
              <a:rPr lang="en-US" sz="1600" dirty="0">
                <a:latin typeface="Consolas" panose="020B0609020204030204" pitchFamily="49" charset="0"/>
                <a:cs typeface="Consolas" panose="020B0609020204030204" pitchFamily="49" charset="0"/>
              </a:rPr>
              <a:t>0x22222222</a:t>
            </a:r>
            <a:endParaRPr lang="en-US" sz="1600" b="1" dirty="0">
              <a:latin typeface="Consolas" panose="020B0609020204030204" pitchFamily="49" charset="0"/>
              <a:cs typeface="Consolas" panose="020B0609020204030204" pitchFamily="49" charset="0"/>
            </a:endParaRPr>
          </a:p>
        </p:txBody>
      </p:sp>
      <p:sp>
        <p:nvSpPr>
          <p:cNvPr id="35" name="TextBox 34"/>
          <p:cNvSpPr txBox="1"/>
          <p:nvPr/>
        </p:nvSpPr>
        <p:spPr>
          <a:xfrm>
            <a:off x="6232145" y="4063355"/>
            <a:ext cx="1296142" cy="338554"/>
          </a:xfrm>
          <a:prstGeom prst="rect">
            <a:avLst/>
          </a:prstGeom>
          <a:noFill/>
        </p:spPr>
        <p:txBody>
          <a:bodyPr wrap="square" rtlCol="0">
            <a:spAutoFit/>
          </a:bodyPr>
          <a:lstStyle/>
          <a:p>
            <a:pPr algn="ctr"/>
            <a:r>
              <a:rPr lang="en-US" sz="1600" dirty="0">
                <a:latin typeface="Consolas" panose="020B0609020204030204" pitchFamily="49" charset="0"/>
                <a:cs typeface="Consolas" panose="020B0609020204030204" pitchFamily="49" charset="0"/>
              </a:rPr>
              <a:t>0x11111111</a:t>
            </a:r>
            <a:endParaRPr lang="en-US" sz="1600" b="1" dirty="0">
              <a:latin typeface="Consolas" panose="020B0609020204030204" pitchFamily="49" charset="0"/>
              <a:cs typeface="Consolas" panose="020B0609020204030204" pitchFamily="49" charset="0"/>
            </a:endParaRPr>
          </a:p>
        </p:txBody>
      </p:sp>
      <p:sp>
        <p:nvSpPr>
          <p:cNvPr id="30" name="Rectangle 29"/>
          <p:cNvSpPr/>
          <p:nvPr/>
        </p:nvSpPr>
        <p:spPr>
          <a:xfrm>
            <a:off x="443880" y="1675288"/>
            <a:ext cx="2819400" cy="685274"/>
          </a:xfrm>
          <a:prstGeom prst="rect">
            <a:avLst/>
          </a:prstGeom>
        </p:spPr>
        <p:style>
          <a:lnRef idx="1">
            <a:schemeClr val="accent1"/>
          </a:lnRef>
          <a:fillRef idx="2">
            <a:schemeClr val="accent1"/>
          </a:fillRef>
          <a:effectRef idx="1">
            <a:schemeClr val="accent1"/>
          </a:effectRef>
          <a:fontRef idx="minor">
            <a:schemeClr val="dk1"/>
          </a:fontRef>
        </p:style>
        <p:txBody>
          <a:bodyPr rtlCol="0" anchor="ctr"/>
          <a:lstStyle/>
          <a:p>
            <a:pPr algn="ctr"/>
            <a:r>
              <a:rPr lang="en-US" sz="2400" dirty="0">
                <a:solidFill>
                  <a:schemeClr val="tx1"/>
                </a:solidFill>
                <a:latin typeface="Consolas" panose="020B0609020204030204" pitchFamily="49" charset="0"/>
                <a:cs typeface="Consolas" panose="020B0609020204030204" pitchFamily="49" charset="0"/>
              </a:rPr>
              <a:t>R1=0x11111111</a:t>
            </a:r>
          </a:p>
          <a:p>
            <a:pPr algn="ctr"/>
            <a:r>
              <a:rPr lang="en-US" sz="2400" dirty="0">
                <a:solidFill>
                  <a:schemeClr val="tx1"/>
                </a:solidFill>
                <a:latin typeface="Consolas" panose="020B0609020204030204" pitchFamily="49" charset="0"/>
                <a:cs typeface="Consolas" panose="020B0609020204030204" pitchFamily="49" charset="0"/>
              </a:rPr>
              <a:t>R2=0x22222222</a:t>
            </a:r>
          </a:p>
        </p:txBody>
      </p:sp>
      <p:sp>
        <p:nvSpPr>
          <p:cNvPr id="31" name="Rectangle 30"/>
          <p:cNvSpPr/>
          <p:nvPr/>
        </p:nvSpPr>
        <p:spPr>
          <a:xfrm>
            <a:off x="677570" y="1237054"/>
            <a:ext cx="2441694" cy="400110"/>
          </a:xfrm>
          <a:prstGeom prst="rect">
            <a:avLst/>
          </a:prstGeom>
        </p:spPr>
        <p:txBody>
          <a:bodyPr wrap="none">
            <a:spAutoFit/>
          </a:bodyPr>
          <a:lstStyle/>
          <a:p>
            <a:r>
              <a:rPr lang="en-US" sz="2000" dirty="0">
                <a:latin typeface="Consolas" panose="020B0609020204030204" pitchFamily="49" charset="0"/>
                <a:cs typeface="Consolas" panose="020B0609020204030204" pitchFamily="49" charset="0"/>
              </a:rPr>
              <a:t>Before execution</a:t>
            </a:r>
            <a:endParaRPr lang="en-US" sz="2000" dirty="0"/>
          </a:p>
        </p:txBody>
      </p:sp>
      <p:sp>
        <p:nvSpPr>
          <p:cNvPr id="32" name="Content Placeholder 3"/>
          <p:cNvSpPr>
            <a:spLocks noGrp="1"/>
          </p:cNvSpPr>
          <p:nvPr>
            <p:ph sz="quarter" idx="1"/>
          </p:nvPr>
        </p:nvSpPr>
        <p:spPr>
          <a:xfrm>
            <a:off x="443880" y="5044440"/>
            <a:ext cx="8229600" cy="1333396"/>
          </a:xfrm>
        </p:spPr>
        <p:txBody>
          <a:bodyPr/>
          <a:lstStyle/>
          <a:p>
            <a:r>
              <a:rPr lang="en-US" dirty="0"/>
              <a:t>Stack content and SP shown in figure</a:t>
            </a:r>
          </a:p>
          <a:p>
            <a:r>
              <a:rPr lang="en-US" dirty="0"/>
              <a:t>After POP {R2}, R1=0x11111111, R2=0x22222222</a:t>
            </a:r>
          </a:p>
        </p:txBody>
      </p:sp>
    </p:spTree>
    <p:extLst>
      <p:ext uri="{BB962C8B-B14F-4D97-AF65-F5344CB8AC3E}">
        <p14:creationId xmlns:p14="http://schemas.microsoft.com/office/powerpoint/2010/main" val="2098831747"/>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1" name="Rectangle 40"/>
          <p:cNvSpPr/>
          <p:nvPr/>
        </p:nvSpPr>
        <p:spPr>
          <a:xfrm>
            <a:off x="4127376" y="2348880"/>
            <a:ext cx="1296144" cy="360040"/>
          </a:xfrm>
          <a:prstGeom prst="rect">
            <a:avLst/>
          </a:prstGeom>
          <a:solidFill>
            <a:schemeClr val="bg1"/>
          </a:solidFill>
          <a:ln>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sz="1600" b="1">
              <a:latin typeface="Consolas" panose="020B0609020204030204" pitchFamily="49" charset="0"/>
              <a:cs typeface="Consolas" panose="020B0609020204030204" pitchFamily="49" charset="0"/>
            </a:endParaRPr>
          </a:p>
        </p:txBody>
      </p:sp>
      <p:sp>
        <p:nvSpPr>
          <p:cNvPr id="29" name="Rectangle 28"/>
          <p:cNvSpPr/>
          <p:nvPr/>
        </p:nvSpPr>
        <p:spPr>
          <a:xfrm>
            <a:off x="6230164" y="2984680"/>
            <a:ext cx="1296144" cy="360040"/>
          </a:xfrm>
          <a:prstGeom prst="rect">
            <a:avLst/>
          </a:prstGeom>
          <a:solidFill>
            <a:schemeClr val="bg1"/>
          </a:solidFill>
          <a:ln>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sz="1600" b="1">
              <a:latin typeface="Consolas" panose="020B0609020204030204" pitchFamily="49" charset="0"/>
              <a:cs typeface="Consolas" panose="020B0609020204030204" pitchFamily="49" charset="0"/>
            </a:endParaRPr>
          </a:p>
        </p:txBody>
      </p:sp>
      <p:sp>
        <p:nvSpPr>
          <p:cNvPr id="27" name="Rectangle 26"/>
          <p:cNvSpPr/>
          <p:nvPr/>
        </p:nvSpPr>
        <p:spPr>
          <a:xfrm>
            <a:off x="6230164" y="4423395"/>
            <a:ext cx="1296144" cy="360040"/>
          </a:xfrm>
          <a:prstGeom prst="rect">
            <a:avLst/>
          </a:prstGeom>
          <a:solidFill>
            <a:schemeClr val="bg1"/>
          </a:solidFill>
          <a:ln>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sz="1600" b="1">
              <a:latin typeface="Consolas" panose="020B0609020204030204" pitchFamily="49" charset="0"/>
              <a:cs typeface="Consolas" panose="020B0609020204030204" pitchFamily="49" charset="0"/>
            </a:endParaRPr>
          </a:p>
        </p:txBody>
      </p:sp>
      <p:sp>
        <p:nvSpPr>
          <p:cNvPr id="2" name="Title 1"/>
          <p:cNvSpPr>
            <a:spLocks noGrp="1"/>
          </p:cNvSpPr>
          <p:nvPr>
            <p:ph type="title"/>
          </p:nvPr>
        </p:nvSpPr>
        <p:spPr/>
        <p:txBody>
          <a:bodyPr/>
          <a:lstStyle/>
          <a:p>
            <a:r>
              <a:rPr lang="en-US" dirty="0"/>
              <a:t>Instructions for swapping R1 and R2</a:t>
            </a:r>
            <a:endParaRPr lang="en-GB" dirty="0"/>
          </a:p>
        </p:txBody>
      </p:sp>
      <p:sp>
        <p:nvSpPr>
          <p:cNvPr id="6" name="Rectangle 5"/>
          <p:cNvSpPr/>
          <p:nvPr/>
        </p:nvSpPr>
        <p:spPr>
          <a:xfrm>
            <a:off x="4127376" y="1628800"/>
            <a:ext cx="1296144" cy="360040"/>
          </a:xfrm>
          <a:prstGeom prst="rect">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sz="1600" b="1">
              <a:latin typeface="Consolas" panose="020B0609020204030204" pitchFamily="49" charset="0"/>
              <a:cs typeface="Consolas" panose="020B0609020204030204" pitchFamily="49" charset="0"/>
            </a:endParaRPr>
          </a:p>
        </p:txBody>
      </p:sp>
      <p:sp>
        <p:nvSpPr>
          <p:cNvPr id="7" name="TextBox 6"/>
          <p:cNvSpPr txBox="1"/>
          <p:nvPr/>
        </p:nvSpPr>
        <p:spPr>
          <a:xfrm>
            <a:off x="3551312" y="1628800"/>
            <a:ext cx="576064" cy="338554"/>
          </a:xfrm>
          <a:prstGeom prst="rect">
            <a:avLst/>
          </a:prstGeom>
          <a:noFill/>
        </p:spPr>
        <p:txBody>
          <a:bodyPr wrap="square" rtlCol="0">
            <a:spAutoFit/>
          </a:bodyPr>
          <a:lstStyle/>
          <a:p>
            <a:r>
              <a:rPr lang="en-GB" sz="1600" b="1" dirty="0">
                <a:latin typeface="Consolas" panose="020B0609020204030204" pitchFamily="49" charset="0"/>
                <a:cs typeface="Consolas" panose="020B0609020204030204" pitchFamily="49" charset="0"/>
              </a:rPr>
              <a:t>R1</a:t>
            </a:r>
          </a:p>
        </p:txBody>
      </p:sp>
      <p:sp>
        <p:nvSpPr>
          <p:cNvPr id="9" name="Rectangle 8"/>
          <p:cNvSpPr/>
          <p:nvPr/>
        </p:nvSpPr>
        <p:spPr>
          <a:xfrm>
            <a:off x="4127376" y="1988840"/>
            <a:ext cx="1296144" cy="360040"/>
          </a:xfrm>
          <a:prstGeom prst="rect">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sz="1600" b="1">
              <a:latin typeface="Consolas" panose="020B0609020204030204" pitchFamily="49" charset="0"/>
              <a:cs typeface="Consolas" panose="020B0609020204030204" pitchFamily="49" charset="0"/>
            </a:endParaRPr>
          </a:p>
        </p:txBody>
      </p:sp>
      <p:sp>
        <p:nvSpPr>
          <p:cNvPr id="10" name="TextBox 9"/>
          <p:cNvSpPr txBox="1"/>
          <p:nvPr/>
        </p:nvSpPr>
        <p:spPr>
          <a:xfrm>
            <a:off x="3551312" y="1988840"/>
            <a:ext cx="576064" cy="338554"/>
          </a:xfrm>
          <a:prstGeom prst="rect">
            <a:avLst/>
          </a:prstGeom>
          <a:noFill/>
        </p:spPr>
        <p:txBody>
          <a:bodyPr wrap="square" rtlCol="0">
            <a:spAutoFit/>
          </a:bodyPr>
          <a:lstStyle/>
          <a:p>
            <a:r>
              <a:rPr lang="en-GB" sz="1600" b="1" dirty="0">
                <a:latin typeface="Consolas" panose="020B0609020204030204" pitchFamily="49" charset="0"/>
                <a:cs typeface="Consolas" panose="020B0609020204030204" pitchFamily="49" charset="0"/>
              </a:rPr>
              <a:t>R2</a:t>
            </a:r>
          </a:p>
        </p:txBody>
      </p:sp>
      <p:sp>
        <p:nvSpPr>
          <p:cNvPr id="12" name="Rectangle 11"/>
          <p:cNvSpPr/>
          <p:nvPr/>
        </p:nvSpPr>
        <p:spPr>
          <a:xfrm>
            <a:off x="4127376" y="2708920"/>
            <a:ext cx="1296144" cy="360040"/>
          </a:xfrm>
          <a:prstGeom prst="rect">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sz="1600" b="1">
              <a:latin typeface="Consolas" panose="020B0609020204030204" pitchFamily="49" charset="0"/>
              <a:cs typeface="Consolas" panose="020B0609020204030204" pitchFamily="49" charset="0"/>
            </a:endParaRPr>
          </a:p>
        </p:txBody>
      </p:sp>
      <p:sp>
        <p:nvSpPr>
          <p:cNvPr id="13" name="TextBox 12"/>
          <p:cNvSpPr txBox="1"/>
          <p:nvPr/>
        </p:nvSpPr>
        <p:spPr>
          <a:xfrm>
            <a:off x="2971800" y="2708920"/>
            <a:ext cx="1155576" cy="338554"/>
          </a:xfrm>
          <a:prstGeom prst="rect">
            <a:avLst/>
          </a:prstGeom>
          <a:noFill/>
        </p:spPr>
        <p:txBody>
          <a:bodyPr wrap="square" rtlCol="0">
            <a:spAutoFit/>
          </a:bodyPr>
          <a:lstStyle/>
          <a:p>
            <a:pPr algn="r"/>
            <a:r>
              <a:rPr lang="en-GB" sz="1600" b="1" dirty="0" err="1">
                <a:latin typeface="Consolas" panose="020B0609020204030204" pitchFamily="49" charset="0"/>
                <a:cs typeface="Consolas" panose="020B0609020204030204" pitchFamily="49" charset="0"/>
              </a:rPr>
              <a:t>R13</a:t>
            </a:r>
            <a:r>
              <a:rPr lang="en-GB" sz="1600" b="1" dirty="0">
                <a:latin typeface="Consolas" panose="020B0609020204030204" pitchFamily="49" charset="0"/>
                <a:cs typeface="Consolas" panose="020B0609020204030204" pitchFamily="49" charset="0"/>
              </a:rPr>
              <a:t> (</a:t>
            </a:r>
            <a:r>
              <a:rPr lang="en-GB" sz="1600" b="1" dirty="0" err="1">
                <a:latin typeface="Consolas" panose="020B0609020204030204" pitchFamily="49" charset="0"/>
                <a:cs typeface="Consolas" panose="020B0609020204030204" pitchFamily="49" charset="0"/>
              </a:rPr>
              <a:t>SP</a:t>
            </a:r>
            <a:r>
              <a:rPr lang="en-GB" sz="1600" b="1" dirty="0">
                <a:latin typeface="Consolas" panose="020B0609020204030204" pitchFamily="49" charset="0"/>
                <a:cs typeface="Consolas" panose="020B0609020204030204" pitchFamily="49" charset="0"/>
              </a:rPr>
              <a:t>)</a:t>
            </a:r>
          </a:p>
        </p:txBody>
      </p:sp>
      <p:sp>
        <p:nvSpPr>
          <p:cNvPr id="14" name="Rectangle 13"/>
          <p:cNvSpPr/>
          <p:nvPr/>
        </p:nvSpPr>
        <p:spPr>
          <a:xfrm>
            <a:off x="6230164" y="3343275"/>
            <a:ext cx="1296144" cy="360040"/>
          </a:xfrm>
          <a:prstGeom prst="rect">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sz="1600" b="1">
              <a:latin typeface="Consolas" panose="020B0609020204030204" pitchFamily="49" charset="0"/>
              <a:cs typeface="Consolas" panose="020B0609020204030204" pitchFamily="49" charset="0"/>
            </a:endParaRPr>
          </a:p>
        </p:txBody>
      </p:sp>
      <p:sp>
        <p:nvSpPr>
          <p:cNvPr id="15" name="TextBox 14"/>
          <p:cNvSpPr txBox="1"/>
          <p:nvPr/>
        </p:nvSpPr>
        <p:spPr>
          <a:xfrm>
            <a:off x="7526308" y="3343275"/>
            <a:ext cx="1368152" cy="338554"/>
          </a:xfrm>
          <a:prstGeom prst="rect">
            <a:avLst/>
          </a:prstGeom>
          <a:noFill/>
        </p:spPr>
        <p:txBody>
          <a:bodyPr wrap="square" rtlCol="0">
            <a:spAutoFit/>
          </a:bodyPr>
          <a:lstStyle/>
          <a:p>
            <a:pPr algn="ctr"/>
            <a:r>
              <a:rPr lang="en-GB" sz="1600" b="1" dirty="0">
                <a:latin typeface="Consolas" panose="020B0609020204030204" pitchFamily="49" charset="0"/>
                <a:cs typeface="Consolas" panose="020B0609020204030204" pitchFamily="49" charset="0"/>
              </a:rPr>
              <a:t>0x20000200</a:t>
            </a:r>
          </a:p>
        </p:txBody>
      </p:sp>
      <p:sp>
        <p:nvSpPr>
          <p:cNvPr id="16" name="Rectangle 15"/>
          <p:cNvSpPr/>
          <p:nvPr/>
        </p:nvSpPr>
        <p:spPr>
          <a:xfrm>
            <a:off x="6230164" y="3703315"/>
            <a:ext cx="1296144" cy="360040"/>
          </a:xfrm>
          <a:prstGeom prst="rect">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sz="1600" b="1">
              <a:latin typeface="Consolas" panose="020B0609020204030204" pitchFamily="49" charset="0"/>
              <a:cs typeface="Consolas" panose="020B0609020204030204" pitchFamily="49" charset="0"/>
            </a:endParaRPr>
          </a:p>
        </p:txBody>
      </p:sp>
      <p:sp>
        <p:nvSpPr>
          <p:cNvPr id="17" name="Rectangle 16"/>
          <p:cNvSpPr/>
          <p:nvPr/>
        </p:nvSpPr>
        <p:spPr>
          <a:xfrm>
            <a:off x="6230164" y="4063355"/>
            <a:ext cx="1296144" cy="360040"/>
          </a:xfrm>
          <a:prstGeom prst="rect">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sz="1600" b="1">
              <a:latin typeface="Consolas" panose="020B0609020204030204" pitchFamily="49" charset="0"/>
              <a:cs typeface="Consolas" panose="020B0609020204030204" pitchFamily="49" charset="0"/>
            </a:endParaRPr>
          </a:p>
        </p:txBody>
      </p:sp>
      <p:sp>
        <p:nvSpPr>
          <p:cNvPr id="18" name="TextBox 17"/>
          <p:cNvSpPr txBox="1"/>
          <p:nvPr/>
        </p:nvSpPr>
        <p:spPr>
          <a:xfrm>
            <a:off x="7526308" y="3703315"/>
            <a:ext cx="1368152" cy="338554"/>
          </a:xfrm>
          <a:prstGeom prst="rect">
            <a:avLst/>
          </a:prstGeom>
          <a:noFill/>
        </p:spPr>
        <p:txBody>
          <a:bodyPr wrap="square" rtlCol="0">
            <a:spAutoFit/>
          </a:bodyPr>
          <a:lstStyle/>
          <a:p>
            <a:pPr algn="ctr"/>
            <a:r>
              <a:rPr lang="en-GB" sz="1600" b="1" dirty="0">
                <a:latin typeface="Consolas" panose="020B0609020204030204" pitchFamily="49" charset="0"/>
                <a:cs typeface="Consolas" panose="020B0609020204030204" pitchFamily="49" charset="0"/>
              </a:rPr>
              <a:t>0x200001FC</a:t>
            </a:r>
          </a:p>
        </p:txBody>
      </p:sp>
      <p:sp>
        <p:nvSpPr>
          <p:cNvPr id="19" name="TextBox 18"/>
          <p:cNvSpPr txBox="1"/>
          <p:nvPr/>
        </p:nvSpPr>
        <p:spPr>
          <a:xfrm>
            <a:off x="7526308" y="4063355"/>
            <a:ext cx="1368152" cy="338554"/>
          </a:xfrm>
          <a:prstGeom prst="rect">
            <a:avLst/>
          </a:prstGeom>
          <a:noFill/>
        </p:spPr>
        <p:txBody>
          <a:bodyPr wrap="square" rtlCol="0">
            <a:spAutoFit/>
          </a:bodyPr>
          <a:lstStyle/>
          <a:p>
            <a:pPr algn="ctr"/>
            <a:r>
              <a:rPr lang="en-GB" sz="1600" b="1" dirty="0">
                <a:latin typeface="Consolas" panose="020B0609020204030204" pitchFamily="49" charset="0"/>
                <a:cs typeface="Consolas" panose="020B0609020204030204" pitchFamily="49" charset="0"/>
              </a:rPr>
              <a:t>0x200001F8</a:t>
            </a:r>
          </a:p>
        </p:txBody>
      </p:sp>
      <p:sp>
        <p:nvSpPr>
          <p:cNvPr id="20" name="TextBox 19"/>
          <p:cNvSpPr txBox="1"/>
          <p:nvPr/>
        </p:nvSpPr>
        <p:spPr>
          <a:xfrm>
            <a:off x="4127376" y="2708920"/>
            <a:ext cx="1368152" cy="338554"/>
          </a:xfrm>
          <a:prstGeom prst="rect">
            <a:avLst/>
          </a:prstGeom>
          <a:noFill/>
        </p:spPr>
        <p:txBody>
          <a:bodyPr wrap="square" rtlCol="0">
            <a:spAutoFit/>
          </a:bodyPr>
          <a:lstStyle/>
          <a:p>
            <a:pPr algn="ctr"/>
            <a:r>
              <a:rPr lang="en-GB" sz="1600" b="1" dirty="0" err="1">
                <a:latin typeface="Consolas" panose="020B0609020204030204" pitchFamily="49" charset="0"/>
                <a:cs typeface="Consolas" panose="020B0609020204030204" pitchFamily="49" charset="0"/>
              </a:rPr>
              <a:t>0x20000</a:t>
            </a:r>
            <a:r>
              <a:rPr lang="en-GB" sz="1600" b="1" dirty="0" err="1">
                <a:solidFill>
                  <a:srgbClr val="C00000"/>
                </a:solidFill>
                <a:latin typeface="Consolas" panose="020B0609020204030204" pitchFamily="49" charset="0"/>
                <a:cs typeface="Consolas" panose="020B0609020204030204" pitchFamily="49" charset="0"/>
              </a:rPr>
              <a:t>1F8</a:t>
            </a:r>
            <a:endParaRPr lang="en-GB" sz="1600" b="1" dirty="0">
              <a:solidFill>
                <a:srgbClr val="C00000"/>
              </a:solidFill>
              <a:latin typeface="Consolas" panose="020B0609020204030204" pitchFamily="49" charset="0"/>
              <a:cs typeface="Consolas" panose="020B0609020204030204" pitchFamily="49" charset="0"/>
            </a:endParaRPr>
          </a:p>
        </p:txBody>
      </p:sp>
      <p:sp>
        <p:nvSpPr>
          <p:cNvPr id="21" name="TextBox 20"/>
          <p:cNvSpPr txBox="1"/>
          <p:nvPr/>
        </p:nvSpPr>
        <p:spPr>
          <a:xfrm>
            <a:off x="4127376" y="1988840"/>
            <a:ext cx="1296144" cy="338554"/>
          </a:xfrm>
          <a:prstGeom prst="rect">
            <a:avLst/>
          </a:prstGeom>
          <a:noFill/>
        </p:spPr>
        <p:txBody>
          <a:bodyPr wrap="square" rtlCol="0">
            <a:spAutoFit/>
          </a:bodyPr>
          <a:lstStyle/>
          <a:p>
            <a:pPr algn="r"/>
            <a:r>
              <a:rPr lang="en-GB" sz="1600" b="1" dirty="0" err="1">
                <a:latin typeface="Consolas" panose="020B0609020204030204" pitchFamily="49" charset="0"/>
                <a:cs typeface="Consolas" panose="020B0609020204030204" pitchFamily="49" charset="0"/>
              </a:rPr>
              <a:t>0x22222222</a:t>
            </a:r>
            <a:endParaRPr lang="en-GB" sz="1600" b="1" dirty="0">
              <a:latin typeface="Consolas" panose="020B0609020204030204" pitchFamily="49" charset="0"/>
              <a:cs typeface="Consolas" panose="020B0609020204030204" pitchFamily="49" charset="0"/>
            </a:endParaRPr>
          </a:p>
        </p:txBody>
      </p:sp>
      <p:sp>
        <p:nvSpPr>
          <p:cNvPr id="22" name="TextBox 21"/>
          <p:cNvSpPr txBox="1"/>
          <p:nvPr/>
        </p:nvSpPr>
        <p:spPr>
          <a:xfrm>
            <a:off x="4127376" y="1628800"/>
            <a:ext cx="1296144" cy="338554"/>
          </a:xfrm>
          <a:prstGeom prst="rect">
            <a:avLst/>
          </a:prstGeom>
          <a:noFill/>
        </p:spPr>
        <p:txBody>
          <a:bodyPr wrap="square" rtlCol="0">
            <a:spAutoFit/>
          </a:bodyPr>
          <a:lstStyle/>
          <a:p>
            <a:pPr algn="r"/>
            <a:r>
              <a:rPr lang="en-GB" sz="1600" b="1" dirty="0" err="1">
                <a:latin typeface="Consolas" panose="020B0609020204030204" pitchFamily="49" charset="0"/>
                <a:cs typeface="Consolas" panose="020B0609020204030204" pitchFamily="49" charset="0"/>
              </a:rPr>
              <a:t>0x11111111</a:t>
            </a:r>
            <a:endParaRPr lang="en-GB" sz="1600" b="1" dirty="0">
              <a:latin typeface="Consolas" panose="020B0609020204030204" pitchFamily="49" charset="0"/>
              <a:cs typeface="Consolas" panose="020B0609020204030204" pitchFamily="49" charset="0"/>
            </a:endParaRPr>
          </a:p>
        </p:txBody>
      </p:sp>
      <p:cxnSp>
        <p:nvCxnSpPr>
          <p:cNvPr id="24" name="Straight Arrow Connector 23"/>
          <p:cNvCxnSpPr>
            <a:endCxn id="17" idx="1"/>
          </p:cNvCxnSpPr>
          <p:nvPr/>
        </p:nvCxnSpPr>
        <p:spPr>
          <a:xfrm>
            <a:off x="5429517" y="2891802"/>
            <a:ext cx="800647" cy="1351573"/>
          </a:xfrm>
          <a:prstGeom prst="straightConnector1">
            <a:avLst/>
          </a:prstGeom>
          <a:ln w="19050">
            <a:solidFill>
              <a:srgbClr val="C00000"/>
            </a:solidFill>
            <a:tailEnd type="arrow"/>
          </a:ln>
        </p:spPr>
        <p:style>
          <a:lnRef idx="1">
            <a:schemeClr val="accent1"/>
          </a:lnRef>
          <a:fillRef idx="0">
            <a:schemeClr val="accent1"/>
          </a:fillRef>
          <a:effectRef idx="0">
            <a:schemeClr val="accent1"/>
          </a:effectRef>
          <a:fontRef idx="minor">
            <a:schemeClr val="tx1"/>
          </a:fontRef>
        </p:style>
      </p:cxnSp>
      <p:sp>
        <p:nvSpPr>
          <p:cNvPr id="4" name="Slide Number Placeholder 3"/>
          <p:cNvSpPr>
            <a:spLocks noGrp="1"/>
          </p:cNvSpPr>
          <p:nvPr>
            <p:ph type="sldNum" sz="quarter" idx="12"/>
          </p:nvPr>
        </p:nvSpPr>
        <p:spPr/>
        <p:txBody>
          <a:bodyPr/>
          <a:lstStyle/>
          <a:p>
            <a:fld id="{EA7C8D44-3667-46F6-9772-CC52308E2A7F}" type="slidenum">
              <a:rPr kumimoji="0" lang="en-US" smtClean="0"/>
              <a:pPr/>
              <a:t>10</a:t>
            </a:fld>
            <a:endParaRPr kumimoji="0" lang="en-US"/>
          </a:p>
        </p:txBody>
      </p:sp>
      <p:sp>
        <p:nvSpPr>
          <p:cNvPr id="23" name="TextBox 22"/>
          <p:cNvSpPr txBox="1"/>
          <p:nvPr/>
        </p:nvSpPr>
        <p:spPr>
          <a:xfrm>
            <a:off x="6230165" y="3352800"/>
            <a:ext cx="1296142" cy="338554"/>
          </a:xfrm>
          <a:prstGeom prst="rect">
            <a:avLst/>
          </a:prstGeom>
          <a:noFill/>
        </p:spPr>
        <p:txBody>
          <a:bodyPr wrap="square" rtlCol="0">
            <a:spAutoFit/>
          </a:bodyPr>
          <a:lstStyle/>
          <a:p>
            <a:pPr algn="ctr"/>
            <a:r>
              <a:rPr lang="en-US" sz="1600" b="1" dirty="0" err="1">
                <a:latin typeface="Consolas" panose="020B0609020204030204" pitchFamily="49" charset="0"/>
                <a:cs typeface="Consolas" panose="020B0609020204030204" pitchFamily="49" charset="0"/>
              </a:rPr>
              <a:t>xxxxxxxx</a:t>
            </a:r>
            <a:endParaRPr lang="en-US" sz="1600" b="1" dirty="0">
              <a:latin typeface="Consolas" panose="020B0609020204030204" pitchFamily="49" charset="0"/>
              <a:cs typeface="Consolas" panose="020B0609020204030204" pitchFamily="49" charset="0"/>
            </a:endParaRPr>
          </a:p>
        </p:txBody>
      </p:sp>
      <p:sp>
        <p:nvSpPr>
          <p:cNvPr id="25" name="Rounded Rectangle 24"/>
          <p:cNvSpPr/>
          <p:nvPr/>
        </p:nvSpPr>
        <p:spPr>
          <a:xfrm>
            <a:off x="914400" y="2528900"/>
            <a:ext cx="1905000" cy="2078360"/>
          </a:xfrm>
          <a:prstGeom prst="roundRect">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buNone/>
            </a:pPr>
            <a:r>
              <a:rPr lang="en-GB" sz="2400" dirty="0">
                <a:solidFill>
                  <a:schemeClr val="tx1"/>
                </a:solidFill>
                <a:latin typeface="Consolas" panose="020B0609020204030204" pitchFamily="49" charset="0"/>
                <a:cs typeface="Consolas" panose="020B0609020204030204" pitchFamily="49" charset="0"/>
              </a:rPr>
              <a:t>PUSH {</a:t>
            </a:r>
            <a:r>
              <a:rPr lang="en-GB" sz="2400" dirty="0" err="1">
                <a:solidFill>
                  <a:schemeClr val="tx1"/>
                </a:solidFill>
                <a:latin typeface="Consolas" panose="020B0609020204030204" pitchFamily="49" charset="0"/>
                <a:cs typeface="Consolas" panose="020B0609020204030204" pitchFamily="49" charset="0"/>
              </a:rPr>
              <a:t>R1</a:t>
            </a:r>
            <a:r>
              <a:rPr lang="en-GB" sz="2400" dirty="0">
                <a:solidFill>
                  <a:schemeClr val="tx1"/>
                </a:solidFill>
                <a:latin typeface="Consolas" panose="020B0609020204030204" pitchFamily="49" charset="0"/>
                <a:cs typeface="Consolas" panose="020B0609020204030204" pitchFamily="49" charset="0"/>
              </a:rPr>
              <a:t>}</a:t>
            </a:r>
          </a:p>
          <a:p>
            <a:pPr>
              <a:buNone/>
            </a:pPr>
            <a:r>
              <a:rPr lang="en-GB" sz="2400" dirty="0">
                <a:solidFill>
                  <a:srgbClr val="C00000"/>
                </a:solidFill>
                <a:latin typeface="Consolas" panose="020B0609020204030204" pitchFamily="49" charset="0"/>
                <a:cs typeface="Consolas" panose="020B0609020204030204" pitchFamily="49" charset="0"/>
              </a:rPr>
              <a:t>PUSH {</a:t>
            </a:r>
            <a:r>
              <a:rPr lang="en-GB" sz="2400" dirty="0" err="1">
                <a:solidFill>
                  <a:srgbClr val="C00000"/>
                </a:solidFill>
                <a:latin typeface="Consolas" panose="020B0609020204030204" pitchFamily="49" charset="0"/>
                <a:cs typeface="Consolas" panose="020B0609020204030204" pitchFamily="49" charset="0"/>
              </a:rPr>
              <a:t>R2</a:t>
            </a:r>
            <a:r>
              <a:rPr lang="en-GB" sz="2400" dirty="0">
                <a:solidFill>
                  <a:srgbClr val="C00000"/>
                </a:solidFill>
                <a:latin typeface="Consolas" panose="020B0609020204030204" pitchFamily="49" charset="0"/>
                <a:cs typeface="Consolas" panose="020B0609020204030204" pitchFamily="49" charset="0"/>
              </a:rPr>
              <a:t>}</a:t>
            </a:r>
          </a:p>
          <a:p>
            <a:pPr>
              <a:buNone/>
            </a:pPr>
            <a:r>
              <a:rPr lang="en-GB" sz="2400" dirty="0">
                <a:solidFill>
                  <a:schemeClr val="tx1"/>
                </a:solidFill>
                <a:latin typeface="Consolas" panose="020B0609020204030204" pitchFamily="49" charset="0"/>
                <a:cs typeface="Consolas" panose="020B0609020204030204" pitchFamily="49" charset="0"/>
              </a:rPr>
              <a:t>POP  {</a:t>
            </a:r>
            <a:r>
              <a:rPr lang="en-GB" sz="2400" dirty="0" err="1">
                <a:solidFill>
                  <a:schemeClr val="tx1"/>
                </a:solidFill>
                <a:latin typeface="Consolas" panose="020B0609020204030204" pitchFamily="49" charset="0"/>
                <a:cs typeface="Consolas" panose="020B0609020204030204" pitchFamily="49" charset="0"/>
              </a:rPr>
              <a:t>R1</a:t>
            </a:r>
            <a:r>
              <a:rPr lang="en-GB" sz="2400" dirty="0">
                <a:solidFill>
                  <a:schemeClr val="tx1"/>
                </a:solidFill>
                <a:latin typeface="Consolas" panose="020B0609020204030204" pitchFamily="49" charset="0"/>
                <a:cs typeface="Consolas" panose="020B0609020204030204" pitchFamily="49" charset="0"/>
              </a:rPr>
              <a:t>}</a:t>
            </a:r>
          </a:p>
          <a:p>
            <a:pPr>
              <a:buNone/>
            </a:pPr>
            <a:r>
              <a:rPr lang="en-GB" sz="2400" dirty="0">
                <a:solidFill>
                  <a:schemeClr val="tx1"/>
                </a:solidFill>
                <a:latin typeface="Consolas" panose="020B0609020204030204" pitchFamily="49" charset="0"/>
                <a:cs typeface="Consolas" panose="020B0609020204030204" pitchFamily="49" charset="0"/>
              </a:rPr>
              <a:t>POP  {</a:t>
            </a:r>
            <a:r>
              <a:rPr lang="en-GB" sz="2400" dirty="0" err="1">
                <a:solidFill>
                  <a:schemeClr val="tx1"/>
                </a:solidFill>
                <a:latin typeface="Consolas" panose="020B0609020204030204" pitchFamily="49" charset="0"/>
                <a:cs typeface="Consolas" panose="020B0609020204030204" pitchFamily="49" charset="0"/>
              </a:rPr>
              <a:t>R2</a:t>
            </a:r>
            <a:r>
              <a:rPr lang="en-GB" sz="2400" dirty="0">
                <a:solidFill>
                  <a:schemeClr val="tx1"/>
                </a:solidFill>
                <a:latin typeface="Consolas" panose="020B0609020204030204" pitchFamily="49" charset="0"/>
                <a:cs typeface="Consolas" panose="020B0609020204030204" pitchFamily="49" charset="0"/>
              </a:rPr>
              <a:t>}</a:t>
            </a:r>
          </a:p>
        </p:txBody>
      </p:sp>
      <p:sp>
        <p:nvSpPr>
          <p:cNvPr id="3" name="TextBox 2"/>
          <p:cNvSpPr txBox="1"/>
          <p:nvPr/>
        </p:nvSpPr>
        <p:spPr>
          <a:xfrm>
            <a:off x="6230164" y="4989423"/>
            <a:ext cx="1298123" cy="369332"/>
          </a:xfrm>
          <a:prstGeom prst="rect">
            <a:avLst/>
          </a:prstGeom>
          <a:noFill/>
        </p:spPr>
        <p:txBody>
          <a:bodyPr wrap="square" rtlCol="0">
            <a:spAutoFit/>
          </a:bodyPr>
          <a:lstStyle/>
          <a:p>
            <a:pPr algn="ctr"/>
            <a:r>
              <a:rPr lang="en-US" dirty="0"/>
              <a:t>memory</a:t>
            </a:r>
          </a:p>
        </p:txBody>
      </p:sp>
      <p:sp>
        <p:nvSpPr>
          <p:cNvPr id="28" name="TextBox 27"/>
          <p:cNvSpPr txBox="1"/>
          <p:nvPr/>
        </p:nvSpPr>
        <p:spPr>
          <a:xfrm>
            <a:off x="7738363" y="2615348"/>
            <a:ext cx="944041" cy="369332"/>
          </a:xfrm>
          <a:prstGeom prst="rect">
            <a:avLst/>
          </a:prstGeom>
          <a:noFill/>
        </p:spPr>
        <p:txBody>
          <a:bodyPr wrap="none" rtlCol="0">
            <a:spAutoFit/>
          </a:bodyPr>
          <a:lstStyle/>
          <a:p>
            <a:r>
              <a:rPr lang="en-US" dirty="0"/>
              <a:t>Address</a:t>
            </a:r>
          </a:p>
        </p:txBody>
      </p:sp>
      <p:sp>
        <p:nvSpPr>
          <p:cNvPr id="30" name="TextBox 29"/>
          <p:cNvSpPr txBox="1"/>
          <p:nvPr/>
        </p:nvSpPr>
        <p:spPr>
          <a:xfrm>
            <a:off x="152400" y="3200400"/>
            <a:ext cx="465192" cy="369332"/>
          </a:xfrm>
          <a:prstGeom prst="rect">
            <a:avLst/>
          </a:prstGeom>
          <a:noFill/>
        </p:spPr>
        <p:txBody>
          <a:bodyPr wrap="none" rtlCol="0">
            <a:spAutoFit/>
          </a:bodyPr>
          <a:lstStyle/>
          <a:p>
            <a:r>
              <a:rPr lang="en-US" dirty="0">
                <a:solidFill>
                  <a:srgbClr val="C00000"/>
                </a:solidFill>
              </a:rPr>
              <a:t>PC</a:t>
            </a:r>
          </a:p>
        </p:txBody>
      </p:sp>
      <p:cxnSp>
        <p:nvCxnSpPr>
          <p:cNvPr id="32" name="Straight Arrow Connector 31"/>
          <p:cNvCxnSpPr/>
          <p:nvPr/>
        </p:nvCxnSpPr>
        <p:spPr>
          <a:xfrm>
            <a:off x="533400" y="3378764"/>
            <a:ext cx="525408" cy="0"/>
          </a:xfrm>
          <a:prstGeom prst="straightConnector1">
            <a:avLst/>
          </a:prstGeom>
          <a:ln w="28575">
            <a:solidFill>
              <a:srgbClr val="C00000"/>
            </a:solidFill>
            <a:tailEnd type="arrow"/>
          </a:ln>
        </p:spPr>
        <p:style>
          <a:lnRef idx="1">
            <a:schemeClr val="accent1"/>
          </a:lnRef>
          <a:fillRef idx="0">
            <a:schemeClr val="accent1"/>
          </a:fillRef>
          <a:effectRef idx="0">
            <a:schemeClr val="accent1"/>
          </a:effectRef>
          <a:fontRef idx="minor">
            <a:schemeClr val="tx1"/>
          </a:fontRef>
        </p:style>
      </p:cxnSp>
      <p:sp>
        <p:nvSpPr>
          <p:cNvPr id="34" name="TextBox 33"/>
          <p:cNvSpPr txBox="1"/>
          <p:nvPr/>
        </p:nvSpPr>
        <p:spPr>
          <a:xfrm>
            <a:off x="6232145" y="3724801"/>
            <a:ext cx="1296142" cy="338554"/>
          </a:xfrm>
          <a:prstGeom prst="rect">
            <a:avLst/>
          </a:prstGeom>
          <a:noFill/>
        </p:spPr>
        <p:txBody>
          <a:bodyPr wrap="square" rtlCol="0">
            <a:spAutoFit/>
          </a:bodyPr>
          <a:lstStyle/>
          <a:p>
            <a:pPr algn="ctr"/>
            <a:r>
              <a:rPr lang="en-GB" sz="1600" b="1" dirty="0" err="1">
                <a:solidFill>
                  <a:srgbClr val="C00000"/>
                </a:solidFill>
                <a:latin typeface="Consolas" panose="020B0609020204030204" pitchFamily="49" charset="0"/>
                <a:cs typeface="Consolas" panose="020B0609020204030204" pitchFamily="49" charset="0"/>
              </a:rPr>
              <a:t>0x11111111</a:t>
            </a:r>
            <a:endParaRPr lang="en-US" sz="1600" b="1" dirty="0">
              <a:solidFill>
                <a:srgbClr val="C00000"/>
              </a:solidFill>
              <a:latin typeface="Consolas" panose="020B0609020204030204" pitchFamily="49" charset="0"/>
              <a:cs typeface="Consolas" panose="020B0609020204030204" pitchFamily="49" charset="0"/>
            </a:endParaRPr>
          </a:p>
        </p:txBody>
      </p:sp>
      <p:sp>
        <p:nvSpPr>
          <p:cNvPr id="35" name="TextBox 34"/>
          <p:cNvSpPr txBox="1"/>
          <p:nvPr/>
        </p:nvSpPr>
        <p:spPr>
          <a:xfrm>
            <a:off x="6232145" y="4063355"/>
            <a:ext cx="1296142" cy="584775"/>
          </a:xfrm>
          <a:prstGeom prst="rect">
            <a:avLst/>
          </a:prstGeom>
          <a:noFill/>
        </p:spPr>
        <p:txBody>
          <a:bodyPr wrap="square" rtlCol="0">
            <a:spAutoFit/>
          </a:bodyPr>
          <a:lstStyle/>
          <a:p>
            <a:pPr algn="ctr"/>
            <a:r>
              <a:rPr lang="en-GB" sz="1600" b="1" dirty="0" err="1">
                <a:solidFill>
                  <a:srgbClr val="C00000"/>
                </a:solidFill>
                <a:latin typeface="Consolas" panose="020B0609020204030204" pitchFamily="49" charset="0"/>
                <a:cs typeface="Consolas" panose="020B0609020204030204" pitchFamily="49" charset="0"/>
              </a:rPr>
              <a:t>0x22222222</a:t>
            </a:r>
            <a:endParaRPr lang="en-GB" sz="1600" b="1" dirty="0">
              <a:solidFill>
                <a:srgbClr val="C00000"/>
              </a:solidFill>
              <a:latin typeface="Consolas" panose="020B0609020204030204" pitchFamily="49" charset="0"/>
              <a:cs typeface="Consolas" panose="020B0609020204030204" pitchFamily="49" charset="0"/>
            </a:endParaRPr>
          </a:p>
          <a:p>
            <a:pPr algn="ctr"/>
            <a:endParaRPr lang="en-US" sz="1600" b="1" dirty="0">
              <a:latin typeface="Consolas" panose="020B0609020204030204" pitchFamily="49" charset="0"/>
              <a:cs typeface="Consolas" panose="020B0609020204030204" pitchFamily="49" charset="0"/>
            </a:endParaRPr>
          </a:p>
        </p:txBody>
      </p:sp>
    </p:spTree>
    <p:extLst>
      <p:ext uri="{BB962C8B-B14F-4D97-AF65-F5344CB8AC3E}">
        <p14:creationId xmlns:p14="http://schemas.microsoft.com/office/powerpoint/2010/main" val="734650997"/>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D346943-56FC-4F00-B4C2-002F4BD6545D}"/>
              </a:ext>
            </a:extLst>
          </p:cNvPr>
          <p:cNvSpPr>
            <a:spLocks noGrp="1"/>
          </p:cNvSpPr>
          <p:nvPr>
            <p:ph type="title"/>
          </p:nvPr>
        </p:nvSpPr>
        <p:spPr/>
        <p:txBody>
          <a:bodyPr/>
          <a:lstStyle/>
          <a:p>
            <a:r>
              <a:rPr lang="en-US" dirty="0"/>
              <a:t>Program Understanding</a:t>
            </a:r>
          </a:p>
        </p:txBody>
      </p:sp>
      <p:sp>
        <p:nvSpPr>
          <p:cNvPr id="3" name="Slide Number Placeholder 2">
            <a:extLst>
              <a:ext uri="{FF2B5EF4-FFF2-40B4-BE49-F238E27FC236}">
                <a16:creationId xmlns:a16="http://schemas.microsoft.com/office/drawing/2014/main" id="{8990BACD-3920-5666-CE72-223F9F2FC606}"/>
              </a:ext>
            </a:extLst>
          </p:cNvPr>
          <p:cNvSpPr>
            <a:spLocks noGrp="1"/>
          </p:cNvSpPr>
          <p:nvPr>
            <p:ph type="sldNum" sz="quarter" idx="12"/>
          </p:nvPr>
        </p:nvSpPr>
        <p:spPr/>
        <p:txBody>
          <a:bodyPr/>
          <a:lstStyle/>
          <a:p>
            <a:fld id="{AEE14D4A-FE32-40AF-B06D-E9622816B101}" type="slidenum">
              <a:rPr lang="en-US" smtClean="0"/>
              <a:pPr/>
              <a:t>11</a:t>
            </a:fld>
            <a:endParaRPr lang="en-US"/>
          </a:p>
        </p:txBody>
      </p:sp>
      <p:graphicFrame>
        <p:nvGraphicFramePr>
          <p:cNvPr id="7" name="Content Placeholder 6">
            <a:extLst>
              <a:ext uri="{FF2B5EF4-FFF2-40B4-BE49-F238E27FC236}">
                <a16:creationId xmlns:a16="http://schemas.microsoft.com/office/drawing/2014/main" id="{921A7FA2-20A5-D70A-4C8A-128BD78BDA7C}"/>
              </a:ext>
            </a:extLst>
          </p:cNvPr>
          <p:cNvGraphicFramePr>
            <a:graphicFrameLocks noGrp="1"/>
          </p:cNvGraphicFramePr>
          <p:nvPr>
            <p:ph sz="quarter" idx="1"/>
          </p:nvPr>
        </p:nvGraphicFramePr>
        <p:xfrm>
          <a:off x="12661" y="5145594"/>
          <a:ext cx="9117892" cy="1112520"/>
        </p:xfrm>
        <a:graphic>
          <a:graphicData uri="http://schemas.openxmlformats.org/drawingml/2006/table">
            <a:tbl>
              <a:tblPr firstRow="1" bandRow="1">
                <a:tableStyleId>{5940675A-B579-460E-94D1-54222C63F5DA}</a:tableStyleId>
              </a:tblPr>
              <a:tblGrid>
                <a:gridCol w="1562417">
                  <a:extLst>
                    <a:ext uri="{9D8B030D-6E8A-4147-A177-3AD203B41FA5}">
                      <a16:colId xmlns:a16="http://schemas.microsoft.com/office/drawing/2014/main" val="4041087470"/>
                    </a:ext>
                  </a:extLst>
                </a:gridCol>
                <a:gridCol w="472033">
                  <a:extLst>
                    <a:ext uri="{9D8B030D-6E8A-4147-A177-3AD203B41FA5}">
                      <a16:colId xmlns:a16="http://schemas.microsoft.com/office/drawing/2014/main" val="475833553"/>
                    </a:ext>
                  </a:extLst>
                </a:gridCol>
                <a:gridCol w="472033">
                  <a:extLst>
                    <a:ext uri="{9D8B030D-6E8A-4147-A177-3AD203B41FA5}">
                      <a16:colId xmlns:a16="http://schemas.microsoft.com/office/drawing/2014/main" val="3440583969"/>
                    </a:ext>
                  </a:extLst>
                </a:gridCol>
                <a:gridCol w="472033">
                  <a:extLst>
                    <a:ext uri="{9D8B030D-6E8A-4147-A177-3AD203B41FA5}">
                      <a16:colId xmlns:a16="http://schemas.microsoft.com/office/drawing/2014/main" val="3973726920"/>
                    </a:ext>
                  </a:extLst>
                </a:gridCol>
                <a:gridCol w="472033">
                  <a:extLst>
                    <a:ext uri="{9D8B030D-6E8A-4147-A177-3AD203B41FA5}">
                      <a16:colId xmlns:a16="http://schemas.microsoft.com/office/drawing/2014/main" val="1099364392"/>
                    </a:ext>
                  </a:extLst>
                </a:gridCol>
                <a:gridCol w="472033">
                  <a:extLst>
                    <a:ext uri="{9D8B030D-6E8A-4147-A177-3AD203B41FA5}">
                      <a16:colId xmlns:a16="http://schemas.microsoft.com/office/drawing/2014/main" val="598594491"/>
                    </a:ext>
                  </a:extLst>
                </a:gridCol>
                <a:gridCol w="472033">
                  <a:extLst>
                    <a:ext uri="{9D8B030D-6E8A-4147-A177-3AD203B41FA5}">
                      <a16:colId xmlns:a16="http://schemas.microsoft.com/office/drawing/2014/main" val="3299168853"/>
                    </a:ext>
                  </a:extLst>
                </a:gridCol>
                <a:gridCol w="472033">
                  <a:extLst>
                    <a:ext uri="{9D8B030D-6E8A-4147-A177-3AD203B41FA5}">
                      <a16:colId xmlns:a16="http://schemas.microsoft.com/office/drawing/2014/main" val="3639377261"/>
                    </a:ext>
                  </a:extLst>
                </a:gridCol>
                <a:gridCol w="472033">
                  <a:extLst>
                    <a:ext uri="{9D8B030D-6E8A-4147-A177-3AD203B41FA5}">
                      <a16:colId xmlns:a16="http://schemas.microsoft.com/office/drawing/2014/main" val="2095656865"/>
                    </a:ext>
                  </a:extLst>
                </a:gridCol>
                <a:gridCol w="474980">
                  <a:extLst>
                    <a:ext uri="{9D8B030D-6E8A-4147-A177-3AD203B41FA5}">
                      <a16:colId xmlns:a16="http://schemas.microsoft.com/office/drawing/2014/main" val="2172498307"/>
                    </a:ext>
                  </a:extLst>
                </a:gridCol>
                <a:gridCol w="472033">
                  <a:extLst>
                    <a:ext uri="{9D8B030D-6E8A-4147-A177-3AD203B41FA5}">
                      <a16:colId xmlns:a16="http://schemas.microsoft.com/office/drawing/2014/main" val="3928751653"/>
                    </a:ext>
                  </a:extLst>
                </a:gridCol>
                <a:gridCol w="472033">
                  <a:extLst>
                    <a:ext uri="{9D8B030D-6E8A-4147-A177-3AD203B41FA5}">
                      <a16:colId xmlns:a16="http://schemas.microsoft.com/office/drawing/2014/main" val="1178522413"/>
                    </a:ext>
                  </a:extLst>
                </a:gridCol>
                <a:gridCol w="472033">
                  <a:extLst>
                    <a:ext uri="{9D8B030D-6E8A-4147-A177-3AD203B41FA5}">
                      <a16:colId xmlns:a16="http://schemas.microsoft.com/office/drawing/2014/main" val="4096721898"/>
                    </a:ext>
                  </a:extLst>
                </a:gridCol>
                <a:gridCol w="472033">
                  <a:extLst>
                    <a:ext uri="{9D8B030D-6E8A-4147-A177-3AD203B41FA5}">
                      <a16:colId xmlns:a16="http://schemas.microsoft.com/office/drawing/2014/main" val="1208970794"/>
                    </a:ext>
                  </a:extLst>
                </a:gridCol>
                <a:gridCol w="472033">
                  <a:extLst>
                    <a:ext uri="{9D8B030D-6E8A-4147-A177-3AD203B41FA5}">
                      <a16:colId xmlns:a16="http://schemas.microsoft.com/office/drawing/2014/main" val="2430138671"/>
                    </a:ext>
                  </a:extLst>
                </a:gridCol>
                <a:gridCol w="472033">
                  <a:extLst>
                    <a:ext uri="{9D8B030D-6E8A-4147-A177-3AD203B41FA5}">
                      <a16:colId xmlns:a16="http://schemas.microsoft.com/office/drawing/2014/main" val="2553032553"/>
                    </a:ext>
                  </a:extLst>
                </a:gridCol>
                <a:gridCol w="472033">
                  <a:extLst>
                    <a:ext uri="{9D8B030D-6E8A-4147-A177-3AD203B41FA5}">
                      <a16:colId xmlns:a16="http://schemas.microsoft.com/office/drawing/2014/main" val="2472361676"/>
                    </a:ext>
                  </a:extLst>
                </a:gridCol>
              </a:tblGrid>
              <a:tr h="370840">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1800" b="0" dirty="0">
                          <a:latin typeface="Consolas" panose="020B0609020204030204" pitchFamily="49" charset="0"/>
                          <a:cs typeface="Consolas" panose="020B0609020204030204" pitchFamily="49" charset="0"/>
                        </a:rPr>
                        <a:t>0x10000200</a:t>
                      </a:r>
                    </a:p>
                  </a:txBody>
                  <a:tcPr/>
                </a:tc>
                <a:tc>
                  <a:txBody>
                    <a:bodyPr/>
                    <a:lstStyle/>
                    <a:p>
                      <a:pPr algn="ctr"/>
                      <a:r>
                        <a:rPr lang="en-US" dirty="0"/>
                        <a:t>60</a:t>
                      </a:r>
                    </a:p>
                  </a:txBody>
                  <a:tcPr/>
                </a:tc>
                <a:tc>
                  <a:txBody>
                    <a:bodyPr/>
                    <a:lstStyle/>
                    <a:p>
                      <a:pPr marL="0" algn="ctr" rtl="0" eaLnBrk="1" latinLnBrk="0" hangingPunct="1"/>
                      <a:r>
                        <a:rPr kumimoji="0" lang="en-US" kern="1200" dirty="0">
                          <a:solidFill>
                            <a:schemeClr val="tx1"/>
                          </a:solidFill>
                          <a:latin typeface="+mn-lt"/>
                          <a:ea typeface="+mn-ea"/>
                          <a:cs typeface="+mn-cs"/>
                        </a:rPr>
                        <a:t>1B</a:t>
                      </a:r>
                    </a:p>
                  </a:txBody>
                  <a:tcPr/>
                </a:tc>
                <a:tc>
                  <a:txBody>
                    <a:bodyPr/>
                    <a:lstStyle/>
                    <a:p>
                      <a:pPr marL="0" algn="ctr" rtl="0" eaLnBrk="1" latinLnBrk="0" hangingPunct="1"/>
                      <a:r>
                        <a:rPr kumimoji="0" lang="en-US" kern="1200" dirty="0">
                          <a:solidFill>
                            <a:schemeClr val="tx1"/>
                          </a:solidFill>
                          <a:latin typeface="+mn-lt"/>
                          <a:ea typeface="+mn-ea"/>
                          <a:cs typeface="+mn-cs"/>
                        </a:rPr>
                        <a:t>11</a:t>
                      </a:r>
                    </a:p>
                  </a:txBody>
                  <a:tcPr/>
                </a:tc>
                <a:tc>
                  <a:txBody>
                    <a:bodyPr/>
                    <a:lstStyle/>
                    <a:p>
                      <a:pPr marL="0" algn="ctr" rtl="0" eaLnBrk="1" latinLnBrk="0" hangingPunct="1"/>
                      <a:r>
                        <a:rPr kumimoji="0" lang="en-US" kern="1200" dirty="0">
                          <a:solidFill>
                            <a:schemeClr val="tx1"/>
                          </a:solidFill>
                          <a:latin typeface="+mn-lt"/>
                          <a:ea typeface="+mn-ea"/>
                          <a:cs typeface="+mn-cs"/>
                        </a:rPr>
                        <a:t>12</a:t>
                      </a:r>
                    </a:p>
                  </a:txBody>
                  <a:tcPr/>
                </a:tc>
                <a:tc>
                  <a:txBody>
                    <a:bodyPr/>
                    <a:lstStyle/>
                    <a:p>
                      <a:pPr marL="0" algn="ctr" rtl="0" eaLnBrk="1" latinLnBrk="0" hangingPunct="1"/>
                      <a:r>
                        <a:rPr kumimoji="0" lang="en-US" kern="1200" dirty="0">
                          <a:solidFill>
                            <a:schemeClr val="tx1"/>
                          </a:solidFill>
                          <a:latin typeface="+mn-lt"/>
                          <a:ea typeface="+mn-ea"/>
                          <a:cs typeface="+mn-cs"/>
                        </a:rPr>
                        <a:t>EE</a:t>
                      </a:r>
                    </a:p>
                  </a:txBody>
                  <a:tcPr/>
                </a:tc>
                <a:tc>
                  <a:txBody>
                    <a:bodyPr/>
                    <a:lstStyle/>
                    <a:p>
                      <a:pPr marL="0" algn="ctr" rtl="0" eaLnBrk="1" latinLnBrk="0" hangingPunct="1"/>
                      <a:r>
                        <a:rPr kumimoji="0" lang="en-US" kern="1200" dirty="0">
                          <a:solidFill>
                            <a:schemeClr val="tx1"/>
                          </a:solidFill>
                          <a:latin typeface="+mn-lt"/>
                          <a:ea typeface="+mn-ea"/>
                          <a:cs typeface="+mn-cs"/>
                        </a:rPr>
                        <a:t>FF</a:t>
                      </a:r>
                    </a:p>
                  </a:txBody>
                  <a:tcPr/>
                </a:tc>
                <a:tc>
                  <a:txBody>
                    <a:bodyPr/>
                    <a:lstStyle/>
                    <a:p>
                      <a:pPr marL="0" algn="ctr" rtl="0" eaLnBrk="1" latinLnBrk="0" hangingPunct="1"/>
                      <a:r>
                        <a:rPr kumimoji="0" lang="en-US" kern="1200" dirty="0">
                          <a:solidFill>
                            <a:schemeClr val="tx1"/>
                          </a:solidFill>
                          <a:latin typeface="+mn-lt"/>
                          <a:ea typeface="+mn-ea"/>
                          <a:cs typeface="+mn-cs"/>
                        </a:rPr>
                        <a:t>11</a:t>
                      </a:r>
                    </a:p>
                  </a:txBody>
                  <a:tcPr/>
                </a:tc>
                <a:tc>
                  <a:txBody>
                    <a:bodyPr/>
                    <a:lstStyle/>
                    <a:p>
                      <a:pPr marL="0" algn="ctr" rtl="0" eaLnBrk="1" latinLnBrk="0" hangingPunct="1"/>
                      <a:r>
                        <a:rPr kumimoji="0" lang="en-US" kern="1200" dirty="0">
                          <a:solidFill>
                            <a:schemeClr val="tx1"/>
                          </a:solidFill>
                          <a:latin typeface="+mn-lt"/>
                          <a:ea typeface="+mn-ea"/>
                          <a:cs typeface="+mn-cs"/>
                        </a:rPr>
                        <a:t>22</a:t>
                      </a:r>
                    </a:p>
                  </a:txBody>
                  <a:tcPr/>
                </a:tc>
                <a:tc>
                  <a:txBody>
                    <a:bodyPr/>
                    <a:lstStyle/>
                    <a:p>
                      <a:pPr marL="0" algn="ctr" rtl="0" eaLnBrk="1" latinLnBrk="0" hangingPunct="1"/>
                      <a:r>
                        <a:rPr kumimoji="0" lang="en-US" kern="1200" dirty="0">
                          <a:solidFill>
                            <a:schemeClr val="tx1"/>
                          </a:solidFill>
                          <a:latin typeface="+mn-lt"/>
                          <a:ea typeface="+mn-ea"/>
                          <a:cs typeface="+mn-cs"/>
                        </a:rPr>
                        <a:t>33</a:t>
                      </a:r>
                    </a:p>
                  </a:txBody>
                  <a:tcPr/>
                </a:tc>
                <a:tc>
                  <a:txBody>
                    <a:bodyPr/>
                    <a:lstStyle/>
                    <a:p>
                      <a:pPr marL="0" algn="ctr" rtl="0" eaLnBrk="1" latinLnBrk="0" hangingPunct="1"/>
                      <a:r>
                        <a:rPr kumimoji="0" lang="en-US" kern="1200" dirty="0">
                          <a:solidFill>
                            <a:schemeClr val="tx1"/>
                          </a:solidFill>
                          <a:latin typeface="+mn-lt"/>
                          <a:ea typeface="+mn-ea"/>
                          <a:cs typeface="+mn-cs"/>
                        </a:rPr>
                        <a:t>44</a:t>
                      </a:r>
                    </a:p>
                  </a:txBody>
                  <a:tcPr/>
                </a:tc>
                <a:tc>
                  <a:txBody>
                    <a:bodyPr/>
                    <a:lstStyle/>
                    <a:p>
                      <a:pPr marL="0" algn="ctr" rtl="0" eaLnBrk="1" latinLnBrk="0" hangingPunct="1"/>
                      <a:r>
                        <a:rPr kumimoji="0" lang="en-US" kern="1200" dirty="0">
                          <a:solidFill>
                            <a:schemeClr val="tx1"/>
                          </a:solidFill>
                          <a:latin typeface="+mn-lt"/>
                          <a:ea typeface="+mn-ea"/>
                          <a:cs typeface="+mn-cs"/>
                        </a:rPr>
                        <a:t>55</a:t>
                      </a:r>
                    </a:p>
                  </a:txBody>
                  <a:tcPr/>
                </a:tc>
                <a:tc>
                  <a:txBody>
                    <a:bodyPr/>
                    <a:lstStyle/>
                    <a:p>
                      <a:pPr marL="0" algn="ctr" rtl="0" eaLnBrk="1" latinLnBrk="0" hangingPunct="1"/>
                      <a:r>
                        <a:rPr kumimoji="0" lang="en-US" kern="1200" dirty="0">
                          <a:solidFill>
                            <a:schemeClr val="tx1"/>
                          </a:solidFill>
                          <a:latin typeface="+mn-lt"/>
                          <a:ea typeface="+mn-ea"/>
                          <a:cs typeface="+mn-cs"/>
                        </a:rPr>
                        <a:t>66</a:t>
                      </a:r>
                    </a:p>
                  </a:txBody>
                  <a:tcPr/>
                </a:tc>
                <a:tc>
                  <a:txBody>
                    <a:bodyPr/>
                    <a:lstStyle/>
                    <a:p>
                      <a:pPr marL="0" algn="ctr" rtl="0" eaLnBrk="1" latinLnBrk="0" hangingPunct="1"/>
                      <a:r>
                        <a:rPr kumimoji="0" lang="en-US" kern="1200" dirty="0">
                          <a:solidFill>
                            <a:schemeClr val="tx1"/>
                          </a:solidFill>
                          <a:latin typeface="+mn-lt"/>
                          <a:ea typeface="+mn-ea"/>
                          <a:cs typeface="+mn-cs"/>
                        </a:rPr>
                        <a:t>77</a:t>
                      </a:r>
                    </a:p>
                  </a:txBody>
                  <a:tcPr/>
                </a:tc>
                <a:tc>
                  <a:txBody>
                    <a:bodyPr/>
                    <a:lstStyle/>
                    <a:p>
                      <a:pPr marL="0" algn="ctr" rtl="0" eaLnBrk="1" latinLnBrk="0" hangingPunct="1"/>
                      <a:r>
                        <a:rPr kumimoji="0" lang="en-US" kern="1200" dirty="0">
                          <a:solidFill>
                            <a:schemeClr val="tx1"/>
                          </a:solidFill>
                          <a:latin typeface="+mn-lt"/>
                          <a:ea typeface="+mn-ea"/>
                          <a:cs typeface="+mn-cs"/>
                        </a:rPr>
                        <a:t>88</a:t>
                      </a:r>
                    </a:p>
                  </a:txBody>
                  <a:tcPr/>
                </a:tc>
                <a:tc>
                  <a:txBody>
                    <a:bodyPr/>
                    <a:lstStyle/>
                    <a:p>
                      <a:pPr marL="0" algn="ctr" rtl="0" eaLnBrk="1" latinLnBrk="0" hangingPunct="1"/>
                      <a:r>
                        <a:rPr kumimoji="0" lang="en-US" kern="1200" dirty="0">
                          <a:solidFill>
                            <a:schemeClr val="tx1"/>
                          </a:solidFill>
                          <a:latin typeface="+mn-lt"/>
                          <a:ea typeface="+mn-ea"/>
                          <a:cs typeface="+mn-cs"/>
                        </a:rPr>
                        <a:t>99</a:t>
                      </a:r>
                    </a:p>
                  </a:txBody>
                  <a:tcPr/>
                </a:tc>
                <a:tc>
                  <a:txBody>
                    <a:bodyPr/>
                    <a:lstStyle/>
                    <a:p>
                      <a:pPr marL="0" algn="ctr" rtl="0" eaLnBrk="1" latinLnBrk="0" hangingPunct="1"/>
                      <a:r>
                        <a:rPr kumimoji="0" lang="en-US" kern="1200" dirty="0">
                          <a:solidFill>
                            <a:schemeClr val="tx1"/>
                          </a:solidFill>
                          <a:latin typeface="+mn-lt"/>
                          <a:ea typeface="+mn-ea"/>
                          <a:cs typeface="+mn-cs"/>
                        </a:rPr>
                        <a:t>92</a:t>
                      </a:r>
                    </a:p>
                  </a:txBody>
                  <a:tcPr/>
                </a:tc>
                <a:extLst>
                  <a:ext uri="{0D108BD9-81ED-4DB2-BD59-A6C34878D82A}">
                    <a16:rowId xmlns:a16="http://schemas.microsoft.com/office/drawing/2014/main" val="972262183"/>
                  </a:ext>
                </a:extLst>
              </a:tr>
              <a:tr h="370840">
                <a:tc>
                  <a:txBody>
                    <a:bodyPr/>
                    <a:lstStyle/>
                    <a:p>
                      <a:pPr algn="ctr"/>
                      <a:r>
                        <a:rPr lang="en-US" sz="1800" b="0" dirty="0">
                          <a:latin typeface="Consolas" panose="020B0609020204030204" pitchFamily="49" charset="0"/>
                          <a:cs typeface="Consolas" panose="020B0609020204030204" pitchFamily="49" charset="0"/>
                        </a:rPr>
                        <a:t>0x100001F0</a:t>
                      </a:r>
                      <a:endParaRPr lang="en-US" dirty="0"/>
                    </a:p>
                  </a:txBody>
                  <a:tcPr/>
                </a:tc>
                <a:tc>
                  <a:txBody>
                    <a:bodyPr/>
                    <a:lstStyle/>
                    <a:p>
                      <a:pPr algn="ctr"/>
                      <a:r>
                        <a:rPr lang="en-US" dirty="0"/>
                        <a:t>10</a:t>
                      </a:r>
                    </a:p>
                  </a:txBody>
                  <a:tcPr/>
                </a:tc>
                <a:tc>
                  <a:txBody>
                    <a:bodyPr/>
                    <a:lstStyle/>
                    <a:p>
                      <a:pPr marL="0" algn="ctr" rtl="0" eaLnBrk="1" latinLnBrk="0" hangingPunct="1"/>
                      <a:r>
                        <a:rPr kumimoji="0" lang="en-US" kern="1200" dirty="0">
                          <a:solidFill>
                            <a:schemeClr val="tx1"/>
                          </a:solidFill>
                          <a:latin typeface="+mn-lt"/>
                          <a:ea typeface="+mn-ea"/>
                          <a:cs typeface="+mn-cs"/>
                        </a:rPr>
                        <a:t>11</a:t>
                      </a:r>
                    </a:p>
                  </a:txBody>
                  <a:tcPr/>
                </a:tc>
                <a:tc>
                  <a:txBody>
                    <a:bodyPr/>
                    <a:lstStyle/>
                    <a:p>
                      <a:pPr marL="0" algn="ctr" rtl="0" eaLnBrk="1" latinLnBrk="0" hangingPunct="1"/>
                      <a:r>
                        <a:rPr kumimoji="0" lang="en-US" kern="1200" dirty="0">
                          <a:solidFill>
                            <a:schemeClr val="tx1"/>
                          </a:solidFill>
                          <a:latin typeface="+mn-lt"/>
                          <a:ea typeface="+mn-ea"/>
                          <a:cs typeface="+mn-cs"/>
                        </a:rPr>
                        <a:t>12</a:t>
                      </a:r>
                    </a:p>
                  </a:txBody>
                  <a:tcPr/>
                </a:tc>
                <a:tc>
                  <a:txBody>
                    <a:bodyPr/>
                    <a:lstStyle/>
                    <a:p>
                      <a:pPr marL="0" algn="ctr" rtl="0" eaLnBrk="1" latinLnBrk="0" hangingPunct="1"/>
                      <a:r>
                        <a:rPr kumimoji="0" lang="en-US" kern="1200" dirty="0">
                          <a:solidFill>
                            <a:schemeClr val="tx1"/>
                          </a:solidFill>
                          <a:latin typeface="+mn-lt"/>
                          <a:ea typeface="+mn-ea"/>
                          <a:cs typeface="+mn-cs"/>
                        </a:rPr>
                        <a:t>13</a:t>
                      </a:r>
                    </a:p>
                  </a:txBody>
                  <a:tcPr/>
                </a:tc>
                <a:tc>
                  <a:txBody>
                    <a:bodyPr/>
                    <a:lstStyle/>
                    <a:p>
                      <a:pPr marL="0" algn="ctr" rtl="0" eaLnBrk="1" latinLnBrk="0" hangingPunct="1"/>
                      <a:r>
                        <a:rPr kumimoji="0" lang="en-US" kern="1200" dirty="0">
                          <a:solidFill>
                            <a:schemeClr val="tx1"/>
                          </a:solidFill>
                          <a:latin typeface="+mn-lt"/>
                          <a:ea typeface="+mn-ea"/>
                          <a:cs typeface="+mn-cs"/>
                        </a:rPr>
                        <a:t>14</a:t>
                      </a:r>
                    </a:p>
                  </a:txBody>
                  <a:tcPr/>
                </a:tc>
                <a:tc>
                  <a:txBody>
                    <a:bodyPr/>
                    <a:lstStyle/>
                    <a:p>
                      <a:pPr marL="0" algn="ctr" rtl="0" eaLnBrk="1" latinLnBrk="0" hangingPunct="1"/>
                      <a:r>
                        <a:rPr kumimoji="0" lang="en-US" kern="1200" dirty="0">
                          <a:solidFill>
                            <a:schemeClr val="tx1"/>
                          </a:solidFill>
                          <a:latin typeface="+mn-lt"/>
                          <a:ea typeface="+mn-ea"/>
                          <a:cs typeface="+mn-cs"/>
                        </a:rPr>
                        <a:t>15</a:t>
                      </a:r>
                    </a:p>
                  </a:txBody>
                  <a:tcPr/>
                </a:tc>
                <a:tc>
                  <a:txBody>
                    <a:bodyPr/>
                    <a:lstStyle/>
                    <a:p>
                      <a:pPr marL="0" algn="ctr" rtl="0" eaLnBrk="1" latinLnBrk="0" hangingPunct="1"/>
                      <a:r>
                        <a:rPr kumimoji="0" lang="en-US" kern="1200" dirty="0">
                          <a:solidFill>
                            <a:schemeClr val="tx1"/>
                          </a:solidFill>
                          <a:latin typeface="+mn-lt"/>
                          <a:ea typeface="+mn-ea"/>
                          <a:cs typeface="+mn-cs"/>
                        </a:rPr>
                        <a:t>16</a:t>
                      </a:r>
                    </a:p>
                  </a:txBody>
                  <a:tcPr/>
                </a:tc>
                <a:tc>
                  <a:txBody>
                    <a:bodyPr/>
                    <a:lstStyle/>
                    <a:p>
                      <a:pPr marL="0" algn="ctr" rtl="0" eaLnBrk="1" latinLnBrk="0" hangingPunct="1"/>
                      <a:r>
                        <a:rPr kumimoji="0" lang="en-US" kern="1200" dirty="0">
                          <a:solidFill>
                            <a:schemeClr val="tx1"/>
                          </a:solidFill>
                          <a:latin typeface="+mn-lt"/>
                          <a:ea typeface="+mn-ea"/>
                          <a:cs typeface="+mn-cs"/>
                        </a:rPr>
                        <a:t>17</a:t>
                      </a:r>
                    </a:p>
                  </a:txBody>
                  <a:tcPr/>
                </a:tc>
                <a:tc>
                  <a:txBody>
                    <a:bodyPr/>
                    <a:lstStyle/>
                    <a:p>
                      <a:pPr marL="0" algn="ctr" rtl="0" eaLnBrk="1" latinLnBrk="0" hangingPunct="1"/>
                      <a:r>
                        <a:rPr kumimoji="0" lang="en-US" kern="1200" dirty="0">
                          <a:solidFill>
                            <a:schemeClr val="tx1"/>
                          </a:solidFill>
                          <a:latin typeface="+mn-lt"/>
                          <a:ea typeface="+mn-ea"/>
                          <a:cs typeface="+mn-cs"/>
                        </a:rPr>
                        <a:t>18</a:t>
                      </a:r>
                    </a:p>
                  </a:txBody>
                  <a:tcPr/>
                </a:tc>
                <a:tc>
                  <a:txBody>
                    <a:bodyPr/>
                    <a:lstStyle/>
                    <a:p>
                      <a:pPr marL="0" algn="ctr" rtl="0" eaLnBrk="1" latinLnBrk="0" hangingPunct="1"/>
                      <a:r>
                        <a:rPr kumimoji="0" lang="en-US" kern="1200" dirty="0">
                          <a:solidFill>
                            <a:schemeClr val="tx1"/>
                          </a:solidFill>
                          <a:latin typeface="+mn-lt"/>
                          <a:ea typeface="+mn-ea"/>
                          <a:cs typeface="+mn-cs"/>
                        </a:rPr>
                        <a:t>19</a:t>
                      </a:r>
                    </a:p>
                  </a:txBody>
                  <a:tcPr/>
                </a:tc>
                <a:tc>
                  <a:txBody>
                    <a:bodyPr/>
                    <a:lstStyle/>
                    <a:p>
                      <a:pPr marL="0" algn="ctr" rtl="0" eaLnBrk="1" latinLnBrk="0" hangingPunct="1"/>
                      <a:r>
                        <a:rPr kumimoji="0" lang="en-US" kern="1200" dirty="0">
                          <a:solidFill>
                            <a:schemeClr val="tx1"/>
                          </a:solidFill>
                          <a:latin typeface="+mn-lt"/>
                          <a:ea typeface="+mn-ea"/>
                          <a:cs typeface="+mn-cs"/>
                        </a:rPr>
                        <a:t>1</a:t>
                      </a:r>
                      <a:r>
                        <a:rPr kumimoji="0" lang="en-US" altLang="zh-CN" kern="1200" dirty="0">
                          <a:solidFill>
                            <a:schemeClr val="tx1"/>
                          </a:solidFill>
                          <a:latin typeface="+mn-lt"/>
                          <a:ea typeface="+mn-ea"/>
                          <a:cs typeface="+mn-cs"/>
                        </a:rPr>
                        <a:t>A</a:t>
                      </a:r>
                      <a:endParaRPr kumimoji="0" lang="en-US" kern="1200" dirty="0">
                        <a:solidFill>
                          <a:schemeClr val="tx1"/>
                        </a:solidFill>
                        <a:latin typeface="+mn-lt"/>
                        <a:ea typeface="+mn-ea"/>
                        <a:cs typeface="+mn-cs"/>
                      </a:endParaRPr>
                    </a:p>
                  </a:txBody>
                  <a:tcPr/>
                </a:tc>
                <a:tc>
                  <a:txBody>
                    <a:bodyPr/>
                    <a:lstStyle/>
                    <a:p>
                      <a:pPr marL="0" algn="ctr" rtl="0" eaLnBrk="1" latinLnBrk="0" hangingPunct="1"/>
                      <a:r>
                        <a:rPr kumimoji="0" lang="en-US" kern="1200" dirty="0">
                          <a:solidFill>
                            <a:schemeClr val="tx1"/>
                          </a:solidFill>
                          <a:latin typeface="+mn-lt"/>
                          <a:ea typeface="+mn-ea"/>
                          <a:cs typeface="+mn-cs"/>
                        </a:rPr>
                        <a:t>1B</a:t>
                      </a:r>
                    </a:p>
                  </a:txBody>
                  <a:tcPr/>
                </a:tc>
                <a:tc>
                  <a:txBody>
                    <a:bodyPr/>
                    <a:lstStyle/>
                    <a:p>
                      <a:pPr marL="0" algn="ctr" rtl="0" eaLnBrk="1" latinLnBrk="0" hangingPunct="1"/>
                      <a:r>
                        <a:rPr kumimoji="0" lang="en-US" kern="1200" dirty="0">
                          <a:solidFill>
                            <a:schemeClr val="tx1"/>
                          </a:solidFill>
                          <a:latin typeface="+mn-lt"/>
                          <a:ea typeface="+mn-ea"/>
                          <a:cs typeface="+mn-cs"/>
                        </a:rPr>
                        <a:t>1C</a:t>
                      </a:r>
                    </a:p>
                  </a:txBody>
                  <a:tcPr/>
                </a:tc>
                <a:tc>
                  <a:txBody>
                    <a:bodyPr/>
                    <a:lstStyle/>
                    <a:p>
                      <a:pPr marL="0" algn="ctr" rtl="0" eaLnBrk="1" latinLnBrk="0" hangingPunct="1"/>
                      <a:r>
                        <a:rPr kumimoji="0" lang="en-US" kern="1200" dirty="0">
                          <a:solidFill>
                            <a:schemeClr val="tx1"/>
                          </a:solidFill>
                          <a:latin typeface="+mn-lt"/>
                          <a:ea typeface="+mn-ea"/>
                          <a:cs typeface="+mn-cs"/>
                        </a:rPr>
                        <a:t>1D</a:t>
                      </a:r>
                    </a:p>
                  </a:txBody>
                  <a:tcPr/>
                </a:tc>
                <a:tc>
                  <a:txBody>
                    <a:bodyPr/>
                    <a:lstStyle/>
                    <a:p>
                      <a:pPr marL="0" algn="ctr" rtl="0" eaLnBrk="1" latinLnBrk="0" hangingPunct="1"/>
                      <a:r>
                        <a:rPr kumimoji="0" lang="en-US" kern="1200" dirty="0">
                          <a:solidFill>
                            <a:schemeClr val="tx1"/>
                          </a:solidFill>
                          <a:latin typeface="+mn-lt"/>
                          <a:ea typeface="+mn-ea"/>
                          <a:cs typeface="+mn-cs"/>
                        </a:rPr>
                        <a:t>1E</a:t>
                      </a:r>
                    </a:p>
                  </a:txBody>
                  <a:tcPr/>
                </a:tc>
                <a:tc>
                  <a:txBody>
                    <a:bodyPr/>
                    <a:lstStyle/>
                    <a:p>
                      <a:pPr marL="0" algn="ctr" rtl="0" eaLnBrk="1" latinLnBrk="0" hangingPunct="1"/>
                      <a:r>
                        <a:rPr kumimoji="0" lang="en-US" kern="1200" dirty="0">
                          <a:solidFill>
                            <a:schemeClr val="tx1"/>
                          </a:solidFill>
                          <a:latin typeface="+mn-lt"/>
                          <a:ea typeface="+mn-ea"/>
                          <a:cs typeface="+mn-cs"/>
                        </a:rPr>
                        <a:t>1F</a:t>
                      </a:r>
                    </a:p>
                  </a:txBody>
                  <a:tcPr/>
                </a:tc>
                <a:extLst>
                  <a:ext uri="{0D108BD9-81ED-4DB2-BD59-A6C34878D82A}">
                    <a16:rowId xmlns:a16="http://schemas.microsoft.com/office/drawing/2014/main" val="1568566092"/>
                  </a:ext>
                </a:extLst>
              </a:tr>
              <a:tr h="370840">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1800" b="0" dirty="0">
                          <a:latin typeface="Consolas" panose="020B0609020204030204" pitchFamily="49" charset="0"/>
                          <a:cs typeface="Consolas" panose="020B0609020204030204" pitchFamily="49" charset="0"/>
                        </a:rPr>
                        <a:t>0x100001E0</a:t>
                      </a:r>
                    </a:p>
                  </a:txBody>
                  <a:tcPr/>
                </a:tc>
                <a:tc>
                  <a:txBody>
                    <a:bodyPr/>
                    <a:lstStyle/>
                    <a:p>
                      <a:pPr algn="ctr"/>
                      <a:r>
                        <a:rPr lang="en-US" dirty="0"/>
                        <a:t>00</a:t>
                      </a:r>
                    </a:p>
                  </a:txBody>
                  <a:tcPr/>
                </a:tc>
                <a:tc>
                  <a:txBody>
                    <a:bodyPr/>
                    <a:lstStyle/>
                    <a:p>
                      <a:pPr marL="0" algn="ctr" rtl="0" eaLnBrk="1" latinLnBrk="0" hangingPunct="1"/>
                      <a:r>
                        <a:rPr kumimoji="0" lang="en-US" kern="1200" dirty="0">
                          <a:solidFill>
                            <a:schemeClr val="tx1"/>
                          </a:solidFill>
                          <a:latin typeface="+mn-lt"/>
                          <a:ea typeface="+mn-ea"/>
                          <a:cs typeface="+mn-cs"/>
                        </a:rPr>
                        <a:t>01</a:t>
                      </a:r>
                    </a:p>
                  </a:txBody>
                  <a:tcPr/>
                </a:tc>
                <a:tc>
                  <a:txBody>
                    <a:bodyPr/>
                    <a:lstStyle/>
                    <a:p>
                      <a:pPr marL="0" algn="ctr" rtl="0" eaLnBrk="1" latinLnBrk="0" hangingPunct="1"/>
                      <a:r>
                        <a:rPr kumimoji="0" lang="en-US" kern="1200" dirty="0">
                          <a:solidFill>
                            <a:schemeClr val="tx1"/>
                          </a:solidFill>
                          <a:latin typeface="+mn-lt"/>
                          <a:ea typeface="+mn-ea"/>
                          <a:cs typeface="+mn-cs"/>
                        </a:rPr>
                        <a:t>02</a:t>
                      </a:r>
                    </a:p>
                  </a:txBody>
                  <a:tcPr/>
                </a:tc>
                <a:tc>
                  <a:txBody>
                    <a:bodyPr/>
                    <a:lstStyle/>
                    <a:p>
                      <a:pPr marL="0" algn="ctr" rtl="0" eaLnBrk="1" latinLnBrk="0" hangingPunct="1"/>
                      <a:r>
                        <a:rPr kumimoji="0" lang="en-US" kern="1200" dirty="0">
                          <a:solidFill>
                            <a:schemeClr val="tx1"/>
                          </a:solidFill>
                          <a:latin typeface="+mn-lt"/>
                          <a:ea typeface="+mn-ea"/>
                          <a:cs typeface="+mn-cs"/>
                        </a:rPr>
                        <a:t>03</a:t>
                      </a:r>
                    </a:p>
                  </a:txBody>
                  <a:tcPr/>
                </a:tc>
                <a:tc>
                  <a:txBody>
                    <a:bodyPr/>
                    <a:lstStyle/>
                    <a:p>
                      <a:pPr marL="0" algn="ctr" rtl="0" eaLnBrk="1" latinLnBrk="0" hangingPunct="1"/>
                      <a:r>
                        <a:rPr kumimoji="0" lang="en-US" kern="1200" dirty="0">
                          <a:solidFill>
                            <a:schemeClr val="tx1"/>
                          </a:solidFill>
                          <a:latin typeface="+mn-lt"/>
                          <a:ea typeface="+mn-ea"/>
                          <a:cs typeface="+mn-cs"/>
                        </a:rPr>
                        <a:t>04</a:t>
                      </a:r>
                    </a:p>
                  </a:txBody>
                  <a:tcPr/>
                </a:tc>
                <a:tc>
                  <a:txBody>
                    <a:bodyPr/>
                    <a:lstStyle/>
                    <a:p>
                      <a:pPr marL="0" algn="ctr" rtl="0" eaLnBrk="1" latinLnBrk="0" hangingPunct="1"/>
                      <a:r>
                        <a:rPr kumimoji="0" lang="en-US" kern="1200" dirty="0">
                          <a:solidFill>
                            <a:schemeClr val="tx1"/>
                          </a:solidFill>
                          <a:latin typeface="+mn-lt"/>
                          <a:ea typeface="+mn-ea"/>
                          <a:cs typeface="+mn-cs"/>
                        </a:rPr>
                        <a:t>05</a:t>
                      </a:r>
                    </a:p>
                  </a:txBody>
                  <a:tcPr/>
                </a:tc>
                <a:tc>
                  <a:txBody>
                    <a:bodyPr/>
                    <a:lstStyle/>
                    <a:p>
                      <a:pPr marL="0" algn="ctr" rtl="0" eaLnBrk="1" latinLnBrk="0" hangingPunct="1"/>
                      <a:r>
                        <a:rPr kumimoji="0" lang="en-US" kern="1200" dirty="0">
                          <a:solidFill>
                            <a:schemeClr val="tx1"/>
                          </a:solidFill>
                          <a:latin typeface="+mn-lt"/>
                          <a:ea typeface="+mn-ea"/>
                          <a:cs typeface="+mn-cs"/>
                        </a:rPr>
                        <a:t>06</a:t>
                      </a:r>
                    </a:p>
                  </a:txBody>
                  <a:tcPr/>
                </a:tc>
                <a:tc>
                  <a:txBody>
                    <a:bodyPr/>
                    <a:lstStyle/>
                    <a:p>
                      <a:pPr marL="0" algn="ctr" rtl="0" eaLnBrk="1" latinLnBrk="0" hangingPunct="1"/>
                      <a:r>
                        <a:rPr kumimoji="0" lang="en-US" kern="1200" dirty="0">
                          <a:solidFill>
                            <a:schemeClr val="tx1"/>
                          </a:solidFill>
                          <a:latin typeface="+mn-lt"/>
                          <a:ea typeface="+mn-ea"/>
                          <a:cs typeface="+mn-cs"/>
                        </a:rPr>
                        <a:t>07</a:t>
                      </a:r>
                    </a:p>
                  </a:txBody>
                  <a:tcPr/>
                </a:tc>
                <a:tc>
                  <a:txBody>
                    <a:bodyPr/>
                    <a:lstStyle/>
                    <a:p>
                      <a:pPr marL="0" algn="ctr" rtl="0" eaLnBrk="1" latinLnBrk="0" hangingPunct="1"/>
                      <a:r>
                        <a:rPr kumimoji="0" lang="en-US" kern="1200" dirty="0">
                          <a:solidFill>
                            <a:schemeClr val="tx1"/>
                          </a:solidFill>
                          <a:latin typeface="+mn-lt"/>
                          <a:ea typeface="+mn-ea"/>
                          <a:cs typeface="+mn-cs"/>
                        </a:rPr>
                        <a:t>08</a:t>
                      </a:r>
                    </a:p>
                  </a:txBody>
                  <a:tcPr/>
                </a:tc>
                <a:tc>
                  <a:txBody>
                    <a:bodyPr/>
                    <a:lstStyle/>
                    <a:p>
                      <a:pPr marL="0" algn="ctr" rtl="0" eaLnBrk="1" latinLnBrk="0" hangingPunct="1"/>
                      <a:r>
                        <a:rPr kumimoji="0" lang="en-US" kern="1200" dirty="0">
                          <a:solidFill>
                            <a:schemeClr val="tx1"/>
                          </a:solidFill>
                          <a:latin typeface="+mn-lt"/>
                          <a:ea typeface="+mn-ea"/>
                          <a:cs typeface="+mn-cs"/>
                        </a:rPr>
                        <a:t>09</a:t>
                      </a:r>
                    </a:p>
                  </a:txBody>
                  <a:tcPr/>
                </a:tc>
                <a:tc>
                  <a:txBody>
                    <a:bodyPr/>
                    <a:lstStyle/>
                    <a:p>
                      <a:pPr marL="0" algn="ctr" rtl="0" eaLnBrk="1" latinLnBrk="0" hangingPunct="1"/>
                      <a:r>
                        <a:rPr kumimoji="0" lang="en-US" kern="1200" dirty="0">
                          <a:solidFill>
                            <a:schemeClr val="tx1"/>
                          </a:solidFill>
                          <a:latin typeface="+mn-lt"/>
                          <a:ea typeface="+mn-ea"/>
                          <a:cs typeface="+mn-cs"/>
                        </a:rPr>
                        <a:t>0A</a:t>
                      </a:r>
                    </a:p>
                  </a:txBody>
                  <a:tcPr/>
                </a:tc>
                <a:tc>
                  <a:txBody>
                    <a:bodyPr/>
                    <a:lstStyle/>
                    <a:p>
                      <a:pPr marL="0" algn="ctr" rtl="0" eaLnBrk="1" latinLnBrk="0" hangingPunct="1"/>
                      <a:r>
                        <a:rPr kumimoji="0" lang="en-US" kern="1200" dirty="0">
                          <a:solidFill>
                            <a:schemeClr val="tx1"/>
                          </a:solidFill>
                          <a:latin typeface="+mn-lt"/>
                          <a:ea typeface="+mn-ea"/>
                          <a:cs typeface="+mn-cs"/>
                        </a:rPr>
                        <a:t>0B</a:t>
                      </a:r>
                    </a:p>
                  </a:txBody>
                  <a:tcPr/>
                </a:tc>
                <a:tc>
                  <a:txBody>
                    <a:bodyPr/>
                    <a:lstStyle/>
                    <a:p>
                      <a:pPr marL="0" algn="ctr" rtl="0" eaLnBrk="1" latinLnBrk="0" hangingPunct="1"/>
                      <a:r>
                        <a:rPr kumimoji="0" lang="en-US" kern="1200" dirty="0">
                          <a:solidFill>
                            <a:schemeClr val="tx1"/>
                          </a:solidFill>
                          <a:latin typeface="+mn-lt"/>
                          <a:ea typeface="+mn-ea"/>
                          <a:cs typeface="+mn-cs"/>
                        </a:rPr>
                        <a:t>0C</a:t>
                      </a:r>
                    </a:p>
                  </a:txBody>
                  <a:tcPr/>
                </a:tc>
                <a:tc>
                  <a:txBody>
                    <a:bodyPr/>
                    <a:lstStyle/>
                    <a:p>
                      <a:pPr marL="0" algn="ctr" rtl="0" eaLnBrk="1" latinLnBrk="0" hangingPunct="1"/>
                      <a:r>
                        <a:rPr kumimoji="0" lang="en-US" kern="1200" dirty="0">
                          <a:solidFill>
                            <a:schemeClr val="tx1"/>
                          </a:solidFill>
                          <a:latin typeface="+mn-lt"/>
                          <a:ea typeface="+mn-ea"/>
                          <a:cs typeface="+mn-cs"/>
                        </a:rPr>
                        <a:t>0D</a:t>
                      </a:r>
                    </a:p>
                  </a:txBody>
                  <a:tcPr/>
                </a:tc>
                <a:tc>
                  <a:txBody>
                    <a:bodyPr/>
                    <a:lstStyle/>
                    <a:p>
                      <a:pPr marL="0" algn="ctr" rtl="0" eaLnBrk="1" latinLnBrk="0" hangingPunct="1"/>
                      <a:r>
                        <a:rPr kumimoji="0" lang="en-US" kern="1200" dirty="0">
                          <a:solidFill>
                            <a:schemeClr val="tx1"/>
                          </a:solidFill>
                          <a:latin typeface="+mn-lt"/>
                          <a:ea typeface="+mn-ea"/>
                          <a:cs typeface="+mn-cs"/>
                        </a:rPr>
                        <a:t>0E</a:t>
                      </a:r>
                    </a:p>
                  </a:txBody>
                  <a:tcPr/>
                </a:tc>
                <a:tc>
                  <a:txBody>
                    <a:bodyPr/>
                    <a:lstStyle/>
                    <a:p>
                      <a:pPr marL="0" algn="ctr" rtl="0" eaLnBrk="1" latinLnBrk="0" hangingPunct="1"/>
                      <a:r>
                        <a:rPr kumimoji="0" lang="en-US" kern="1200" dirty="0">
                          <a:solidFill>
                            <a:schemeClr val="tx1"/>
                          </a:solidFill>
                          <a:latin typeface="+mn-lt"/>
                          <a:ea typeface="+mn-ea"/>
                          <a:cs typeface="+mn-cs"/>
                        </a:rPr>
                        <a:t>0F</a:t>
                      </a:r>
                    </a:p>
                  </a:txBody>
                  <a:tcPr/>
                </a:tc>
                <a:extLst>
                  <a:ext uri="{0D108BD9-81ED-4DB2-BD59-A6C34878D82A}">
                    <a16:rowId xmlns:a16="http://schemas.microsoft.com/office/drawing/2014/main" val="3396541759"/>
                  </a:ext>
                </a:extLst>
              </a:tr>
            </a:tbl>
          </a:graphicData>
        </a:graphic>
      </p:graphicFrame>
      <p:graphicFrame>
        <p:nvGraphicFramePr>
          <p:cNvPr id="8" name="Content Placeholder 4">
            <a:extLst>
              <a:ext uri="{FF2B5EF4-FFF2-40B4-BE49-F238E27FC236}">
                <a16:creationId xmlns:a16="http://schemas.microsoft.com/office/drawing/2014/main" id="{D888B29E-C3F6-5701-3FB8-7AD8E9E5634F}"/>
              </a:ext>
            </a:extLst>
          </p:cNvPr>
          <p:cNvGraphicFramePr>
            <a:graphicFrameLocks/>
          </p:cNvGraphicFramePr>
          <p:nvPr/>
        </p:nvGraphicFramePr>
        <p:xfrm>
          <a:off x="6707997" y="1945640"/>
          <a:ext cx="2219325" cy="2966720"/>
        </p:xfrm>
        <a:graphic>
          <a:graphicData uri="http://schemas.openxmlformats.org/drawingml/2006/table">
            <a:tbl>
              <a:tblPr firstRow="1" bandRow="1">
                <a:tableStyleId>{5940675A-B579-460E-94D1-54222C63F5DA}</a:tableStyleId>
              </a:tblPr>
              <a:tblGrid>
                <a:gridCol w="537012">
                  <a:extLst>
                    <a:ext uri="{9D8B030D-6E8A-4147-A177-3AD203B41FA5}">
                      <a16:colId xmlns:a16="http://schemas.microsoft.com/office/drawing/2014/main" val="3133599075"/>
                    </a:ext>
                  </a:extLst>
                </a:gridCol>
                <a:gridCol w="1682313">
                  <a:extLst>
                    <a:ext uri="{9D8B030D-6E8A-4147-A177-3AD203B41FA5}">
                      <a16:colId xmlns:a16="http://schemas.microsoft.com/office/drawing/2014/main" val="1327154262"/>
                    </a:ext>
                  </a:extLst>
                </a:gridCol>
              </a:tblGrid>
              <a:tr h="370840">
                <a:tc>
                  <a:txBody>
                    <a:bodyPr/>
                    <a:lstStyle/>
                    <a:p>
                      <a:pPr marL="0" algn="ctr" rtl="0" eaLnBrk="1" latinLnBrk="0" hangingPunct="1"/>
                      <a:r>
                        <a:rPr kumimoji="0" lang="en-US" b="0" kern="1200" dirty="0">
                          <a:solidFill>
                            <a:schemeClr val="tx1"/>
                          </a:solidFill>
                          <a:latin typeface="+mn-lt"/>
                          <a:ea typeface="+mn-ea"/>
                          <a:cs typeface="+mn-cs"/>
                        </a:rPr>
                        <a:t>R0</a:t>
                      </a:r>
                    </a:p>
                  </a:txBody>
                  <a:tcPr/>
                </a:tc>
                <a:tc>
                  <a:txBody>
                    <a:bodyPr/>
                    <a:lstStyle/>
                    <a:p>
                      <a:pPr marL="0" algn="ctr" rtl="0" eaLnBrk="1" latinLnBrk="0" hangingPunct="1"/>
                      <a:r>
                        <a:rPr kumimoji="0" lang="pt-BR" b="0" kern="1200" dirty="0">
                          <a:solidFill>
                            <a:schemeClr val="tx1"/>
                          </a:solidFill>
                          <a:latin typeface="+mn-lt"/>
                          <a:ea typeface="+mn-ea"/>
                          <a:cs typeface="+mn-cs"/>
                        </a:rPr>
                        <a:t>0x00000000</a:t>
                      </a:r>
                      <a:endParaRPr kumimoji="0" lang="en-US" b="0" kern="1200" dirty="0">
                        <a:solidFill>
                          <a:schemeClr val="tx1"/>
                        </a:solidFill>
                        <a:latin typeface="+mn-lt"/>
                        <a:ea typeface="+mn-ea"/>
                        <a:cs typeface="+mn-cs"/>
                      </a:endParaRPr>
                    </a:p>
                  </a:txBody>
                  <a:tcPr/>
                </a:tc>
                <a:extLst>
                  <a:ext uri="{0D108BD9-81ED-4DB2-BD59-A6C34878D82A}">
                    <a16:rowId xmlns:a16="http://schemas.microsoft.com/office/drawing/2014/main" val="1814596732"/>
                  </a:ext>
                </a:extLst>
              </a:tr>
              <a:tr h="370840">
                <a:tc>
                  <a:txBody>
                    <a:bodyPr/>
                    <a:lstStyle/>
                    <a:p>
                      <a:pPr marL="0" algn="ctr" rtl="0" eaLnBrk="1" latinLnBrk="0" hangingPunct="1"/>
                      <a:r>
                        <a:rPr kumimoji="0" lang="en-US" b="0" kern="1200" dirty="0">
                          <a:solidFill>
                            <a:schemeClr val="tx1"/>
                          </a:solidFill>
                          <a:latin typeface="+mn-lt"/>
                          <a:ea typeface="+mn-ea"/>
                          <a:cs typeface="+mn-cs"/>
                        </a:rPr>
                        <a:t>R1</a:t>
                      </a:r>
                    </a:p>
                  </a:txBody>
                  <a:tcPr/>
                </a:tc>
                <a:tc>
                  <a:txBody>
                    <a:bodyPr/>
                    <a:lstStyle/>
                    <a:p>
                      <a:pPr marL="0" algn="ctr" rtl="0" eaLnBrk="1" latinLnBrk="0" hangingPunct="1"/>
                      <a:r>
                        <a:rPr lang="pt-BR" sz="1800" b="0" i="0" kern="1200" dirty="0">
                          <a:solidFill>
                            <a:schemeClr val="tx1"/>
                          </a:solidFill>
                          <a:effectLst/>
                          <a:latin typeface="Times New Roman" pitchFamily="18" charset="0"/>
                          <a:ea typeface="+mn-ea"/>
                          <a:cs typeface="+mn-cs"/>
                        </a:rPr>
                        <a:t>0x10000200</a:t>
                      </a:r>
                      <a:endParaRPr kumimoji="0" lang="en-US" b="0" kern="1200" dirty="0">
                        <a:solidFill>
                          <a:schemeClr val="tx1"/>
                        </a:solidFill>
                        <a:latin typeface="+mn-lt"/>
                        <a:ea typeface="+mn-ea"/>
                        <a:cs typeface="+mn-cs"/>
                      </a:endParaRPr>
                    </a:p>
                  </a:txBody>
                  <a:tcPr/>
                </a:tc>
                <a:extLst>
                  <a:ext uri="{0D108BD9-81ED-4DB2-BD59-A6C34878D82A}">
                    <a16:rowId xmlns:a16="http://schemas.microsoft.com/office/drawing/2014/main" val="481549779"/>
                  </a:ext>
                </a:extLst>
              </a:tr>
              <a:tr h="370840">
                <a:tc>
                  <a:txBody>
                    <a:bodyPr/>
                    <a:lstStyle/>
                    <a:p>
                      <a:pPr marL="0" algn="ctr" rtl="0" eaLnBrk="1" latinLnBrk="0" hangingPunct="1"/>
                      <a:r>
                        <a:rPr kumimoji="0" lang="en-US" b="0" kern="1200" dirty="0">
                          <a:solidFill>
                            <a:schemeClr val="tx1"/>
                          </a:solidFill>
                          <a:latin typeface="+mn-lt"/>
                          <a:ea typeface="+mn-ea"/>
                          <a:cs typeface="+mn-cs"/>
                        </a:rPr>
                        <a:t>R2</a:t>
                      </a:r>
                    </a:p>
                  </a:txBody>
                  <a:tcPr/>
                </a:tc>
                <a:tc>
                  <a:txBody>
                    <a:bodyPr/>
                    <a:lstStyle/>
                    <a:p>
                      <a:pPr marL="0" algn="ctr" rtl="0" eaLnBrk="1" latinLnBrk="0" hangingPunct="1"/>
                      <a:r>
                        <a:rPr lang="pt-BR" sz="1800" b="0" i="0" kern="1200" dirty="0">
                          <a:solidFill>
                            <a:schemeClr val="tx1"/>
                          </a:solidFill>
                          <a:effectLst/>
                          <a:latin typeface="Times New Roman" pitchFamily="18" charset="0"/>
                          <a:ea typeface="+mn-ea"/>
                          <a:cs typeface="+mn-cs"/>
                        </a:rPr>
                        <a:t>0x0000FFFF</a:t>
                      </a:r>
                      <a:endParaRPr kumimoji="0" lang="en-US" b="0" kern="1200" dirty="0">
                        <a:solidFill>
                          <a:schemeClr val="tx1"/>
                        </a:solidFill>
                        <a:latin typeface="+mn-lt"/>
                        <a:ea typeface="+mn-ea"/>
                        <a:cs typeface="+mn-cs"/>
                      </a:endParaRPr>
                    </a:p>
                  </a:txBody>
                  <a:tcPr/>
                </a:tc>
                <a:extLst>
                  <a:ext uri="{0D108BD9-81ED-4DB2-BD59-A6C34878D82A}">
                    <a16:rowId xmlns:a16="http://schemas.microsoft.com/office/drawing/2014/main" val="1337800547"/>
                  </a:ext>
                </a:extLst>
              </a:tr>
              <a:tr h="370840">
                <a:tc>
                  <a:txBody>
                    <a:bodyPr/>
                    <a:lstStyle/>
                    <a:p>
                      <a:pPr marL="0" algn="ctr" rtl="0" eaLnBrk="1" latinLnBrk="0" hangingPunct="1"/>
                      <a:r>
                        <a:rPr kumimoji="0" lang="en-US" b="0" kern="1200" dirty="0">
                          <a:solidFill>
                            <a:schemeClr val="tx1"/>
                          </a:solidFill>
                          <a:latin typeface="+mn-lt"/>
                          <a:ea typeface="+mn-ea"/>
                          <a:cs typeface="+mn-cs"/>
                        </a:rPr>
                        <a:t>R3</a:t>
                      </a:r>
                    </a:p>
                  </a:txBody>
                  <a:tcPr/>
                </a:tc>
                <a:tc>
                  <a:txBody>
                    <a:bodyPr/>
                    <a:lstStyle/>
                    <a:p>
                      <a:pPr marL="0" algn="ctr" rtl="0" eaLnBrk="1" latinLnBrk="0" hangingPunct="1"/>
                      <a:r>
                        <a:rPr lang="pt-BR" sz="1800" b="0" i="0" kern="1200" dirty="0">
                          <a:solidFill>
                            <a:schemeClr val="tx1"/>
                          </a:solidFill>
                          <a:effectLst/>
                          <a:latin typeface="Times New Roman" pitchFamily="18" charset="0"/>
                          <a:ea typeface="+mn-ea"/>
                          <a:cs typeface="+mn-cs"/>
                        </a:rPr>
                        <a:t>0x18675309</a:t>
                      </a:r>
                      <a:endParaRPr kumimoji="0" lang="en-US" b="0" kern="1200" dirty="0">
                        <a:solidFill>
                          <a:schemeClr val="tx1"/>
                        </a:solidFill>
                        <a:latin typeface="+mn-lt"/>
                        <a:ea typeface="+mn-ea"/>
                        <a:cs typeface="+mn-cs"/>
                      </a:endParaRPr>
                    </a:p>
                  </a:txBody>
                  <a:tcPr/>
                </a:tc>
                <a:extLst>
                  <a:ext uri="{0D108BD9-81ED-4DB2-BD59-A6C34878D82A}">
                    <a16:rowId xmlns:a16="http://schemas.microsoft.com/office/drawing/2014/main" val="365453190"/>
                  </a:ext>
                </a:extLst>
              </a:tr>
              <a:tr h="370840">
                <a:tc>
                  <a:txBody>
                    <a:bodyPr/>
                    <a:lstStyle/>
                    <a:p>
                      <a:pPr marL="0" algn="ctr" rtl="0" eaLnBrk="1" latinLnBrk="0" hangingPunct="1"/>
                      <a:r>
                        <a:rPr kumimoji="0" lang="en-US" b="0" kern="1200" dirty="0">
                          <a:solidFill>
                            <a:schemeClr val="tx1"/>
                          </a:solidFill>
                          <a:latin typeface="+mn-lt"/>
                          <a:ea typeface="+mn-ea"/>
                          <a:cs typeface="+mn-cs"/>
                        </a:rPr>
                        <a:t>R4</a:t>
                      </a:r>
                    </a:p>
                  </a:txBody>
                  <a:tcPr/>
                </a:tc>
                <a:tc>
                  <a:txBody>
                    <a:bodyPr/>
                    <a:lstStyle/>
                    <a:p>
                      <a:pPr marL="0" algn="ctr" rtl="0" eaLnBrk="1" latinLnBrk="0" hangingPunct="1"/>
                      <a:r>
                        <a:rPr lang="pt-BR" sz="1800" b="0" i="0" kern="1200" dirty="0">
                          <a:solidFill>
                            <a:schemeClr val="tx1"/>
                          </a:solidFill>
                          <a:effectLst/>
                          <a:latin typeface="Times New Roman" pitchFamily="18" charset="0"/>
                          <a:ea typeface="+mn-ea"/>
                          <a:cs typeface="+mn-cs"/>
                        </a:rPr>
                        <a:t>0x00000000</a:t>
                      </a:r>
                      <a:endParaRPr kumimoji="0" lang="en-US" b="0" kern="1200" dirty="0">
                        <a:solidFill>
                          <a:schemeClr val="tx1"/>
                        </a:solidFill>
                        <a:latin typeface="+mn-lt"/>
                        <a:ea typeface="+mn-ea"/>
                        <a:cs typeface="+mn-cs"/>
                      </a:endParaRPr>
                    </a:p>
                  </a:txBody>
                  <a:tcPr/>
                </a:tc>
                <a:extLst>
                  <a:ext uri="{0D108BD9-81ED-4DB2-BD59-A6C34878D82A}">
                    <a16:rowId xmlns:a16="http://schemas.microsoft.com/office/drawing/2014/main" val="2217285831"/>
                  </a:ext>
                </a:extLst>
              </a:tr>
              <a:tr h="370840">
                <a:tc>
                  <a:txBody>
                    <a:bodyPr/>
                    <a:lstStyle/>
                    <a:p>
                      <a:pPr marL="0" algn="ctr" rtl="0" eaLnBrk="1" latinLnBrk="0" hangingPunct="1"/>
                      <a:r>
                        <a:rPr kumimoji="0" lang="en-US" b="0" kern="1200" dirty="0">
                          <a:solidFill>
                            <a:schemeClr val="tx1"/>
                          </a:solidFill>
                          <a:latin typeface="+mn-lt"/>
                          <a:ea typeface="+mn-ea"/>
                          <a:cs typeface="+mn-cs"/>
                        </a:rPr>
                        <a:t>R5</a:t>
                      </a:r>
                    </a:p>
                  </a:txBody>
                  <a:tcPr/>
                </a:tc>
                <a:tc>
                  <a:txBody>
                    <a:bodyPr/>
                    <a:lstStyle/>
                    <a:p>
                      <a:pPr marL="0" algn="ctr" rtl="0" eaLnBrk="1" latinLnBrk="0" hangingPunct="1"/>
                      <a:r>
                        <a:rPr lang="pt-BR" sz="1800" b="0" i="0" kern="1200" dirty="0">
                          <a:solidFill>
                            <a:schemeClr val="tx1"/>
                          </a:solidFill>
                          <a:effectLst/>
                          <a:latin typeface="Times New Roman" pitchFamily="18" charset="0"/>
                          <a:ea typeface="+mn-ea"/>
                          <a:cs typeface="+mn-cs"/>
                        </a:rPr>
                        <a:t>0x00000000</a:t>
                      </a:r>
                      <a:endParaRPr kumimoji="0" lang="en-US" b="0" kern="1200" dirty="0">
                        <a:solidFill>
                          <a:schemeClr val="tx1"/>
                        </a:solidFill>
                        <a:latin typeface="+mn-lt"/>
                        <a:ea typeface="+mn-ea"/>
                        <a:cs typeface="+mn-cs"/>
                      </a:endParaRPr>
                    </a:p>
                  </a:txBody>
                  <a:tcPr/>
                </a:tc>
                <a:extLst>
                  <a:ext uri="{0D108BD9-81ED-4DB2-BD59-A6C34878D82A}">
                    <a16:rowId xmlns:a16="http://schemas.microsoft.com/office/drawing/2014/main" val="4012525772"/>
                  </a:ext>
                </a:extLst>
              </a:tr>
              <a:tr h="370840">
                <a:tc>
                  <a:txBody>
                    <a:bodyPr/>
                    <a:lstStyle/>
                    <a:p>
                      <a:pPr marL="0" algn="ctr" rtl="0" eaLnBrk="1" latinLnBrk="0" hangingPunct="1"/>
                      <a:r>
                        <a:rPr kumimoji="0" lang="en-US" b="0" kern="1200" dirty="0">
                          <a:solidFill>
                            <a:schemeClr val="tx1"/>
                          </a:solidFill>
                          <a:latin typeface="+mn-lt"/>
                          <a:ea typeface="+mn-ea"/>
                          <a:cs typeface="+mn-cs"/>
                        </a:rPr>
                        <a:t>…</a:t>
                      </a:r>
                    </a:p>
                  </a:txBody>
                  <a:tcPr/>
                </a:tc>
                <a:tc>
                  <a:txBody>
                    <a:bodyPr/>
                    <a:lstStyle/>
                    <a:p>
                      <a:pPr marL="0" algn="ctr" rtl="0" eaLnBrk="1" latinLnBrk="0" hangingPunct="1"/>
                      <a:endParaRPr kumimoji="0" lang="en-US" b="0" kern="1200" dirty="0">
                        <a:solidFill>
                          <a:schemeClr val="tx1"/>
                        </a:solidFill>
                        <a:latin typeface="+mn-lt"/>
                        <a:ea typeface="+mn-ea"/>
                        <a:cs typeface="+mn-cs"/>
                      </a:endParaRPr>
                    </a:p>
                  </a:txBody>
                  <a:tcPr/>
                </a:tc>
                <a:extLst>
                  <a:ext uri="{0D108BD9-81ED-4DB2-BD59-A6C34878D82A}">
                    <a16:rowId xmlns:a16="http://schemas.microsoft.com/office/drawing/2014/main" val="1767889990"/>
                  </a:ext>
                </a:extLst>
              </a:tr>
              <a:tr h="370840">
                <a:tc>
                  <a:txBody>
                    <a:bodyPr/>
                    <a:lstStyle/>
                    <a:p>
                      <a:pPr marL="0" algn="ctr" rtl="0" eaLnBrk="1" latinLnBrk="0" hangingPunct="1"/>
                      <a:r>
                        <a:rPr kumimoji="0" lang="en-US" sz="1600" b="0" kern="1200" dirty="0">
                          <a:solidFill>
                            <a:schemeClr val="tx1"/>
                          </a:solidFill>
                          <a:latin typeface="+mn-lt"/>
                          <a:ea typeface="+mn-ea"/>
                          <a:cs typeface="+mn-cs"/>
                        </a:rPr>
                        <a:t>R13</a:t>
                      </a:r>
                    </a:p>
                  </a:txBody>
                  <a:tcPr/>
                </a:tc>
                <a:tc>
                  <a:txBody>
                    <a:bodyPr/>
                    <a:lstStyle/>
                    <a:p>
                      <a:pPr marL="0" algn="ctr" rtl="0" eaLnBrk="1" latinLnBrk="0" hangingPunct="1"/>
                      <a:r>
                        <a:rPr lang="pt-BR" sz="1800" b="0" i="0" kern="1200" dirty="0">
                          <a:solidFill>
                            <a:schemeClr val="tx1"/>
                          </a:solidFill>
                          <a:effectLst/>
                          <a:latin typeface="Times New Roman" pitchFamily="18" charset="0"/>
                          <a:ea typeface="+mn-ea"/>
                          <a:cs typeface="+mn-cs"/>
                        </a:rPr>
                        <a:t>0x10000200</a:t>
                      </a:r>
                      <a:endParaRPr kumimoji="0" lang="en-US" b="0" kern="1200" dirty="0">
                        <a:solidFill>
                          <a:schemeClr val="tx1"/>
                        </a:solidFill>
                        <a:latin typeface="+mn-lt"/>
                        <a:ea typeface="+mn-ea"/>
                        <a:cs typeface="+mn-cs"/>
                      </a:endParaRPr>
                    </a:p>
                  </a:txBody>
                  <a:tcPr/>
                </a:tc>
                <a:extLst>
                  <a:ext uri="{0D108BD9-81ED-4DB2-BD59-A6C34878D82A}">
                    <a16:rowId xmlns:a16="http://schemas.microsoft.com/office/drawing/2014/main" val="2656245920"/>
                  </a:ext>
                </a:extLst>
              </a:tr>
            </a:tbl>
          </a:graphicData>
        </a:graphic>
      </p:graphicFrame>
      <p:sp>
        <p:nvSpPr>
          <p:cNvPr id="10" name="TextBox 9">
            <a:extLst>
              <a:ext uri="{FF2B5EF4-FFF2-40B4-BE49-F238E27FC236}">
                <a16:creationId xmlns:a16="http://schemas.microsoft.com/office/drawing/2014/main" id="{1E914C08-96CB-135B-1433-52624F812AD9}"/>
              </a:ext>
            </a:extLst>
          </p:cNvPr>
          <p:cNvSpPr txBox="1"/>
          <p:nvPr/>
        </p:nvSpPr>
        <p:spPr>
          <a:xfrm>
            <a:off x="685800" y="4153386"/>
            <a:ext cx="2018501" cy="707886"/>
          </a:xfrm>
          <a:prstGeom prst="rect">
            <a:avLst/>
          </a:prstGeom>
          <a:solidFill>
            <a:sysClr val="window" lastClr="FFFFFF"/>
          </a:solidFill>
          <a:ln w="19050" cap="flat" cmpd="sng" algn="ctr">
            <a:solidFill>
              <a:srgbClr val="4F81BD"/>
            </a:solidFill>
            <a:prstDash val="solid"/>
          </a:ln>
          <a:effectLst/>
        </p:spPr>
        <p:txBody>
          <a:bodyPr wrap="none" rtlCol="0">
            <a:spAutoFit/>
          </a:bodyPr>
          <a:lstStyle/>
          <a:p>
            <a:pPr marL="0" marR="0" lvl="0" indent="0" defTabSz="914400" eaLnBrk="1" fontAlgn="auto" latinLnBrk="0" hangingPunct="1">
              <a:lnSpc>
                <a:spcPct val="100000"/>
              </a:lnSpc>
              <a:spcBef>
                <a:spcPts val="0"/>
              </a:spcBef>
              <a:spcAft>
                <a:spcPts val="0"/>
              </a:spcAft>
              <a:buClrTx/>
              <a:buSzTx/>
              <a:buFontTx/>
              <a:buNone/>
              <a:tabLst/>
              <a:defRPr/>
            </a:pPr>
            <a:r>
              <a:rPr kumimoji="0" lang="pt-BR" sz="2000" b="0" i="0" u="none" strike="noStrike" kern="0" cap="none" spc="0" normalizeH="0" baseline="0" noProof="0" dirty="0">
                <a:ln>
                  <a:noFill/>
                </a:ln>
                <a:solidFill>
                  <a:prstClr val="black"/>
                </a:solidFill>
                <a:effectLst/>
                <a:uLnTx/>
                <a:uFillTx/>
                <a:latin typeface="Consolas" panose="020B0609020204030204" pitchFamily="49" charset="0"/>
                <a:ea typeface="+mn-ea"/>
                <a:cs typeface="Consolas" panose="020B0609020204030204" pitchFamily="49" charset="0"/>
              </a:rPr>
              <a:t>PUSH (R1, R3)</a:t>
            </a:r>
          </a:p>
          <a:p>
            <a:pPr marL="0" marR="0" lvl="0" indent="0" defTabSz="914400" eaLnBrk="1" fontAlgn="auto" latinLnBrk="0" hangingPunct="1">
              <a:lnSpc>
                <a:spcPct val="100000"/>
              </a:lnSpc>
              <a:spcBef>
                <a:spcPts val="0"/>
              </a:spcBef>
              <a:spcAft>
                <a:spcPts val="0"/>
              </a:spcAft>
              <a:buClrTx/>
              <a:buSzTx/>
              <a:buFontTx/>
              <a:buNone/>
              <a:tabLst/>
              <a:defRPr/>
            </a:pPr>
            <a:r>
              <a:rPr kumimoji="0" lang="pt-BR" sz="2000" b="0" i="0" u="none" strike="noStrike" kern="0" cap="none" spc="0" normalizeH="0" baseline="0" noProof="0" dirty="0">
                <a:ln>
                  <a:noFill/>
                </a:ln>
                <a:solidFill>
                  <a:prstClr val="black"/>
                </a:solidFill>
                <a:effectLst/>
                <a:uLnTx/>
                <a:uFillTx/>
                <a:latin typeface="Consolas" panose="020B0609020204030204" pitchFamily="49" charset="0"/>
                <a:ea typeface="+mn-ea"/>
                <a:cs typeface="Consolas" panose="020B0609020204030204" pitchFamily="49" charset="0"/>
              </a:rPr>
              <a:t>POP (R5)</a:t>
            </a:r>
          </a:p>
        </p:txBody>
      </p:sp>
      <p:sp>
        <p:nvSpPr>
          <p:cNvPr id="11" name="Content Placeholder 3">
            <a:extLst>
              <a:ext uri="{FF2B5EF4-FFF2-40B4-BE49-F238E27FC236}">
                <a16:creationId xmlns:a16="http://schemas.microsoft.com/office/drawing/2014/main" id="{E0C303F2-641E-019B-CA34-0B02E8722206}"/>
              </a:ext>
            </a:extLst>
          </p:cNvPr>
          <p:cNvSpPr txBox="1">
            <a:spLocks/>
          </p:cNvSpPr>
          <p:nvPr/>
        </p:nvSpPr>
        <p:spPr>
          <a:xfrm>
            <a:off x="457200" y="1219200"/>
            <a:ext cx="8229600" cy="4937760"/>
          </a:xfrm>
          <a:prstGeom prst="rect">
            <a:avLst/>
          </a:prstGeom>
        </p:spPr>
        <p:txBody>
          <a:bodyPr vert="horz">
            <a:normAutofit/>
          </a:bodyPr>
          <a:lstStyle>
            <a:lvl1pPr marL="274320" indent="-274320" algn="l" rtl="0" eaLnBrk="1" latinLnBrk="0" hangingPunct="1">
              <a:spcBef>
                <a:spcPts val="600"/>
              </a:spcBef>
              <a:buClr>
                <a:schemeClr val="accent1"/>
              </a:buClr>
              <a:buSzPct val="76000"/>
              <a:buFont typeface="Wingdings 3"/>
              <a:buChar char=""/>
              <a:defRPr kumimoji="0" sz="2600" kern="1200">
                <a:solidFill>
                  <a:schemeClr val="tx1"/>
                </a:solidFill>
                <a:latin typeface="+mn-lt"/>
                <a:ea typeface="+mn-ea"/>
                <a:cs typeface="+mn-cs"/>
              </a:defRPr>
            </a:lvl1pPr>
            <a:lvl2pPr marL="548640" indent="-274320" algn="l" rtl="0" eaLnBrk="1" latinLnBrk="0" hangingPunct="1">
              <a:spcBef>
                <a:spcPts val="500"/>
              </a:spcBef>
              <a:buClr>
                <a:schemeClr val="accent2"/>
              </a:buClr>
              <a:buSzPct val="76000"/>
              <a:buFont typeface="Wingdings 3"/>
              <a:buChar char=""/>
              <a:defRPr kumimoji="0" sz="2300" kern="1200">
                <a:solidFill>
                  <a:schemeClr val="tx2"/>
                </a:solidFill>
                <a:latin typeface="+mn-lt"/>
                <a:ea typeface="+mn-ea"/>
                <a:cs typeface="+mn-cs"/>
              </a:defRPr>
            </a:lvl2pPr>
            <a:lvl3pPr marL="822960" indent="-228600" algn="l" rtl="0" eaLnBrk="1" latinLnBrk="0" hangingPunct="1">
              <a:spcBef>
                <a:spcPts val="500"/>
              </a:spcBef>
              <a:buClr>
                <a:schemeClr val="bg1">
                  <a:shade val="50000"/>
                </a:schemeClr>
              </a:buClr>
              <a:buSzPct val="76000"/>
              <a:buFont typeface="Wingdings 3"/>
              <a:buChar char=""/>
              <a:defRPr kumimoji="0" sz="2000" kern="1200">
                <a:solidFill>
                  <a:schemeClr val="tx1"/>
                </a:solidFill>
                <a:latin typeface="+mn-lt"/>
                <a:ea typeface="+mn-ea"/>
                <a:cs typeface="+mn-cs"/>
              </a:defRPr>
            </a:lvl3pPr>
            <a:lvl4pPr marL="1097280" indent="-228600" algn="l" rtl="0" eaLnBrk="1" latinLnBrk="0" hangingPunct="1">
              <a:spcBef>
                <a:spcPts val="400"/>
              </a:spcBef>
              <a:buClr>
                <a:schemeClr val="accent2">
                  <a:shade val="75000"/>
                </a:schemeClr>
              </a:buClr>
              <a:buSzPct val="70000"/>
              <a:buFont typeface="Wingdings"/>
              <a:buChar char=""/>
              <a:defRPr kumimoji="0" sz="1800" kern="1200">
                <a:solidFill>
                  <a:schemeClr val="tx1"/>
                </a:solidFill>
                <a:latin typeface="+mn-lt"/>
                <a:ea typeface="+mn-ea"/>
                <a:cs typeface="+mn-cs"/>
              </a:defRPr>
            </a:lvl4pPr>
            <a:lvl5pPr marL="1371600" indent="-228600" algn="l" rtl="0" eaLnBrk="1" latinLnBrk="0" hangingPunct="1">
              <a:spcBef>
                <a:spcPts val="300"/>
              </a:spcBef>
              <a:buClr>
                <a:schemeClr val="accent2"/>
              </a:buClr>
              <a:buSzPct val="70000"/>
              <a:buFont typeface="Wingdings"/>
              <a:buChar char=""/>
              <a:defRPr kumimoji="0" sz="1600" kern="1200">
                <a:solidFill>
                  <a:schemeClr val="tx1"/>
                </a:solidFill>
                <a:latin typeface="+mn-lt"/>
                <a:ea typeface="+mn-ea"/>
                <a:cs typeface="+mn-cs"/>
              </a:defRPr>
            </a:lvl5pPr>
            <a:lvl6pPr marL="1645920" indent="-182880" algn="l" rtl="0" eaLnBrk="1" latinLnBrk="0" hangingPunct="1">
              <a:spcBef>
                <a:spcPts val="300"/>
              </a:spcBef>
              <a:buClr>
                <a:srgbClr val="9FB8CD">
                  <a:shade val="75000"/>
                </a:srgbClr>
              </a:buClr>
              <a:buSzPct val="75000"/>
              <a:buFont typeface="Wingdings 3"/>
              <a:buChar char=""/>
              <a:defRPr kumimoji="0" lang="en-US" sz="1600" kern="1200" smtClean="0">
                <a:solidFill>
                  <a:schemeClr val="tx1"/>
                </a:solidFill>
                <a:latin typeface="+mn-lt"/>
                <a:ea typeface="+mn-ea"/>
                <a:cs typeface="+mn-cs"/>
              </a:defRPr>
            </a:lvl6pPr>
            <a:lvl7pPr marL="1828800" indent="-182880" algn="l" rtl="0" eaLnBrk="1" latinLnBrk="0" hangingPunct="1">
              <a:spcBef>
                <a:spcPts val="300"/>
              </a:spcBef>
              <a:buClr>
                <a:srgbClr val="727CA3">
                  <a:shade val="75000"/>
                </a:srgbClr>
              </a:buClr>
              <a:buSzPct val="75000"/>
              <a:buFont typeface="Wingdings 3"/>
              <a:buChar char=""/>
              <a:defRPr kumimoji="0" lang="en-US" sz="1400" kern="1200" smtClean="0">
                <a:solidFill>
                  <a:schemeClr val="tx1"/>
                </a:solidFill>
                <a:latin typeface="+mn-lt"/>
                <a:ea typeface="+mn-ea"/>
                <a:cs typeface="+mn-cs"/>
              </a:defRPr>
            </a:lvl7pPr>
            <a:lvl8pPr marL="2011680" indent="-182880" algn="l" rtl="0" eaLnBrk="1" latinLnBrk="0" hangingPunct="1">
              <a:spcBef>
                <a:spcPts val="300"/>
              </a:spcBef>
              <a:buClr>
                <a:prstClr val="white">
                  <a:shade val="50000"/>
                </a:prstClr>
              </a:buClr>
              <a:buSzPct val="75000"/>
              <a:buFont typeface="Wingdings 3"/>
              <a:buChar char=""/>
              <a:defRPr kumimoji="0" lang="en-US" sz="1400" kern="1200" smtClean="0">
                <a:solidFill>
                  <a:schemeClr val="tx1"/>
                </a:solidFill>
                <a:latin typeface="+mn-lt"/>
                <a:ea typeface="+mn-ea"/>
                <a:cs typeface="+mn-cs"/>
              </a:defRPr>
            </a:lvl8pPr>
            <a:lvl9pPr marL="2194560" indent="-182880" algn="l" rtl="0" eaLnBrk="1" latinLnBrk="0" hangingPunct="1">
              <a:spcBef>
                <a:spcPts val="300"/>
              </a:spcBef>
              <a:buClr>
                <a:srgbClr val="9FB8CD"/>
              </a:buClr>
              <a:buSzPct val="75000"/>
              <a:buFont typeface="Wingdings 3"/>
              <a:buChar char=""/>
              <a:defRPr kumimoji="0" lang="en-US" sz="1200" kern="1200" smtClean="0">
                <a:solidFill>
                  <a:schemeClr val="tx1"/>
                </a:solidFill>
                <a:latin typeface="+mn-lt"/>
                <a:ea typeface="+mn-ea"/>
                <a:cs typeface="+mn-cs"/>
              </a:defRPr>
            </a:lvl9pPr>
          </a:lstStyle>
          <a:p>
            <a:pPr fontAlgn="auto">
              <a:spcAft>
                <a:spcPts val="0"/>
              </a:spcAft>
            </a:pPr>
            <a:r>
              <a:rPr lang="en-US" sz="2000" b="0" dirty="0"/>
              <a:t>Compute register and memory values at each step of this program, given initial register values and memory contents, assuming little-endian memory ordering.</a:t>
            </a:r>
          </a:p>
        </p:txBody>
      </p:sp>
      <p:sp>
        <p:nvSpPr>
          <p:cNvPr id="12" name="TextBox 11">
            <a:extLst>
              <a:ext uri="{FF2B5EF4-FFF2-40B4-BE49-F238E27FC236}">
                <a16:creationId xmlns:a16="http://schemas.microsoft.com/office/drawing/2014/main" id="{4C6A6B80-3FEE-6D76-7A51-6A84F29B3557}"/>
              </a:ext>
            </a:extLst>
          </p:cNvPr>
          <p:cNvSpPr txBox="1"/>
          <p:nvPr/>
        </p:nvSpPr>
        <p:spPr>
          <a:xfrm>
            <a:off x="4357032" y="4507329"/>
            <a:ext cx="2350965" cy="400110"/>
          </a:xfrm>
          <a:prstGeom prst="rect">
            <a:avLst/>
          </a:prstGeom>
          <a:noFill/>
        </p:spPr>
        <p:txBody>
          <a:bodyPr wrap="none" rtlCol="0">
            <a:spAutoFit/>
          </a:bodyPr>
          <a:lstStyle/>
          <a:p>
            <a:r>
              <a:rPr lang="en-US" sz="2000" b="0" dirty="0">
                <a:latin typeface="+mn-lt"/>
              </a:rPr>
              <a:t>Initial Register Values</a:t>
            </a:r>
          </a:p>
        </p:txBody>
      </p:sp>
      <p:sp>
        <p:nvSpPr>
          <p:cNvPr id="13" name="TextBox 12">
            <a:extLst>
              <a:ext uri="{FF2B5EF4-FFF2-40B4-BE49-F238E27FC236}">
                <a16:creationId xmlns:a16="http://schemas.microsoft.com/office/drawing/2014/main" id="{E381BB9B-55E3-DA1B-9EC5-B7BD5B3494A9}"/>
              </a:ext>
            </a:extLst>
          </p:cNvPr>
          <p:cNvSpPr txBox="1"/>
          <p:nvPr/>
        </p:nvSpPr>
        <p:spPr>
          <a:xfrm>
            <a:off x="3832596" y="6258114"/>
            <a:ext cx="2734659" cy="400110"/>
          </a:xfrm>
          <a:prstGeom prst="rect">
            <a:avLst/>
          </a:prstGeom>
          <a:noFill/>
        </p:spPr>
        <p:txBody>
          <a:bodyPr wrap="none" rtlCol="0">
            <a:spAutoFit/>
          </a:bodyPr>
          <a:lstStyle/>
          <a:p>
            <a:r>
              <a:rPr lang="en-US" sz="2000" b="0" dirty="0">
                <a:latin typeface="+mn-lt"/>
              </a:rPr>
              <a:t>Initial Memory Contents</a:t>
            </a:r>
          </a:p>
        </p:txBody>
      </p:sp>
    </p:spTree>
    <p:extLst>
      <p:ext uri="{BB962C8B-B14F-4D97-AF65-F5344CB8AC3E}">
        <p14:creationId xmlns:p14="http://schemas.microsoft.com/office/powerpoint/2010/main" val="811401925"/>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057DA1D-8964-ADF5-7DC4-B22254060F10}"/>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0BA13921-2A45-DFEB-5309-D3FF1ADB4632}"/>
              </a:ext>
            </a:extLst>
          </p:cNvPr>
          <p:cNvSpPr>
            <a:spLocks noGrp="1"/>
          </p:cNvSpPr>
          <p:nvPr>
            <p:ph type="title"/>
          </p:nvPr>
        </p:nvSpPr>
        <p:spPr/>
        <p:txBody>
          <a:bodyPr/>
          <a:lstStyle/>
          <a:p>
            <a:r>
              <a:rPr lang="en-US" dirty="0"/>
              <a:t>Program Understanding ANS</a:t>
            </a:r>
          </a:p>
        </p:txBody>
      </p:sp>
      <p:sp>
        <p:nvSpPr>
          <p:cNvPr id="3" name="Slide Number Placeholder 2">
            <a:extLst>
              <a:ext uri="{FF2B5EF4-FFF2-40B4-BE49-F238E27FC236}">
                <a16:creationId xmlns:a16="http://schemas.microsoft.com/office/drawing/2014/main" id="{87633AE3-5DA6-3B1B-7578-E01A1841C9DC}"/>
              </a:ext>
            </a:extLst>
          </p:cNvPr>
          <p:cNvSpPr>
            <a:spLocks noGrp="1"/>
          </p:cNvSpPr>
          <p:nvPr>
            <p:ph type="sldNum" sz="quarter" idx="12"/>
          </p:nvPr>
        </p:nvSpPr>
        <p:spPr/>
        <p:txBody>
          <a:bodyPr/>
          <a:lstStyle/>
          <a:p>
            <a:fld id="{AEE14D4A-FE32-40AF-B06D-E9622816B101}" type="slidenum">
              <a:rPr lang="en-US" smtClean="0"/>
              <a:pPr/>
              <a:t>12</a:t>
            </a:fld>
            <a:endParaRPr lang="en-US"/>
          </a:p>
        </p:txBody>
      </p:sp>
      <p:graphicFrame>
        <p:nvGraphicFramePr>
          <p:cNvPr id="7" name="Content Placeholder 6">
            <a:extLst>
              <a:ext uri="{FF2B5EF4-FFF2-40B4-BE49-F238E27FC236}">
                <a16:creationId xmlns:a16="http://schemas.microsoft.com/office/drawing/2014/main" id="{34E32F45-A466-4D81-2CAD-4DBC2C6742BC}"/>
              </a:ext>
            </a:extLst>
          </p:cNvPr>
          <p:cNvGraphicFramePr>
            <a:graphicFrameLocks noGrp="1"/>
          </p:cNvGraphicFramePr>
          <p:nvPr>
            <p:ph sz="quarter" idx="1"/>
            <p:extLst>
              <p:ext uri="{D42A27DB-BD31-4B8C-83A1-F6EECF244321}">
                <p14:modId xmlns:p14="http://schemas.microsoft.com/office/powerpoint/2010/main" val="66918043"/>
              </p:ext>
            </p:extLst>
          </p:nvPr>
        </p:nvGraphicFramePr>
        <p:xfrm>
          <a:off x="12661" y="5145594"/>
          <a:ext cx="9117892" cy="1112520"/>
        </p:xfrm>
        <a:graphic>
          <a:graphicData uri="http://schemas.openxmlformats.org/drawingml/2006/table">
            <a:tbl>
              <a:tblPr firstRow="1" bandRow="1">
                <a:tableStyleId>{5940675A-B579-460E-94D1-54222C63F5DA}</a:tableStyleId>
              </a:tblPr>
              <a:tblGrid>
                <a:gridCol w="1562417">
                  <a:extLst>
                    <a:ext uri="{9D8B030D-6E8A-4147-A177-3AD203B41FA5}">
                      <a16:colId xmlns:a16="http://schemas.microsoft.com/office/drawing/2014/main" val="4041087470"/>
                    </a:ext>
                  </a:extLst>
                </a:gridCol>
                <a:gridCol w="472033">
                  <a:extLst>
                    <a:ext uri="{9D8B030D-6E8A-4147-A177-3AD203B41FA5}">
                      <a16:colId xmlns:a16="http://schemas.microsoft.com/office/drawing/2014/main" val="475833553"/>
                    </a:ext>
                  </a:extLst>
                </a:gridCol>
                <a:gridCol w="472033">
                  <a:extLst>
                    <a:ext uri="{9D8B030D-6E8A-4147-A177-3AD203B41FA5}">
                      <a16:colId xmlns:a16="http://schemas.microsoft.com/office/drawing/2014/main" val="3440583969"/>
                    </a:ext>
                  </a:extLst>
                </a:gridCol>
                <a:gridCol w="472033">
                  <a:extLst>
                    <a:ext uri="{9D8B030D-6E8A-4147-A177-3AD203B41FA5}">
                      <a16:colId xmlns:a16="http://schemas.microsoft.com/office/drawing/2014/main" val="3973726920"/>
                    </a:ext>
                  </a:extLst>
                </a:gridCol>
                <a:gridCol w="472033">
                  <a:extLst>
                    <a:ext uri="{9D8B030D-6E8A-4147-A177-3AD203B41FA5}">
                      <a16:colId xmlns:a16="http://schemas.microsoft.com/office/drawing/2014/main" val="1099364392"/>
                    </a:ext>
                  </a:extLst>
                </a:gridCol>
                <a:gridCol w="472033">
                  <a:extLst>
                    <a:ext uri="{9D8B030D-6E8A-4147-A177-3AD203B41FA5}">
                      <a16:colId xmlns:a16="http://schemas.microsoft.com/office/drawing/2014/main" val="598594491"/>
                    </a:ext>
                  </a:extLst>
                </a:gridCol>
                <a:gridCol w="472033">
                  <a:extLst>
                    <a:ext uri="{9D8B030D-6E8A-4147-A177-3AD203B41FA5}">
                      <a16:colId xmlns:a16="http://schemas.microsoft.com/office/drawing/2014/main" val="3299168853"/>
                    </a:ext>
                  </a:extLst>
                </a:gridCol>
                <a:gridCol w="472033">
                  <a:extLst>
                    <a:ext uri="{9D8B030D-6E8A-4147-A177-3AD203B41FA5}">
                      <a16:colId xmlns:a16="http://schemas.microsoft.com/office/drawing/2014/main" val="3639377261"/>
                    </a:ext>
                  </a:extLst>
                </a:gridCol>
                <a:gridCol w="472033">
                  <a:extLst>
                    <a:ext uri="{9D8B030D-6E8A-4147-A177-3AD203B41FA5}">
                      <a16:colId xmlns:a16="http://schemas.microsoft.com/office/drawing/2014/main" val="2095656865"/>
                    </a:ext>
                  </a:extLst>
                </a:gridCol>
                <a:gridCol w="474980">
                  <a:extLst>
                    <a:ext uri="{9D8B030D-6E8A-4147-A177-3AD203B41FA5}">
                      <a16:colId xmlns:a16="http://schemas.microsoft.com/office/drawing/2014/main" val="2172498307"/>
                    </a:ext>
                  </a:extLst>
                </a:gridCol>
                <a:gridCol w="472033">
                  <a:extLst>
                    <a:ext uri="{9D8B030D-6E8A-4147-A177-3AD203B41FA5}">
                      <a16:colId xmlns:a16="http://schemas.microsoft.com/office/drawing/2014/main" val="3928751653"/>
                    </a:ext>
                  </a:extLst>
                </a:gridCol>
                <a:gridCol w="472033">
                  <a:extLst>
                    <a:ext uri="{9D8B030D-6E8A-4147-A177-3AD203B41FA5}">
                      <a16:colId xmlns:a16="http://schemas.microsoft.com/office/drawing/2014/main" val="1178522413"/>
                    </a:ext>
                  </a:extLst>
                </a:gridCol>
                <a:gridCol w="472033">
                  <a:extLst>
                    <a:ext uri="{9D8B030D-6E8A-4147-A177-3AD203B41FA5}">
                      <a16:colId xmlns:a16="http://schemas.microsoft.com/office/drawing/2014/main" val="4096721898"/>
                    </a:ext>
                  </a:extLst>
                </a:gridCol>
                <a:gridCol w="472033">
                  <a:extLst>
                    <a:ext uri="{9D8B030D-6E8A-4147-A177-3AD203B41FA5}">
                      <a16:colId xmlns:a16="http://schemas.microsoft.com/office/drawing/2014/main" val="1208970794"/>
                    </a:ext>
                  </a:extLst>
                </a:gridCol>
                <a:gridCol w="472033">
                  <a:extLst>
                    <a:ext uri="{9D8B030D-6E8A-4147-A177-3AD203B41FA5}">
                      <a16:colId xmlns:a16="http://schemas.microsoft.com/office/drawing/2014/main" val="2430138671"/>
                    </a:ext>
                  </a:extLst>
                </a:gridCol>
                <a:gridCol w="472033">
                  <a:extLst>
                    <a:ext uri="{9D8B030D-6E8A-4147-A177-3AD203B41FA5}">
                      <a16:colId xmlns:a16="http://schemas.microsoft.com/office/drawing/2014/main" val="2553032553"/>
                    </a:ext>
                  </a:extLst>
                </a:gridCol>
                <a:gridCol w="472033">
                  <a:extLst>
                    <a:ext uri="{9D8B030D-6E8A-4147-A177-3AD203B41FA5}">
                      <a16:colId xmlns:a16="http://schemas.microsoft.com/office/drawing/2014/main" val="2472361676"/>
                    </a:ext>
                  </a:extLst>
                </a:gridCol>
              </a:tblGrid>
              <a:tr h="370840">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1800" b="0" dirty="0">
                          <a:latin typeface="Consolas" panose="020B0609020204030204" pitchFamily="49" charset="0"/>
                          <a:cs typeface="Consolas" panose="020B0609020204030204" pitchFamily="49" charset="0"/>
                        </a:rPr>
                        <a:t>0x10000200</a:t>
                      </a:r>
                    </a:p>
                  </a:txBody>
                  <a:tcPr/>
                </a:tc>
                <a:tc>
                  <a:txBody>
                    <a:bodyPr/>
                    <a:lstStyle/>
                    <a:p>
                      <a:pPr algn="ctr"/>
                      <a:r>
                        <a:rPr lang="en-US" dirty="0"/>
                        <a:t>60</a:t>
                      </a:r>
                    </a:p>
                  </a:txBody>
                  <a:tcPr/>
                </a:tc>
                <a:tc>
                  <a:txBody>
                    <a:bodyPr/>
                    <a:lstStyle/>
                    <a:p>
                      <a:pPr marL="0" algn="ctr" rtl="0" eaLnBrk="1" latinLnBrk="0" hangingPunct="1"/>
                      <a:r>
                        <a:rPr kumimoji="0" lang="en-US" kern="1200" dirty="0">
                          <a:solidFill>
                            <a:schemeClr val="tx1"/>
                          </a:solidFill>
                          <a:latin typeface="+mn-lt"/>
                          <a:ea typeface="+mn-ea"/>
                          <a:cs typeface="+mn-cs"/>
                        </a:rPr>
                        <a:t>1B</a:t>
                      </a:r>
                    </a:p>
                  </a:txBody>
                  <a:tcPr/>
                </a:tc>
                <a:tc>
                  <a:txBody>
                    <a:bodyPr/>
                    <a:lstStyle/>
                    <a:p>
                      <a:pPr marL="0" algn="ctr" rtl="0" eaLnBrk="1" latinLnBrk="0" hangingPunct="1"/>
                      <a:r>
                        <a:rPr kumimoji="0" lang="en-US" kern="1200" dirty="0">
                          <a:solidFill>
                            <a:schemeClr val="tx1"/>
                          </a:solidFill>
                          <a:latin typeface="+mn-lt"/>
                          <a:ea typeface="+mn-ea"/>
                          <a:cs typeface="+mn-cs"/>
                        </a:rPr>
                        <a:t>11</a:t>
                      </a:r>
                    </a:p>
                  </a:txBody>
                  <a:tcPr/>
                </a:tc>
                <a:tc>
                  <a:txBody>
                    <a:bodyPr/>
                    <a:lstStyle/>
                    <a:p>
                      <a:pPr marL="0" algn="ctr" rtl="0" eaLnBrk="1" latinLnBrk="0" hangingPunct="1"/>
                      <a:r>
                        <a:rPr kumimoji="0" lang="en-US" kern="1200" dirty="0">
                          <a:solidFill>
                            <a:schemeClr val="tx1"/>
                          </a:solidFill>
                          <a:latin typeface="+mn-lt"/>
                          <a:ea typeface="+mn-ea"/>
                          <a:cs typeface="+mn-cs"/>
                        </a:rPr>
                        <a:t>12</a:t>
                      </a:r>
                    </a:p>
                  </a:txBody>
                  <a:tcPr/>
                </a:tc>
                <a:tc>
                  <a:txBody>
                    <a:bodyPr/>
                    <a:lstStyle/>
                    <a:p>
                      <a:pPr marL="0" algn="ctr" rtl="0" eaLnBrk="1" latinLnBrk="0" hangingPunct="1"/>
                      <a:r>
                        <a:rPr kumimoji="0" lang="en-US" kern="1200" dirty="0">
                          <a:solidFill>
                            <a:schemeClr val="tx1"/>
                          </a:solidFill>
                          <a:latin typeface="+mn-lt"/>
                          <a:ea typeface="+mn-ea"/>
                          <a:cs typeface="+mn-cs"/>
                        </a:rPr>
                        <a:t>EE</a:t>
                      </a:r>
                    </a:p>
                  </a:txBody>
                  <a:tcPr/>
                </a:tc>
                <a:tc>
                  <a:txBody>
                    <a:bodyPr/>
                    <a:lstStyle/>
                    <a:p>
                      <a:pPr marL="0" algn="ctr" rtl="0" eaLnBrk="1" latinLnBrk="0" hangingPunct="1"/>
                      <a:r>
                        <a:rPr kumimoji="0" lang="en-US" kern="1200" dirty="0">
                          <a:solidFill>
                            <a:schemeClr val="tx1"/>
                          </a:solidFill>
                          <a:latin typeface="+mn-lt"/>
                          <a:ea typeface="+mn-ea"/>
                          <a:cs typeface="+mn-cs"/>
                        </a:rPr>
                        <a:t>FF</a:t>
                      </a:r>
                    </a:p>
                  </a:txBody>
                  <a:tcPr/>
                </a:tc>
                <a:tc>
                  <a:txBody>
                    <a:bodyPr/>
                    <a:lstStyle/>
                    <a:p>
                      <a:pPr marL="0" algn="ctr" rtl="0" eaLnBrk="1" latinLnBrk="0" hangingPunct="1"/>
                      <a:r>
                        <a:rPr kumimoji="0" lang="en-US" kern="1200" dirty="0">
                          <a:solidFill>
                            <a:schemeClr val="tx1"/>
                          </a:solidFill>
                          <a:latin typeface="+mn-lt"/>
                          <a:ea typeface="+mn-ea"/>
                          <a:cs typeface="+mn-cs"/>
                        </a:rPr>
                        <a:t>11</a:t>
                      </a:r>
                    </a:p>
                  </a:txBody>
                  <a:tcPr/>
                </a:tc>
                <a:tc>
                  <a:txBody>
                    <a:bodyPr/>
                    <a:lstStyle/>
                    <a:p>
                      <a:pPr marL="0" algn="ctr" rtl="0" eaLnBrk="1" latinLnBrk="0" hangingPunct="1"/>
                      <a:r>
                        <a:rPr kumimoji="0" lang="en-US" kern="1200" dirty="0">
                          <a:solidFill>
                            <a:schemeClr val="tx1"/>
                          </a:solidFill>
                          <a:latin typeface="+mn-lt"/>
                          <a:ea typeface="+mn-ea"/>
                          <a:cs typeface="+mn-cs"/>
                        </a:rPr>
                        <a:t>22</a:t>
                      </a:r>
                    </a:p>
                  </a:txBody>
                  <a:tcPr/>
                </a:tc>
                <a:tc>
                  <a:txBody>
                    <a:bodyPr/>
                    <a:lstStyle/>
                    <a:p>
                      <a:pPr marL="0" algn="ctr" rtl="0" eaLnBrk="1" latinLnBrk="0" hangingPunct="1"/>
                      <a:r>
                        <a:rPr kumimoji="0" lang="en-US" kern="1200" dirty="0">
                          <a:solidFill>
                            <a:schemeClr val="tx1"/>
                          </a:solidFill>
                          <a:latin typeface="+mn-lt"/>
                          <a:ea typeface="+mn-ea"/>
                          <a:cs typeface="+mn-cs"/>
                        </a:rPr>
                        <a:t>33</a:t>
                      </a:r>
                    </a:p>
                  </a:txBody>
                  <a:tcPr/>
                </a:tc>
                <a:tc>
                  <a:txBody>
                    <a:bodyPr/>
                    <a:lstStyle/>
                    <a:p>
                      <a:pPr marL="0" algn="ctr" rtl="0" eaLnBrk="1" latinLnBrk="0" hangingPunct="1"/>
                      <a:r>
                        <a:rPr kumimoji="0" lang="en-US" kern="1200" dirty="0">
                          <a:solidFill>
                            <a:schemeClr val="tx1"/>
                          </a:solidFill>
                          <a:latin typeface="+mn-lt"/>
                          <a:ea typeface="+mn-ea"/>
                          <a:cs typeface="+mn-cs"/>
                        </a:rPr>
                        <a:t>44</a:t>
                      </a:r>
                    </a:p>
                  </a:txBody>
                  <a:tcPr/>
                </a:tc>
                <a:tc>
                  <a:txBody>
                    <a:bodyPr/>
                    <a:lstStyle/>
                    <a:p>
                      <a:pPr marL="0" algn="ctr" rtl="0" eaLnBrk="1" latinLnBrk="0" hangingPunct="1"/>
                      <a:r>
                        <a:rPr kumimoji="0" lang="en-US" kern="1200" dirty="0">
                          <a:solidFill>
                            <a:schemeClr val="tx1"/>
                          </a:solidFill>
                          <a:latin typeface="+mn-lt"/>
                          <a:ea typeface="+mn-ea"/>
                          <a:cs typeface="+mn-cs"/>
                        </a:rPr>
                        <a:t>55</a:t>
                      </a:r>
                    </a:p>
                  </a:txBody>
                  <a:tcPr/>
                </a:tc>
                <a:tc>
                  <a:txBody>
                    <a:bodyPr/>
                    <a:lstStyle/>
                    <a:p>
                      <a:pPr marL="0" algn="ctr" rtl="0" eaLnBrk="1" latinLnBrk="0" hangingPunct="1"/>
                      <a:r>
                        <a:rPr kumimoji="0" lang="en-US" kern="1200" dirty="0">
                          <a:solidFill>
                            <a:schemeClr val="tx1"/>
                          </a:solidFill>
                          <a:latin typeface="+mn-lt"/>
                          <a:ea typeface="+mn-ea"/>
                          <a:cs typeface="+mn-cs"/>
                        </a:rPr>
                        <a:t>66</a:t>
                      </a:r>
                    </a:p>
                  </a:txBody>
                  <a:tcPr/>
                </a:tc>
                <a:tc>
                  <a:txBody>
                    <a:bodyPr/>
                    <a:lstStyle/>
                    <a:p>
                      <a:pPr marL="0" algn="ctr" rtl="0" eaLnBrk="1" latinLnBrk="0" hangingPunct="1"/>
                      <a:r>
                        <a:rPr kumimoji="0" lang="en-US" kern="1200" dirty="0">
                          <a:solidFill>
                            <a:schemeClr val="tx1"/>
                          </a:solidFill>
                          <a:latin typeface="+mn-lt"/>
                          <a:ea typeface="+mn-ea"/>
                          <a:cs typeface="+mn-cs"/>
                        </a:rPr>
                        <a:t>77</a:t>
                      </a:r>
                    </a:p>
                  </a:txBody>
                  <a:tcPr/>
                </a:tc>
                <a:tc>
                  <a:txBody>
                    <a:bodyPr/>
                    <a:lstStyle/>
                    <a:p>
                      <a:pPr marL="0" algn="ctr" rtl="0" eaLnBrk="1" latinLnBrk="0" hangingPunct="1"/>
                      <a:r>
                        <a:rPr kumimoji="0" lang="en-US" kern="1200" dirty="0">
                          <a:solidFill>
                            <a:schemeClr val="tx1"/>
                          </a:solidFill>
                          <a:latin typeface="+mn-lt"/>
                          <a:ea typeface="+mn-ea"/>
                          <a:cs typeface="+mn-cs"/>
                        </a:rPr>
                        <a:t>88</a:t>
                      </a:r>
                    </a:p>
                  </a:txBody>
                  <a:tcPr/>
                </a:tc>
                <a:tc>
                  <a:txBody>
                    <a:bodyPr/>
                    <a:lstStyle/>
                    <a:p>
                      <a:pPr marL="0" algn="ctr" rtl="0" eaLnBrk="1" latinLnBrk="0" hangingPunct="1"/>
                      <a:r>
                        <a:rPr kumimoji="0" lang="en-US" kern="1200" dirty="0">
                          <a:solidFill>
                            <a:schemeClr val="tx1"/>
                          </a:solidFill>
                          <a:latin typeface="+mn-lt"/>
                          <a:ea typeface="+mn-ea"/>
                          <a:cs typeface="+mn-cs"/>
                        </a:rPr>
                        <a:t>99</a:t>
                      </a:r>
                    </a:p>
                  </a:txBody>
                  <a:tcPr/>
                </a:tc>
                <a:tc>
                  <a:txBody>
                    <a:bodyPr/>
                    <a:lstStyle/>
                    <a:p>
                      <a:pPr marL="0" algn="ctr" rtl="0" eaLnBrk="1" latinLnBrk="0" hangingPunct="1"/>
                      <a:r>
                        <a:rPr kumimoji="0" lang="en-US" kern="1200" dirty="0">
                          <a:solidFill>
                            <a:schemeClr val="tx1"/>
                          </a:solidFill>
                          <a:latin typeface="+mn-lt"/>
                          <a:ea typeface="+mn-ea"/>
                          <a:cs typeface="+mn-cs"/>
                        </a:rPr>
                        <a:t>92</a:t>
                      </a:r>
                    </a:p>
                  </a:txBody>
                  <a:tcPr/>
                </a:tc>
                <a:extLst>
                  <a:ext uri="{0D108BD9-81ED-4DB2-BD59-A6C34878D82A}">
                    <a16:rowId xmlns:a16="http://schemas.microsoft.com/office/drawing/2014/main" val="972262183"/>
                  </a:ext>
                </a:extLst>
              </a:tr>
              <a:tr h="370840">
                <a:tc>
                  <a:txBody>
                    <a:bodyPr/>
                    <a:lstStyle/>
                    <a:p>
                      <a:pPr algn="ctr"/>
                      <a:r>
                        <a:rPr lang="en-US" sz="1800" b="0" dirty="0">
                          <a:latin typeface="Consolas" panose="020B0609020204030204" pitchFamily="49" charset="0"/>
                          <a:cs typeface="Consolas" panose="020B0609020204030204" pitchFamily="49" charset="0"/>
                        </a:rPr>
                        <a:t>0x100001F0</a:t>
                      </a:r>
                      <a:endParaRPr lang="en-US" dirty="0"/>
                    </a:p>
                  </a:txBody>
                  <a:tcPr/>
                </a:tc>
                <a:tc>
                  <a:txBody>
                    <a:bodyPr/>
                    <a:lstStyle/>
                    <a:p>
                      <a:pPr algn="ctr"/>
                      <a:r>
                        <a:rPr lang="en-US" dirty="0"/>
                        <a:t>10</a:t>
                      </a:r>
                    </a:p>
                  </a:txBody>
                  <a:tcPr/>
                </a:tc>
                <a:tc>
                  <a:txBody>
                    <a:bodyPr/>
                    <a:lstStyle/>
                    <a:p>
                      <a:pPr marL="0" algn="ctr" rtl="0" eaLnBrk="1" latinLnBrk="0" hangingPunct="1"/>
                      <a:r>
                        <a:rPr kumimoji="0" lang="en-US" kern="1200" dirty="0">
                          <a:solidFill>
                            <a:schemeClr val="tx1"/>
                          </a:solidFill>
                          <a:latin typeface="+mn-lt"/>
                          <a:ea typeface="+mn-ea"/>
                          <a:cs typeface="+mn-cs"/>
                        </a:rPr>
                        <a:t>11</a:t>
                      </a:r>
                    </a:p>
                  </a:txBody>
                  <a:tcPr/>
                </a:tc>
                <a:tc>
                  <a:txBody>
                    <a:bodyPr/>
                    <a:lstStyle/>
                    <a:p>
                      <a:pPr marL="0" algn="ctr" rtl="0" eaLnBrk="1" latinLnBrk="0" hangingPunct="1"/>
                      <a:r>
                        <a:rPr kumimoji="0" lang="en-US" kern="1200" dirty="0">
                          <a:solidFill>
                            <a:schemeClr val="tx1"/>
                          </a:solidFill>
                          <a:latin typeface="+mn-lt"/>
                          <a:ea typeface="+mn-ea"/>
                          <a:cs typeface="+mn-cs"/>
                        </a:rPr>
                        <a:t>12</a:t>
                      </a:r>
                    </a:p>
                  </a:txBody>
                  <a:tcPr/>
                </a:tc>
                <a:tc>
                  <a:txBody>
                    <a:bodyPr/>
                    <a:lstStyle/>
                    <a:p>
                      <a:pPr marL="0" algn="ctr" rtl="0" eaLnBrk="1" latinLnBrk="0" hangingPunct="1"/>
                      <a:r>
                        <a:rPr kumimoji="0" lang="en-US" kern="1200" dirty="0">
                          <a:solidFill>
                            <a:schemeClr val="tx1"/>
                          </a:solidFill>
                          <a:latin typeface="+mn-lt"/>
                          <a:ea typeface="+mn-ea"/>
                          <a:cs typeface="+mn-cs"/>
                        </a:rPr>
                        <a:t>13</a:t>
                      </a:r>
                    </a:p>
                  </a:txBody>
                  <a:tcPr/>
                </a:tc>
                <a:tc>
                  <a:txBody>
                    <a:bodyPr/>
                    <a:lstStyle/>
                    <a:p>
                      <a:pPr marL="0" algn="ctr" rtl="0" eaLnBrk="1" latinLnBrk="0" hangingPunct="1"/>
                      <a:r>
                        <a:rPr kumimoji="0" lang="en-US" kern="1200" dirty="0">
                          <a:solidFill>
                            <a:schemeClr val="tx1"/>
                          </a:solidFill>
                          <a:latin typeface="+mn-lt"/>
                          <a:ea typeface="+mn-ea"/>
                          <a:cs typeface="+mn-cs"/>
                        </a:rPr>
                        <a:t>14</a:t>
                      </a:r>
                    </a:p>
                  </a:txBody>
                  <a:tcPr/>
                </a:tc>
                <a:tc>
                  <a:txBody>
                    <a:bodyPr/>
                    <a:lstStyle/>
                    <a:p>
                      <a:pPr marL="0" algn="ctr" rtl="0" eaLnBrk="1" latinLnBrk="0" hangingPunct="1"/>
                      <a:r>
                        <a:rPr kumimoji="0" lang="en-US" kern="1200" dirty="0">
                          <a:solidFill>
                            <a:schemeClr val="tx1"/>
                          </a:solidFill>
                          <a:latin typeface="+mn-lt"/>
                          <a:ea typeface="+mn-ea"/>
                          <a:cs typeface="+mn-cs"/>
                        </a:rPr>
                        <a:t>15</a:t>
                      </a:r>
                    </a:p>
                  </a:txBody>
                  <a:tcPr/>
                </a:tc>
                <a:tc>
                  <a:txBody>
                    <a:bodyPr/>
                    <a:lstStyle/>
                    <a:p>
                      <a:pPr marL="0" algn="ctr" rtl="0" eaLnBrk="1" latinLnBrk="0" hangingPunct="1"/>
                      <a:r>
                        <a:rPr kumimoji="0" lang="en-US" kern="1200" dirty="0">
                          <a:solidFill>
                            <a:schemeClr val="tx1"/>
                          </a:solidFill>
                          <a:latin typeface="+mn-lt"/>
                          <a:ea typeface="+mn-ea"/>
                          <a:cs typeface="+mn-cs"/>
                        </a:rPr>
                        <a:t>16</a:t>
                      </a:r>
                    </a:p>
                  </a:txBody>
                  <a:tcPr/>
                </a:tc>
                <a:tc>
                  <a:txBody>
                    <a:bodyPr/>
                    <a:lstStyle/>
                    <a:p>
                      <a:pPr marL="0" algn="ctr" rtl="0" eaLnBrk="1" latinLnBrk="0" hangingPunct="1"/>
                      <a:r>
                        <a:rPr kumimoji="0" lang="en-US" kern="1200" dirty="0">
                          <a:solidFill>
                            <a:schemeClr val="tx1"/>
                          </a:solidFill>
                          <a:latin typeface="+mn-lt"/>
                          <a:ea typeface="+mn-ea"/>
                          <a:cs typeface="+mn-cs"/>
                        </a:rPr>
                        <a:t>17</a:t>
                      </a:r>
                    </a:p>
                  </a:txBody>
                  <a:tcPr/>
                </a:tc>
                <a:tc>
                  <a:txBody>
                    <a:bodyPr/>
                    <a:lstStyle/>
                    <a:p>
                      <a:pPr marL="0" algn="ctr" rtl="0" eaLnBrk="1" latinLnBrk="0" hangingPunct="1"/>
                      <a:r>
                        <a:rPr kumimoji="0" lang="en-US" kern="1200" dirty="0">
                          <a:solidFill>
                            <a:srgbClr val="FF0000"/>
                          </a:solidFill>
                          <a:latin typeface="+mn-lt"/>
                          <a:ea typeface="+mn-ea"/>
                          <a:cs typeface="+mn-cs"/>
                        </a:rPr>
                        <a:t>00</a:t>
                      </a:r>
                    </a:p>
                  </a:txBody>
                  <a:tcPr/>
                </a:tc>
                <a:tc>
                  <a:txBody>
                    <a:bodyPr/>
                    <a:lstStyle/>
                    <a:p>
                      <a:pPr marL="0" algn="ctr" rtl="0" eaLnBrk="1" latinLnBrk="0" hangingPunct="1"/>
                      <a:r>
                        <a:rPr kumimoji="0" lang="en-US" kern="1200" dirty="0">
                          <a:solidFill>
                            <a:srgbClr val="FF0000"/>
                          </a:solidFill>
                          <a:latin typeface="+mn-lt"/>
                          <a:ea typeface="+mn-ea"/>
                          <a:cs typeface="+mn-cs"/>
                        </a:rPr>
                        <a:t>02</a:t>
                      </a:r>
                    </a:p>
                  </a:txBody>
                  <a:tcPr/>
                </a:tc>
                <a:tc>
                  <a:txBody>
                    <a:bodyPr/>
                    <a:lstStyle/>
                    <a:p>
                      <a:pPr marL="0" algn="ctr" rtl="0" eaLnBrk="1" latinLnBrk="0" hangingPunct="1"/>
                      <a:r>
                        <a:rPr kumimoji="0" lang="en-US" kern="1200" dirty="0">
                          <a:solidFill>
                            <a:srgbClr val="FF0000"/>
                          </a:solidFill>
                          <a:latin typeface="+mn-lt"/>
                          <a:ea typeface="+mn-ea"/>
                          <a:cs typeface="+mn-cs"/>
                        </a:rPr>
                        <a:t>00</a:t>
                      </a:r>
                    </a:p>
                  </a:txBody>
                  <a:tcPr/>
                </a:tc>
                <a:tc>
                  <a:txBody>
                    <a:bodyPr/>
                    <a:lstStyle/>
                    <a:p>
                      <a:pPr marL="0" algn="ctr" rtl="0" eaLnBrk="1" latinLnBrk="0" hangingPunct="1"/>
                      <a:r>
                        <a:rPr kumimoji="0" lang="en-US" kern="1200" dirty="0">
                          <a:solidFill>
                            <a:srgbClr val="FF0000"/>
                          </a:solidFill>
                          <a:latin typeface="+mn-lt"/>
                          <a:ea typeface="+mn-ea"/>
                          <a:cs typeface="+mn-cs"/>
                        </a:rPr>
                        <a:t>10</a:t>
                      </a:r>
                    </a:p>
                  </a:txBody>
                  <a:tcPr/>
                </a:tc>
                <a:tc>
                  <a:txBody>
                    <a:bodyPr/>
                    <a:lstStyle/>
                    <a:p>
                      <a:pPr marL="0" algn="ctr" rtl="0" eaLnBrk="1" latinLnBrk="0" hangingPunct="1"/>
                      <a:r>
                        <a:rPr kumimoji="0" lang="en-US" kern="1200" dirty="0">
                          <a:solidFill>
                            <a:srgbClr val="FF0000"/>
                          </a:solidFill>
                          <a:latin typeface="+mn-lt"/>
                          <a:ea typeface="+mn-ea"/>
                          <a:cs typeface="+mn-cs"/>
                        </a:rPr>
                        <a:t>09</a:t>
                      </a:r>
                    </a:p>
                  </a:txBody>
                  <a:tcPr/>
                </a:tc>
                <a:tc>
                  <a:txBody>
                    <a:bodyPr/>
                    <a:lstStyle/>
                    <a:p>
                      <a:pPr marL="0" algn="ctr" rtl="0" eaLnBrk="1" latinLnBrk="0" hangingPunct="1"/>
                      <a:r>
                        <a:rPr kumimoji="0" lang="en-US" kern="1200" dirty="0">
                          <a:solidFill>
                            <a:srgbClr val="FF0000"/>
                          </a:solidFill>
                          <a:latin typeface="+mn-lt"/>
                          <a:ea typeface="+mn-ea"/>
                          <a:cs typeface="+mn-cs"/>
                        </a:rPr>
                        <a:t>53</a:t>
                      </a:r>
                    </a:p>
                  </a:txBody>
                  <a:tcPr/>
                </a:tc>
                <a:tc>
                  <a:txBody>
                    <a:bodyPr/>
                    <a:lstStyle/>
                    <a:p>
                      <a:pPr marL="0" algn="ctr" rtl="0" eaLnBrk="1" latinLnBrk="0" hangingPunct="1"/>
                      <a:r>
                        <a:rPr kumimoji="0" lang="en-US" kern="1200" dirty="0">
                          <a:solidFill>
                            <a:srgbClr val="FF0000"/>
                          </a:solidFill>
                          <a:latin typeface="+mn-lt"/>
                          <a:ea typeface="+mn-ea"/>
                          <a:cs typeface="+mn-cs"/>
                        </a:rPr>
                        <a:t>67</a:t>
                      </a:r>
                    </a:p>
                  </a:txBody>
                  <a:tcPr/>
                </a:tc>
                <a:tc>
                  <a:txBody>
                    <a:bodyPr/>
                    <a:lstStyle/>
                    <a:p>
                      <a:pPr marL="0" algn="ctr" rtl="0" eaLnBrk="1" latinLnBrk="0" hangingPunct="1"/>
                      <a:r>
                        <a:rPr kumimoji="0" lang="en-US" kern="1200" dirty="0">
                          <a:solidFill>
                            <a:srgbClr val="FF0000"/>
                          </a:solidFill>
                          <a:latin typeface="+mn-lt"/>
                          <a:ea typeface="+mn-ea"/>
                          <a:cs typeface="+mn-cs"/>
                        </a:rPr>
                        <a:t>18</a:t>
                      </a:r>
                    </a:p>
                  </a:txBody>
                  <a:tcPr/>
                </a:tc>
                <a:extLst>
                  <a:ext uri="{0D108BD9-81ED-4DB2-BD59-A6C34878D82A}">
                    <a16:rowId xmlns:a16="http://schemas.microsoft.com/office/drawing/2014/main" val="1568566092"/>
                  </a:ext>
                </a:extLst>
              </a:tr>
              <a:tr h="370840">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1800" b="0" dirty="0">
                          <a:latin typeface="Consolas" panose="020B0609020204030204" pitchFamily="49" charset="0"/>
                          <a:cs typeface="Consolas" panose="020B0609020204030204" pitchFamily="49" charset="0"/>
                        </a:rPr>
                        <a:t>0x100001E0</a:t>
                      </a:r>
                    </a:p>
                  </a:txBody>
                  <a:tcPr/>
                </a:tc>
                <a:tc>
                  <a:txBody>
                    <a:bodyPr/>
                    <a:lstStyle/>
                    <a:p>
                      <a:pPr algn="ctr"/>
                      <a:r>
                        <a:rPr lang="en-US" dirty="0"/>
                        <a:t>00</a:t>
                      </a:r>
                    </a:p>
                  </a:txBody>
                  <a:tcPr/>
                </a:tc>
                <a:tc>
                  <a:txBody>
                    <a:bodyPr/>
                    <a:lstStyle/>
                    <a:p>
                      <a:pPr marL="0" algn="ctr" rtl="0" eaLnBrk="1" latinLnBrk="0" hangingPunct="1"/>
                      <a:r>
                        <a:rPr kumimoji="0" lang="en-US" kern="1200" dirty="0">
                          <a:solidFill>
                            <a:schemeClr val="tx1"/>
                          </a:solidFill>
                          <a:latin typeface="+mn-lt"/>
                          <a:ea typeface="+mn-ea"/>
                          <a:cs typeface="+mn-cs"/>
                        </a:rPr>
                        <a:t>01</a:t>
                      </a:r>
                    </a:p>
                  </a:txBody>
                  <a:tcPr/>
                </a:tc>
                <a:tc>
                  <a:txBody>
                    <a:bodyPr/>
                    <a:lstStyle/>
                    <a:p>
                      <a:pPr marL="0" algn="ctr" rtl="0" eaLnBrk="1" latinLnBrk="0" hangingPunct="1"/>
                      <a:r>
                        <a:rPr kumimoji="0" lang="en-US" kern="1200" dirty="0">
                          <a:solidFill>
                            <a:schemeClr val="tx1"/>
                          </a:solidFill>
                          <a:latin typeface="+mn-lt"/>
                          <a:ea typeface="+mn-ea"/>
                          <a:cs typeface="+mn-cs"/>
                        </a:rPr>
                        <a:t>02</a:t>
                      </a:r>
                    </a:p>
                  </a:txBody>
                  <a:tcPr/>
                </a:tc>
                <a:tc>
                  <a:txBody>
                    <a:bodyPr/>
                    <a:lstStyle/>
                    <a:p>
                      <a:pPr marL="0" algn="ctr" rtl="0" eaLnBrk="1" latinLnBrk="0" hangingPunct="1"/>
                      <a:r>
                        <a:rPr kumimoji="0" lang="en-US" kern="1200" dirty="0">
                          <a:solidFill>
                            <a:schemeClr val="tx1"/>
                          </a:solidFill>
                          <a:latin typeface="+mn-lt"/>
                          <a:ea typeface="+mn-ea"/>
                          <a:cs typeface="+mn-cs"/>
                        </a:rPr>
                        <a:t>03</a:t>
                      </a:r>
                    </a:p>
                  </a:txBody>
                  <a:tcPr/>
                </a:tc>
                <a:tc>
                  <a:txBody>
                    <a:bodyPr/>
                    <a:lstStyle/>
                    <a:p>
                      <a:pPr marL="0" algn="ctr" rtl="0" eaLnBrk="1" latinLnBrk="0" hangingPunct="1"/>
                      <a:r>
                        <a:rPr kumimoji="0" lang="en-US" kern="1200" dirty="0">
                          <a:solidFill>
                            <a:schemeClr val="tx1"/>
                          </a:solidFill>
                          <a:latin typeface="+mn-lt"/>
                          <a:ea typeface="+mn-ea"/>
                          <a:cs typeface="+mn-cs"/>
                        </a:rPr>
                        <a:t>04</a:t>
                      </a:r>
                    </a:p>
                  </a:txBody>
                  <a:tcPr/>
                </a:tc>
                <a:tc>
                  <a:txBody>
                    <a:bodyPr/>
                    <a:lstStyle/>
                    <a:p>
                      <a:pPr marL="0" algn="ctr" rtl="0" eaLnBrk="1" latinLnBrk="0" hangingPunct="1"/>
                      <a:r>
                        <a:rPr kumimoji="0" lang="en-US" kern="1200" dirty="0">
                          <a:solidFill>
                            <a:schemeClr val="tx1"/>
                          </a:solidFill>
                          <a:latin typeface="+mn-lt"/>
                          <a:ea typeface="+mn-ea"/>
                          <a:cs typeface="+mn-cs"/>
                        </a:rPr>
                        <a:t>05</a:t>
                      </a:r>
                    </a:p>
                  </a:txBody>
                  <a:tcPr/>
                </a:tc>
                <a:tc>
                  <a:txBody>
                    <a:bodyPr/>
                    <a:lstStyle/>
                    <a:p>
                      <a:pPr marL="0" algn="ctr" rtl="0" eaLnBrk="1" latinLnBrk="0" hangingPunct="1"/>
                      <a:r>
                        <a:rPr kumimoji="0" lang="en-US" kern="1200" dirty="0">
                          <a:solidFill>
                            <a:schemeClr val="tx1"/>
                          </a:solidFill>
                          <a:latin typeface="+mn-lt"/>
                          <a:ea typeface="+mn-ea"/>
                          <a:cs typeface="+mn-cs"/>
                        </a:rPr>
                        <a:t>06</a:t>
                      </a:r>
                    </a:p>
                  </a:txBody>
                  <a:tcPr/>
                </a:tc>
                <a:tc>
                  <a:txBody>
                    <a:bodyPr/>
                    <a:lstStyle/>
                    <a:p>
                      <a:pPr marL="0" algn="ctr" rtl="0" eaLnBrk="1" latinLnBrk="0" hangingPunct="1"/>
                      <a:r>
                        <a:rPr kumimoji="0" lang="en-US" kern="1200" dirty="0">
                          <a:solidFill>
                            <a:schemeClr val="tx1"/>
                          </a:solidFill>
                          <a:latin typeface="+mn-lt"/>
                          <a:ea typeface="+mn-ea"/>
                          <a:cs typeface="+mn-cs"/>
                        </a:rPr>
                        <a:t>07</a:t>
                      </a:r>
                    </a:p>
                  </a:txBody>
                  <a:tcPr/>
                </a:tc>
                <a:tc>
                  <a:txBody>
                    <a:bodyPr/>
                    <a:lstStyle/>
                    <a:p>
                      <a:pPr marL="0" algn="ctr" rtl="0" eaLnBrk="1" latinLnBrk="0" hangingPunct="1"/>
                      <a:r>
                        <a:rPr kumimoji="0" lang="en-US" kern="1200" dirty="0">
                          <a:solidFill>
                            <a:schemeClr val="tx1"/>
                          </a:solidFill>
                          <a:latin typeface="+mn-lt"/>
                          <a:ea typeface="+mn-ea"/>
                          <a:cs typeface="+mn-cs"/>
                        </a:rPr>
                        <a:t>08</a:t>
                      </a:r>
                    </a:p>
                  </a:txBody>
                  <a:tcPr/>
                </a:tc>
                <a:tc>
                  <a:txBody>
                    <a:bodyPr/>
                    <a:lstStyle/>
                    <a:p>
                      <a:pPr marL="0" algn="ctr" rtl="0" eaLnBrk="1" latinLnBrk="0" hangingPunct="1"/>
                      <a:r>
                        <a:rPr kumimoji="0" lang="en-US" kern="1200" dirty="0">
                          <a:solidFill>
                            <a:schemeClr val="tx1"/>
                          </a:solidFill>
                          <a:latin typeface="+mn-lt"/>
                          <a:ea typeface="+mn-ea"/>
                          <a:cs typeface="+mn-cs"/>
                        </a:rPr>
                        <a:t>09</a:t>
                      </a:r>
                    </a:p>
                  </a:txBody>
                  <a:tcPr/>
                </a:tc>
                <a:tc>
                  <a:txBody>
                    <a:bodyPr/>
                    <a:lstStyle/>
                    <a:p>
                      <a:pPr marL="0" algn="ctr" rtl="0" eaLnBrk="1" latinLnBrk="0" hangingPunct="1"/>
                      <a:r>
                        <a:rPr kumimoji="0" lang="en-US" kern="1200" dirty="0">
                          <a:solidFill>
                            <a:schemeClr val="tx1"/>
                          </a:solidFill>
                          <a:latin typeface="+mn-lt"/>
                          <a:ea typeface="+mn-ea"/>
                          <a:cs typeface="+mn-cs"/>
                        </a:rPr>
                        <a:t>0A</a:t>
                      </a:r>
                    </a:p>
                  </a:txBody>
                  <a:tcPr/>
                </a:tc>
                <a:tc>
                  <a:txBody>
                    <a:bodyPr/>
                    <a:lstStyle/>
                    <a:p>
                      <a:pPr marL="0" algn="ctr" rtl="0" eaLnBrk="1" latinLnBrk="0" hangingPunct="1"/>
                      <a:r>
                        <a:rPr kumimoji="0" lang="en-US" kern="1200" dirty="0">
                          <a:solidFill>
                            <a:schemeClr val="tx1"/>
                          </a:solidFill>
                          <a:latin typeface="+mn-lt"/>
                          <a:ea typeface="+mn-ea"/>
                          <a:cs typeface="+mn-cs"/>
                        </a:rPr>
                        <a:t>0B</a:t>
                      </a:r>
                    </a:p>
                  </a:txBody>
                  <a:tcPr/>
                </a:tc>
                <a:tc>
                  <a:txBody>
                    <a:bodyPr/>
                    <a:lstStyle/>
                    <a:p>
                      <a:pPr marL="0" algn="ctr" rtl="0" eaLnBrk="1" latinLnBrk="0" hangingPunct="1"/>
                      <a:r>
                        <a:rPr kumimoji="0" lang="en-US" kern="1200" dirty="0">
                          <a:solidFill>
                            <a:schemeClr val="tx1"/>
                          </a:solidFill>
                          <a:latin typeface="+mn-lt"/>
                          <a:ea typeface="+mn-ea"/>
                          <a:cs typeface="+mn-cs"/>
                        </a:rPr>
                        <a:t>0C</a:t>
                      </a:r>
                    </a:p>
                  </a:txBody>
                  <a:tcPr/>
                </a:tc>
                <a:tc>
                  <a:txBody>
                    <a:bodyPr/>
                    <a:lstStyle/>
                    <a:p>
                      <a:pPr marL="0" algn="ctr" rtl="0" eaLnBrk="1" latinLnBrk="0" hangingPunct="1"/>
                      <a:r>
                        <a:rPr kumimoji="0" lang="en-US" kern="1200" dirty="0">
                          <a:solidFill>
                            <a:schemeClr val="tx1"/>
                          </a:solidFill>
                          <a:latin typeface="+mn-lt"/>
                          <a:ea typeface="+mn-ea"/>
                          <a:cs typeface="+mn-cs"/>
                        </a:rPr>
                        <a:t>0D</a:t>
                      </a:r>
                    </a:p>
                  </a:txBody>
                  <a:tcPr/>
                </a:tc>
                <a:tc>
                  <a:txBody>
                    <a:bodyPr/>
                    <a:lstStyle/>
                    <a:p>
                      <a:pPr marL="0" algn="ctr" rtl="0" eaLnBrk="1" latinLnBrk="0" hangingPunct="1"/>
                      <a:r>
                        <a:rPr kumimoji="0" lang="en-US" kern="1200" dirty="0">
                          <a:solidFill>
                            <a:schemeClr val="tx1"/>
                          </a:solidFill>
                          <a:latin typeface="+mn-lt"/>
                          <a:ea typeface="+mn-ea"/>
                          <a:cs typeface="+mn-cs"/>
                        </a:rPr>
                        <a:t>0E</a:t>
                      </a:r>
                    </a:p>
                  </a:txBody>
                  <a:tcPr/>
                </a:tc>
                <a:tc>
                  <a:txBody>
                    <a:bodyPr/>
                    <a:lstStyle/>
                    <a:p>
                      <a:pPr marL="0" algn="ctr" rtl="0" eaLnBrk="1" latinLnBrk="0" hangingPunct="1"/>
                      <a:r>
                        <a:rPr kumimoji="0" lang="en-US" kern="1200" dirty="0">
                          <a:solidFill>
                            <a:schemeClr val="tx1"/>
                          </a:solidFill>
                          <a:latin typeface="+mn-lt"/>
                          <a:ea typeface="+mn-ea"/>
                          <a:cs typeface="+mn-cs"/>
                        </a:rPr>
                        <a:t>0F</a:t>
                      </a:r>
                    </a:p>
                  </a:txBody>
                  <a:tcPr/>
                </a:tc>
                <a:extLst>
                  <a:ext uri="{0D108BD9-81ED-4DB2-BD59-A6C34878D82A}">
                    <a16:rowId xmlns:a16="http://schemas.microsoft.com/office/drawing/2014/main" val="3396541759"/>
                  </a:ext>
                </a:extLst>
              </a:tr>
            </a:tbl>
          </a:graphicData>
        </a:graphic>
      </p:graphicFrame>
      <p:graphicFrame>
        <p:nvGraphicFramePr>
          <p:cNvPr id="8" name="Content Placeholder 4">
            <a:extLst>
              <a:ext uri="{FF2B5EF4-FFF2-40B4-BE49-F238E27FC236}">
                <a16:creationId xmlns:a16="http://schemas.microsoft.com/office/drawing/2014/main" id="{9770AA11-4F5C-66E5-32E6-746A87733451}"/>
              </a:ext>
            </a:extLst>
          </p:cNvPr>
          <p:cNvGraphicFramePr>
            <a:graphicFrameLocks/>
          </p:cNvGraphicFramePr>
          <p:nvPr>
            <p:extLst>
              <p:ext uri="{D42A27DB-BD31-4B8C-83A1-F6EECF244321}">
                <p14:modId xmlns:p14="http://schemas.microsoft.com/office/powerpoint/2010/main" val="1428665056"/>
              </p:ext>
            </p:extLst>
          </p:nvPr>
        </p:nvGraphicFramePr>
        <p:xfrm>
          <a:off x="6707997" y="1945640"/>
          <a:ext cx="2219325" cy="2966720"/>
        </p:xfrm>
        <a:graphic>
          <a:graphicData uri="http://schemas.openxmlformats.org/drawingml/2006/table">
            <a:tbl>
              <a:tblPr firstRow="1" bandRow="1">
                <a:tableStyleId>{5940675A-B579-460E-94D1-54222C63F5DA}</a:tableStyleId>
              </a:tblPr>
              <a:tblGrid>
                <a:gridCol w="537012">
                  <a:extLst>
                    <a:ext uri="{9D8B030D-6E8A-4147-A177-3AD203B41FA5}">
                      <a16:colId xmlns:a16="http://schemas.microsoft.com/office/drawing/2014/main" val="3133599075"/>
                    </a:ext>
                  </a:extLst>
                </a:gridCol>
                <a:gridCol w="1682313">
                  <a:extLst>
                    <a:ext uri="{9D8B030D-6E8A-4147-A177-3AD203B41FA5}">
                      <a16:colId xmlns:a16="http://schemas.microsoft.com/office/drawing/2014/main" val="1327154262"/>
                    </a:ext>
                  </a:extLst>
                </a:gridCol>
              </a:tblGrid>
              <a:tr h="370840">
                <a:tc>
                  <a:txBody>
                    <a:bodyPr/>
                    <a:lstStyle/>
                    <a:p>
                      <a:pPr marL="0" algn="ctr" rtl="0" eaLnBrk="1" latinLnBrk="0" hangingPunct="1"/>
                      <a:r>
                        <a:rPr kumimoji="0" lang="en-US" b="0" kern="1200" dirty="0">
                          <a:solidFill>
                            <a:schemeClr val="tx1"/>
                          </a:solidFill>
                          <a:latin typeface="+mn-lt"/>
                          <a:ea typeface="+mn-ea"/>
                          <a:cs typeface="+mn-cs"/>
                        </a:rPr>
                        <a:t>R0</a:t>
                      </a:r>
                    </a:p>
                  </a:txBody>
                  <a:tcPr/>
                </a:tc>
                <a:tc>
                  <a:txBody>
                    <a:bodyPr/>
                    <a:lstStyle/>
                    <a:p>
                      <a:pPr marL="0" algn="ctr" rtl="0" eaLnBrk="1" latinLnBrk="0" hangingPunct="1"/>
                      <a:r>
                        <a:rPr kumimoji="0" lang="pt-BR" b="0" kern="1200" dirty="0">
                          <a:solidFill>
                            <a:schemeClr val="tx1"/>
                          </a:solidFill>
                          <a:latin typeface="+mn-lt"/>
                          <a:ea typeface="+mn-ea"/>
                          <a:cs typeface="+mn-cs"/>
                        </a:rPr>
                        <a:t>0x00000000</a:t>
                      </a:r>
                      <a:endParaRPr kumimoji="0" lang="en-US" b="0" kern="1200" dirty="0">
                        <a:solidFill>
                          <a:schemeClr val="tx1"/>
                        </a:solidFill>
                        <a:latin typeface="+mn-lt"/>
                        <a:ea typeface="+mn-ea"/>
                        <a:cs typeface="+mn-cs"/>
                      </a:endParaRPr>
                    </a:p>
                  </a:txBody>
                  <a:tcPr/>
                </a:tc>
                <a:extLst>
                  <a:ext uri="{0D108BD9-81ED-4DB2-BD59-A6C34878D82A}">
                    <a16:rowId xmlns:a16="http://schemas.microsoft.com/office/drawing/2014/main" val="1814596732"/>
                  </a:ext>
                </a:extLst>
              </a:tr>
              <a:tr h="370840">
                <a:tc>
                  <a:txBody>
                    <a:bodyPr/>
                    <a:lstStyle/>
                    <a:p>
                      <a:pPr marL="0" algn="ctr" rtl="0" eaLnBrk="1" latinLnBrk="0" hangingPunct="1"/>
                      <a:r>
                        <a:rPr kumimoji="0" lang="en-US" b="0" kern="1200" dirty="0">
                          <a:solidFill>
                            <a:schemeClr val="tx1"/>
                          </a:solidFill>
                          <a:latin typeface="+mn-lt"/>
                          <a:ea typeface="+mn-ea"/>
                          <a:cs typeface="+mn-cs"/>
                        </a:rPr>
                        <a:t>R1</a:t>
                      </a:r>
                    </a:p>
                  </a:txBody>
                  <a:tcPr/>
                </a:tc>
                <a:tc>
                  <a:txBody>
                    <a:bodyPr/>
                    <a:lstStyle/>
                    <a:p>
                      <a:pPr marL="0" algn="ctr" rtl="0" eaLnBrk="1" latinLnBrk="0" hangingPunct="1"/>
                      <a:r>
                        <a:rPr lang="pt-BR" sz="1800" b="0" i="0" kern="1200" dirty="0">
                          <a:solidFill>
                            <a:schemeClr val="tx1"/>
                          </a:solidFill>
                          <a:effectLst/>
                          <a:latin typeface="Times New Roman" pitchFamily="18" charset="0"/>
                          <a:ea typeface="+mn-ea"/>
                          <a:cs typeface="+mn-cs"/>
                        </a:rPr>
                        <a:t>0x10000200</a:t>
                      </a:r>
                      <a:endParaRPr kumimoji="0" lang="en-US" b="0" kern="1200" dirty="0">
                        <a:solidFill>
                          <a:schemeClr val="tx1"/>
                        </a:solidFill>
                        <a:latin typeface="+mn-lt"/>
                        <a:ea typeface="+mn-ea"/>
                        <a:cs typeface="+mn-cs"/>
                      </a:endParaRPr>
                    </a:p>
                  </a:txBody>
                  <a:tcPr/>
                </a:tc>
                <a:extLst>
                  <a:ext uri="{0D108BD9-81ED-4DB2-BD59-A6C34878D82A}">
                    <a16:rowId xmlns:a16="http://schemas.microsoft.com/office/drawing/2014/main" val="481549779"/>
                  </a:ext>
                </a:extLst>
              </a:tr>
              <a:tr h="370840">
                <a:tc>
                  <a:txBody>
                    <a:bodyPr/>
                    <a:lstStyle/>
                    <a:p>
                      <a:pPr marL="0" algn="ctr" rtl="0" eaLnBrk="1" latinLnBrk="0" hangingPunct="1"/>
                      <a:r>
                        <a:rPr kumimoji="0" lang="en-US" b="0" kern="1200" dirty="0">
                          <a:solidFill>
                            <a:schemeClr val="tx1"/>
                          </a:solidFill>
                          <a:latin typeface="+mn-lt"/>
                          <a:ea typeface="+mn-ea"/>
                          <a:cs typeface="+mn-cs"/>
                        </a:rPr>
                        <a:t>R2</a:t>
                      </a:r>
                    </a:p>
                  </a:txBody>
                  <a:tcPr/>
                </a:tc>
                <a:tc>
                  <a:txBody>
                    <a:bodyPr/>
                    <a:lstStyle/>
                    <a:p>
                      <a:pPr marL="0" algn="ctr" rtl="0" eaLnBrk="1" latinLnBrk="0" hangingPunct="1"/>
                      <a:r>
                        <a:rPr lang="pt-BR" sz="1800" b="0" i="0" kern="1200" dirty="0">
                          <a:solidFill>
                            <a:schemeClr val="tx1"/>
                          </a:solidFill>
                          <a:effectLst/>
                          <a:latin typeface="Times New Roman" pitchFamily="18" charset="0"/>
                          <a:ea typeface="+mn-ea"/>
                          <a:cs typeface="+mn-cs"/>
                        </a:rPr>
                        <a:t>0x0000FFFF</a:t>
                      </a:r>
                      <a:endParaRPr kumimoji="0" lang="en-US" b="0" kern="1200" dirty="0">
                        <a:solidFill>
                          <a:schemeClr val="tx1"/>
                        </a:solidFill>
                        <a:latin typeface="+mn-lt"/>
                        <a:ea typeface="+mn-ea"/>
                        <a:cs typeface="+mn-cs"/>
                      </a:endParaRPr>
                    </a:p>
                  </a:txBody>
                  <a:tcPr/>
                </a:tc>
                <a:extLst>
                  <a:ext uri="{0D108BD9-81ED-4DB2-BD59-A6C34878D82A}">
                    <a16:rowId xmlns:a16="http://schemas.microsoft.com/office/drawing/2014/main" val="1337800547"/>
                  </a:ext>
                </a:extLst>
              </a:tr>
              <a:tr h="370840">
                <a:tc>
                  <a:txBody>
                    <a:bodyPr/>
                    <a:lstStyle/>
                    <a:p>
                      <a:pPr marL="0" algn="ctr" rtl="0" eaLnBrk="1" latinLnBrk="0" hangingPunct="1"/>
                      <a:r>
                        <a:rPr kumimoji="0" lang="en-US" b="0" kern="1200" dirty="0">
                          <a:solidFill>
                            <a:schemeClr val="tx1"/>
                          </a:solidFill>
                          <a:latin typeface="+mn-lt"/>
                          <a:ea typeface="+mn-ea"/>
                          <a:cs typeface="+mn-cs"/>
                        </a:rPr>
                        <a:t>R3</a:t>
                      </a:r>
                    </a:p>
                  </a:txBody>
                  <a:tcPr/>
                </a:tc>
                <a:tc>
                  <a:txBody>
                    <a:bodyPr/>
                    <a:lstStyle/>
                    <a:p>
                      <a:pPr marL="0" algn="ctr" rtl="0" eaLnBrk="1" latinLnBrk="0" hangingPunct="1"/>
                      <a:r>
                        <a:rPr lang="pt-BR" sz="1800" b="0" i="0" kern="1200" dirty="0">
                          <a:solidFill>
                            <a:schemeClr val="tx1"/>
                          </a:solidFill>
                          <a:effectLst/>
                          <a:latin typeface="Times New Roman" pitchFamily="18" charset="0"/>
                          <a:ea typeface="+mn-ea"/>
                          <a:cs typeface="+mn-cs"/>
                        </a:rPr>
                        <a:t>0x18675309</a:t>
                      </a:r>
                      <a:endParaRPr kumimoji="0" lang="en-US" b="0" kern="1200" dirty="0">
                        <a:solidFill>
                          <a:schemeClr val="tx1"/>
                        </a:solidFill>
                        <a:latin typeface="+mn-lt"/>
                        <a:ea typeface="+mn-ea"/>
                        <a:cs typeface="+mn-cs"/>
                      </a:endParaRPr>
                    </a:p>
                  </a:txBody>
                  <a:tcPr/>
                </a:tc>
                <a:extLst>
                  <a:ext uri="{0D108BD9-81ED-4DB2-BD59-A6C34878D82A}">
                    <a16:rowId xmlns:a16="http://schemas.microsoft.com/office/drawing/2014/main" val="365453190"/>
                  </a:ext>
                </a:extLst>
              </a:tr>
              <a:tr h="370840">
                <a:tc>
                  <a:txBody>
                    <a:bodyPr/>
                    <a:lstStyle/>
                    <a:p>
                      <a:pPr marL="0" algn="ctr" rtl="0" eaLnBrk="1" latinLnBrk="0" hangingPunct="1"/>
                      <a:r>
                        <a:rPr kumimoji="0" lang="en-US" b="0" kern="1200" dirty="0">
                          <a:solidFill>
                            <a:schemeClr val="tx1"/>
                          </a:solidFill>
                          <a:latin typeface="+mn-lt"/>
                          <a:ea typeface="+mn-ea"/>
                          <a:cs typeface="+mn-cs"/>
                        </a:rPr>
                        <a:t>R4</a:t>
                      </a:r>
                    </a:p>
                  </a:txBody>
                  <a:tcPr/>
                </a:tc>
                <a:tc>
                  <a:txBody>
                    <a:bodyPr/>
                    <a:lstStyle/>
                    <a:p>
                      <a:pPr marL="0" algn="ctr" rtl="0" eaLnBrk="1" latinLnBrk="0" hangingPunct="1"/>
                      <a:r>
                        <a:rPr lang="pt-BR" sz="1800" b="0" i="0" kern="1200" dirty="0">
                          <a:solidFill>
                            <a:schemeClr val="tx1"/>
                          </a:solidFill>
                          <a:effectLst/>
                          <a:latin typeface="Times New Roman" pitchFamily="18" charset="0"/>
                          <a:ea typeface="+mn-ea"/>
                          <a:cs typeface="+mn-cs"/>
                        </a:rPr>
                        <a:t>0x00000000</a:t>
                      </a:r>
                      <a:endParaRPr kumimoji="0" lang="en-US" b="0" kern="1200" dirty="0">
                        <a:solidFill>
                          <a:schemeClr val="tx1"/>
                        </a:solidFill>
                        <a:latin typeface="+mn-lt"/>
                        <a:ea typeface="+mn-ea"/>
                        <a:cs typeface="+mn-cs"/>
                      </a:endParaRPr>
                    </a:p>
                  </a:txBody>
                  <a:tcPr/>
                </a:tc>
                <a:extLst>
                  <a:ext uri="{0D108BD9-81ED-4DB2-BD59-A6C34878D82A}">
                    <a16:rowId xmlns:a16="http://schemas.microsoft.com/office/drawing/2014/main" val="2217285831"/>
                  </a:ext>
                </a:extLst>
              </a:tr>
              <a:tr h="370840">
                <a:tc>
                  <a:txBody>
                    <a:bodyPr/>
                    <a:lstStyle/>
                    <a:p>
                      <a:pPr marL="0" algn="ctr" rtl="0" eaLnBrk="1" latinLnBrk="0" hangingPunct="1"/>
                      <a:r>
                        <a:rPr kumimoji="0" lang="en-US" b="0" kern="1200" dirty="0">
                          <a:solidFill>
                            <a:schemeClr val="tx1"/>
                          </a:solidFill>
                          <a:latin typeface="+mn-lt"/>
                          <a:ea typeface="+mn-ea"/>
                          <a:cs typeface="+mn-cs"/>
                        </a:rPr>
                        <a:t>R5</a:t>
                      </a:r>
                    </a:p>
                  </a:txBody>
                  <a:tcPr/>
                </a:tc>
                <a:tc>
                  <a:txBody>
                    <a:bodyPr/>
                    <a:lstStyle/>
                    <a:p>
                      <a:pPr marL="0" algn="ctr" rtl="0" eaLnBrk="1" latinLnBrk="0" hangingPunct="1"/>
                      <a:r>
                        <a:rPr lang="pt-BR" sz="1800" b="0" i="0" kern="1200" dirty="0">
                          <a:solidFill>
                            <a:srgbClr val="FF0000"/>
                          </a:solidFill>
                          <a:effectLst/>
                          <a:latin typeface="Times New Roman" pitchFamily="18" charset="0"/>
                          <a:ea typeface="+mn-ea"/>
                          <a:cs typeface="+mn-cs"/>
                        </a:rPr>
                        <a:t>0x10000200</a:t>
                      </a:r>
                      <a:endParaRPr kumimoji="0" lang="en-US" b="0" kern="1200" dirty="0">
                        <a:solidFill>
                          <a:srgbClr val="FF0000"/>
                        </a:solidFill>
                        <a:latin typeface="+mn-lt"/>
                        <a:ea typeface="+mn-ea"/>
                        <a:cs typeface="+mn-cs"/>
                      </a:endParaRPr>
                    </a:p>
                  </a:txBody>
                  <a:tcPr/>
                </a:tc>
                <a:extLst>
                  <a:ext uri="{0D108BD9-81ED-4DB2-BD59-A6C34878D82A}">
                    <a16:rowId xmlns:a16="http://schemas.microsoft.com/office/drawing/2014/main" val="4012525772"/>
                  </a:ext>
                </a:extLst>
              </a:tr>
              <a:tr h="370840">
                <a:tc>
                  <a:txBody>
                    <a:bodyPr/>
                    <a:lstStyle/>
                    <a:p>
                      <a:pPr marL="0" algn="ctr" rtl="0" eaLnBrk="1" latinLnBrk="0" hangingPunct="1"/>
                      <a:r>
                        <a:rPr kumimoji="0" lang="en-US" b="0" kern="1200" dirty="0">
                          <a:solidFill>
                            <a:schemeClr val="tx1"/>
                          </a:solidFill>
                          <a:latin typeface="+mn-lt"/>
                          <a:ea typeface="+mn-ea"/>
                          <a:cs typeface="+mn-cs"/>
                        </a:rPr>
                        <a:t>…</a:t>
                      </a:r>
                    </a:p>
                  </a:txBody>
                  <a:tcPr/>
                </a:tc>
                <a:tc>
                  <a:txBody>
                    <a:bodyPr/>
                    <a:lstStyle/>
                    <a:p>
                      <a:pPr marL="0" algn="ctr" rtl="0" eaLnBrk="1" latinLnBrk="0" hangingPunct="1"/>
                      <a:endParaRPr kumimoji="0" lang="en-US" b="0" kern="1200" dirty="0">
                        <a:solidFill>
                          <a:schemeClr val="tx1"/>
                        </a:solidFill>
                        <a:latin typeface="+mn-lt"/>
                        <a:ea typeface="+mn-ea"/>
                        <a:cs typeface="+mn-cs"/>
                      </a:endParaRPr>
                    </a:p>
                  </a:txBody>
                  <a:tcPr/>
                </a:tc>
                <a:extLst>
                  <a:ext uri="{0D108BD9-81ED-4DB2-BD59-A6C34878D82A}">
                    <a16:rowId xmlns:a16="http://schemas.microsoft.com/office/drawing/2014/main" val="1767889990"/>
                  </a:ext>
                </a:extLst>
              </a:tr>
              <a:tr h="370840">
                <a:tc>
                  <a:txBody>
                    <a:bodyPr/>
                    <a:lstStyle/>
                    <a:p>
                      <a:pPr marL="0" algn="ctr" rtl="0" eaLnBrk="1" latinLnBrk="0" hangingPunct="1"/>
                      <a:r>
                        <a:rPr kumimoji="0" lang="en-US" sz="1600" b="0" kern="1200" dirty="0">
                          <a:solidFill>
                            <a:schemeClr val="tx1"/>
                          </a:solidFill>
                          <a:latin typeface="+mn-lt"/>
                          <a:ea typeface="+mn-ea"/>
                          <a:cs typeface="+mn-cs"/>
                        </a:rPr>
                        <a:t>R13</a:t>
                      </a:r>
                    </a:p>
                  </a:txBody>
                  <a:tcPr/>
                </a:tc>
                <a:tc>
                  <a:txBody>
                    <a:bodyPr/>
                    <a:lstStyle/>
                    <a:p>
                      <a:pPr marL="0" algn="ctr" rtl="0" eaLnBrk="1" latinLnBrk="0" hangingPunct="1"/>
                      <a:r>
                        <a:rPr lang="pt-BR" sz="1800" b="0" i="0" kern="1200" dirty="0">
                          <a:solidFill>
                            <a:schemeClr val="tx1"/>
                          </a:solidFill>
                          <a:effectLst/>
                          <a:latin typeface="Times New Roman" pitchFamily="18" charset="0"/>
                          <a:ea typeface="+mn-ea"/>
                          <a:cs typeface="+mn-cs"/>
                        </a:rPr>
                        <a:t>0x10000200</a:t>
                      </a:r>
                      <a:endParaRPr kumimoji="0" lang="en-US" b="0" kern="1200" dirty="0">
                        <a:solidFill>
                          <a:schemeClr val="tx1"/>
                        </a:solidFill>
                        <a:latin typeface="+mn-lt"/>
                        <a:ea typeface="+mn-ea"/>
                        <a:cs typeface="+mn-cs"/>
                      </a:endParaRPr>
                    </a:p>
                  </a:txBody>
                  <a:tcPr/>
                </a:tc>
                <a:extLst>
                  <a:ext uri="{0D108BD9-81ED-4DB2-BD59-A6C34878D82A}">
                    <a16:rowId xmlns:a16="http://schemas.microsoft.com/office/drawing/2014/main" val="2656245920"/>
                  </a:ext>
                </a:extLst>
              </a:tr>
            </a:tbl>
          </a:graphicData>
        </a:graphic>
      </p:graphicFrame>
      <p:sp>
        <p:nvSpPr>
          <p:cNvPr id="11" name="Content Placeholder 3">
            <a:extLst>
              <a:ext uri="{FF2B5EF4-FFF2-40B4-BE49-F238E27FC236}">
                <a16:creationId xmlns:a16="http://schemas.microsoft.com/office/drawing/2014/main" id="{722AEABA-ECF0-EE34-D92D-0B9E8214F92E}"/>
              </a:ext>
            </a:extLst>
          </p:cNvPr>
          <p:cNvSpPr txBox="1">
            <a:spLocks/>
          </p:cNvSpPr>
          <p:nvPr/>
        </p:nvSpPr>
        <p:spPr>
          <a:xfrm>
            <a:off x="457200" y="1219200"/>
            <a:ext cx="8229600" cy="2790576"/>
          </a:xfrm>
          <a:prstGeom prst="rect">
            <a:avLst/>
          </a:prstGeom>
        </p:spPr>
        <p:txBody>
          <a:bodyPr vert="horz">
            <a:normAutofit lnSpcReduction="10000"/>
          </a:bodyPr>
          <a:lstStyle>
            <a:lvl1pPr marL="274320" indent="-274320" algn="l" rtl="0" eaLnBrk="1" latinLnBrk="0" hangingPunct="1">
              <a:spcBef>
                <a:spcPts val="600"/>
              </a:spcBef>
              <a:buClr>
                <a:schemeClr val="accent1"/>
              </a:buClr>
              <a:buSzPct val="76000"/>
              <a:buFont typeface="Wingdings 3"/>
              <a:buChar char=""/>
              <a:defRPr kumimoji="0" sz="2600" kern="1200">
                <a:solidFill>
                  <a:schemeClr val="tx1"/>
                </a:solidFill>
                <a:latin typeface="+mn-lt"/>
                <a:ea typeface="+mn-ea"/>
                <a:cs typeface="+mn-cs"/>
              </a:defRPr>
            </a:lvl1pPr>
            <a:lvl2pPr marL="548640" indent="-274320" algn="l" rtl="0" eaLnBrk="1" latinLnBrk="0" hangingPunct="1">
              <a:spcBef>
                <a:spcPts val="500"/>
              </a:spcBef>
              <a:buClr>
                <a:schemeClr val="accent2"/>
              </a:buClr>
              <a:buSzPct val="76000"/>
              <a:buFont typeface="Wingdings 3"/>
              <a:buChar char=""/>
              <a:defRPr kumimoji="0" sz="2300" kern="1200">
                <a:solidFill>
                  <a:schemeClr val="tx2"/>
                </a:solidFill>
                <a:latin typeface="+mn-lt"/>
                <a:ea typeface="+mn-ea"/>
                <a:cs typeface="+mn-cs"/>
              </a:defRPr>
            </a:lvl2pPr>
            <a:lvl3pPr marL="822960" indent="-228600" algn="l" rtl="0" eaLnBrk="1" latinLnBrk="0" hangingPunct="1">
              <a:spcBef>
                <a:spcPts val="500"/>
              </a:spcBef>
              <a:buClr>
                <a:schemeClr val="bg1">
                  <a:shade val="50000"/>
                </a:schemeClr>
              </a:buClr>
              <a:buSzPct val="76000"/>
              <a:buFont typeface="Wingdings 3"/>
              <a:buChar char=""/>
              <a:defRPr kumimoji="0" sz="2000" kern="1200">
                <a:solidFill>
                  <a:schemeClr val="tx1"/>
                </a:solidFill>
                <a:latin typeface="+mn-lt"/>
                <a:ea typeface="+mn-ea"/>
                <a:cs typeface="+mn-cs"/>
              </a:defRPr>
            </a:lvl3pPr>
            <a:lvl4pPr marL="1097280" indent="-228600" algn="l" rtl="0" eaLnBrk="1" latinLnBrk="0" hangingPunct="1">
              <a:spcBef>
                <a:spcPts val="400"/>
              </a:spcBef>
              <a:buClr>
                <a:schemeClr val="accent2">
                  <a:shade val="75000"/>
                </a:schemeClr>
              </a:buClr>
              <a:buSzPct val="70000"/>
              <a:buFont typeface="Wingdings"/>
              <a:buChar char=""/>
              <a:defRPr kumimoji="0" sz="1800" kern="1200">
                <a:solidFill>
                  <a:schemeClr val="tx1"/>
                </a:solidFill>
                <a:latin typeface="+mn-lt"/>
                <a:ea typeface="+mn-ea"/>
                <a:cs typeface="+mn-cs"/>
              </a:defRPr>
            </a:lvl4pPr>
            <a:lvl5pPr marL="1371600" indent="-228600" algn="l" rtl="0" eaLnBrk="1" latinLnBrk="0" hangingPunct="1">
              <a:spcBef>
                <a:spcPts val="300"/>
              </a:spcBef>
              <a:buClr>
                <a:schemeClr val="accent2"/>
              </a:buClr>
              <a:buSzPct val="70000"/>
              <a:buFont typeface="Wingdings"/>
              <a:buChar char=""/>
              <a:defRPr kumimoji="0" sz="1600" kern="1200">
                <a:solidFill>
                  <a:schemeClr val="tx1"/>
                </a:solidFill>
                <a:latin typeface="+mn-lt"/>
                <a:ea typeface="+mn-ea"/>
                <a:cs typeface="+mn-cs"/>
              </a:defRPr>
            </a:lvl5pPr>
            <a:lvl6pPr marL="1645920" indent="-182880" algn="l" rtl="0" eaLnBrk="1" latinLnBrk="0" hangingPunct="1">
              <a:spcBef>
                <a:spcPts val="300"/>
              </a:spcBef>
              <a:buClr>
                <a:srgbClr val="9FB8CD">
                  <a:shade val="75000"/>
                </a:srgbClr>
              </a:buClr>
              <a:buSzPct val="75000"/>
              <a:buFont typeface="Wingdings 3"/>
              <a:buChar char=""/>
              <a:defRPr kumimoji="0" lang="en-US" sz="1600" kern="1200" smtClean="0">
                <a:solidFill>
                  <a:schemeClr val="tx1"/>
                </a:solidFill>
                <a:latin typeface="+mn-lt"/>
                <a:ea typeface="+mn-ea"/>
                <a:cs typeface="+mn-cs"/>
              </a:defRPr>
            </a:lvl6pPr>
            <a:lvl7pPr marL="1828800" indent="-182880" algn="l" rtl="0" eaLnBrk="1" latinLnBrk="0" hangingPunct="1">
              <a:spcBef>
                <a:spcPts val="300"/>
              </a:spcBef>
              <a:buClr>
                <a:srgbClr val="727CA3">
                  <a:shade val="75000"/>
                </a:srgbClr>
              </a:buClr>
              <a:buSzPct val="75000"/>
              <a:buFont typeface="Wingdings 3"/>
              <a:buChar char=""/>
              <a:defRPr kumimoji="0" lang="en-US" sz="1400" kern="1200" smtClean="0">
                <a:solidFill>
                  <a:schemeClr val="tx1"/>
                </a:solidFill>
                <a:latin typeface="+mn-lt"/>
                <a:ea typeface="+mn-ea"/>
                <a:cs typeface="+mn-cs"/>
              </a:defRPr>
            </a:lvl7pPr>
            <a:lvl8pPr marL="2011680" indent="-182880" algn="l" rtl="0" eaLnBrk="1" latinLnBrk="0" hangingPunct="1">
              <a:spcBef>
                <a:spcPts val="300"/>
              </a:spcBef>
              <a:buClr>
                <a:prstClr val="white">
                  <a:shade val="50000"/>
                </a:prstClr>
              </a:buClr>
              <a:buSzPct val="75000"/>
              <a:buFont typeface="Wingdings 3"/>
              <a:buChar char=""/>
              <a:defRPr kumimoji="0" lang="en-US" sz="1400" kern="1200" smtClean="0">
                <a:solidFill>
                  <a:schemeClr val="tx1"/>
                </a:solidFill>
                <a:latin typeface="+mn-lt"/>
                <a:ea typeface="+mn-ea"/>
                <a:cs typeface="+mn-cs"/>
              </a:defRPr>
            </a:lvl8pPr>
            <a:lvl9pPr marL="2194560" indent="-182880" algn="l" rtl="0" eaLnBrk="1" latinLnBrk="0" hangingPunct="1">
              <a:spcBef>
                <a:spcPts val="300"/>
              </a:spcBef>
              <a:buClr>
                <a:srgbClr val="9FB8CD"/>
              </a:buClr>
              <a:buSzPct val="75000"/>
              <a:buFont typeface="Wingdings 3"/>
              <a:buChar char=""/>
              <a:defRPr kumimoji="0" lang="en-US" sz="1200" kern="1200" smtClean="0">
                <a:solidFill>
                  <a:schemeClr val="tx1"/>
                </a:solidFill>
                <a:latin typeface="+mn-lt"/>
                <a:ea typeface="+mn-ea"/>
                <a:cs typeface="+mn-cs"/>
              </a:defRPr>
            </a:lvl9pPr>
          </a:lstStyle>
          <a:p>
            <a:pPr fontAlgn="auto">
              <a:spcAft>
                <a:spcPts val="0"/>
              </a:spcAft>
            </a:pPr>
            <a:r>
              <a:rPr lang="en-US" sz="2000" b="0" dirty="0"/>
              <a:t>R13 is SP = 0x10000200. </a:t>
            </a:r>
            <a:r>
              <a:rPr lang="en-US" sz="2000" dirty="0"/>
              <a:t>Recall:</a:t>
            </a:r>
            <a:endParaRPr lang="en-US" sz="2000" b="0" dirty="0"/>
          </a:p>
          <a:p>
            <a:pPr fontAlgn="auto">
              <a:spcAft>
                <a:spcPts val="0"/>
              </a:spcAft>
            </a:pPr>
            <a:r>
              <a:rPr lang="en-US" sz="2000" b="0" dirty="0"/>
              <a:t>After two </a:t>
            </a:r>
            <a:r>
              <a:rPr lang="en-US" sz="2000" b="0" dirty="0" err="1"/>
              <a:t>PUSHes</a:t>
            </a:r>
            <a:r>
              <a:rPr lang="en-US" sz="2000" b="0" dirty="0"/>
              <a:t>, SP </a:t>
            </a:r>
            <a:r>
              <a:rPr lang="en-US" sz="2000" dirty="0"/>
              <a:t>= 0x100001F8. Each PUSH is:</a:t>
            </a:r>
            <a:endParaRPr lang="en-US" sz="2000" b="0" dirty="0"/>
          </a:p>
          <a:p>
            <a:pPr lvl="1"/>
            <a:r>
              <a:rPr lang="en-US" sz="1700" b="0" dirty="0"/>
              <a:t>SUB SP, SP, #4 @ SP = SP-4  (descending stack)</a:t>
            </a:r>
          </a:p>
          <a:p>
            <a:pPr lvl="1"/>
            <a:r>
              <a:rPr lang="en-US" sz="1700" b="0" dirty="0"/>
              <a:t>STR Rd, [SP]   @ (*SP) = Rd   (full stack)</a:t>
            </a:r>
          </a:p>
          <a:p>
            <a:pPr fontAlgn="auto">
              <a:spcAft>
                <a:spcPts val="0"/>
              </a:spcAft>
            </a:pPr>
            <a:r>
              <a:rPr lang="en-US" sz="2000" b="0" dirty="0"/>
              <a:t>After one POP</a:t>
            </a:r>
            <a:r>
              <a:rPr lang="en-US" sz="2000" dirty="0"/>
              <a:t>, SP = 0x100001FC:</a:t>
            </a:r>
            <a:endParaRPr lang="en-US" sz="2000" b="0" dirty="0"/>
          </a:p>
          <a:p>
            <a:pPr lvl="1"/>
            <a:r>
              <a:rPr lang="en-US" sz="1700" b="0" dirty="0"/>
              <a:t>LDR Rd, [SP] @ Rd = (*SP)    (full stack)</a:t>
            </a:r>
          </a:p>
          <a:p>
            <a:pPr lvl="1"/>
            <a:r>
              <a:rPr lang="en-US" sz="1700" b="0" dirty="0"/>
              <a:t>ADD SP, #4   @ SP = SP + 4   (Stack shrinks)</a:t>
            </a:r>
          </a:p>
          <a:p>
            <a:r>
              <a:rPr lang="en-US" sz="2000" dirty="0"/>
              <a:t>R5 = 0x10000200 (value of R1)</a:t>
            </a:r>
            <a:endParaRPr lang="en-US" sz="2000" b="0" dirty="0"/>
          </a:p>
        </p:txBody>
      </p:sp>
      <p:sp>
        <p:nvSpPr>
          <p:cNvPr id="12" name="TextBox 11">
            <a:extLst>
              <a:ext uri="{FF2B5EF4-FFF2-40B4-BE49-F238E27FC236}">
                <a16:creationId xmlns:a16="http://schemas.microsoft.com/office/drawing/2014/main" id="{A8FE334F-F18A-EB69-90F3-94DB53A49559}"/>
              </a:ext>
            </a:extLst>
          </p:cNvPr>
          <p:cNvSpPr txBox="1"/>
          <p:nvPr/>
        </p:nvSpPr>
        <p:spPr>
          <a:xfrm>
            <a:off x="4485167" y="4209831"/>
            <a:ext cx="2266005" cy="400110"/>
          </a:xfrm>
          <a:prstGeom prst="rect">
            <a:avLst/>
          </a:prstGeom>
          <a:noFill/>
        </p:spPr>
        <p:txBody>
          <a:bodyPr wrap="none" rtlCol="0">
            <a:spAutoFit/>
          </a:bodyPr>
          <a:lstStyle/>
          <a:p>
            <a:r>
              <a:rPr lang="en-US" sz="2000" b="0" dirty="0">
                <a:latin typeface="+mn-lt"/>
              </a:rPr>
              <a:t>F</a:t>
            </a:r>
            <a:r>
              <a:rPr lang="en-US" altLang="zh-CN" sz="2000" b="0" dirty="0">
                <a:latin typeface="+mn-lt"/>
              </a:rPr>
              <a:t>inal</a:t>
            </a:r>
            <a:r>
              <a:rPr lang="en-US" sz="2000" b="0" dirty="0">
                <a:latin typeface="+mn-lt"/>
              </a:rPr>
              <a:t> Register Values</a:t>
            </a:r>
          </a:p>
        </p:txBody>
      </p:sp>
      <p:sp>
        <p:nvSpPr>
          <p:cNvPr id="13" name="TextBox 12">
            <a:extLst>
              <a:ext uri="{FF2B5EF4-FFF2-40B4-BE49-F238E27FC236}">
                <a16:creationId xmlns:a16="http://schemas.microsoft.com/office/drawing/2014/main" id="{E9CBE065-F441-7322-28B6-C0DE231F3059}"/>
              </a:ext>
            </a:extLst>
          </p:cNvPr>
          <p:cNvSpPr txBox="1"/>
          <p:nvPr/>
        </p:nvSpPr>
        <p:spPr>
          <a:xfrm>
            <a:off x="3832596" y="6258114"/>
            <a:ext cx="2734659" cy="400110"/>
          </a:xfrm>
          <a:prstGeom prst="rect">
            <a:avLst/>
          </a:prstGeom>
          <a:noFill/>
        </p:spPr>
        <p:txBody>
          <a:bodyPr wrap="none" rtlCol="0">
            <a:spAutoFit/>
          </a:bodyPr>
          <a:lstStyle/>
          <a:p>
            <a:r>
              <a:rPr lang="en-US" sz="2000" b="0" dirty="0">
                <a:latin typeface="+mn-lt"/>
              </a:rPr>
              <a:t>Initial Memory Contents</a:t>
            </a:r>
          </a:p>
        </p:txBody>
      </p:sp>
      <p:sp>
        <p:nvSpPr>
          <p:cNvPr id="4" name="TextBox 3">
            <a:extLst>
              <a:ext uri="{FF2B5EF4-FFF2-40B4-BE49-F238E27FC236}">
                <a16:creationId xmlns:a16="http://schemas.microsoft.com/office/drawing/2014/main" id="{F0DD5A71-7F69-8C31-5C46-0FF1815F2840}"/>
              </a:ext>
            </a:extLst>
          </p:cNvPr>
          <p:cNvSpPr txBox="1"/>
          <p:nvPr/>
        </p:nvSpPr>
        <p:spPr>
          <a:xfrm>
            <a:off x="685800" y="4153386"/>
            <a:ext cx="2018501" cy="707886"/>
          </a:xfrm>
          <a:prstGeom prst="rect">
            <a:avLst/>
          </a:prstGeom>
          <a:solidFill>
            <a:sysClr val="window" lastClr="FFFFFF"/>
          </a:solidFill>
          <a:ln w="19050" cap="flat" cmpd="sng" algn="ctr">
            <a:solidFill>
              <a:srgbClr val="4F81BD"/>
            </a:solidFill>
            <a:prstDash val="solid"/>
          </a:ln>
          <a:effectLst/>
        </p:spPr>
        <p:txBody>
          <a:bodyPr wrap="none" rtlCol="0">
            <a:spAutoFit/>
          </a:bodyPr>
          <a:lstStyle/>
          <a:p>
            <a:pPr marL="0" marR="0" lvl="0" indent="0" defTabSz="914400" eaLnBrk="1" fontAlgn="auto" latinLnBrk="0" hangingPunct="1">
              <a:lnSpc>
                <a:spcPct val="100000"/>
              </a:lnSpc>
              <a:spcBef>
                <a:spcPts val="0"/>
              </a:spcBef>
              <a:spcAft>
                <a:spcPts val="0"/>
              </a:spcAft>
              <a:buClrTx/>
              <a:buSzTx/>
              <a:buFontTx/>
              <a:buNone/>
              <a:tabLst/>
              <a:defRPr/>
            </a:pPr>
            <a:r>
              <a:rPr kumimoji="0" lang="pt-BR" sz="2000" b="0" i="0" u="none" strike="noStrike" kern="0" cap="none" spc="0" normalizeH="0" baseline="0" noProof="0" dirty="0">
                <a:ln>
                  <a:noFill/>
                </a:ln>
                <a:solidFill>
                  <a:prstClr val="black"/>
                </a:solidFill>
                <a:effectLst/>
                <a:uLnTx/>
                <a:uFillTx/>
                <a:latin typeface="Consolas" panose="020B0609020204030204" pitchFamily="49" charset="0"/>
                <a:ea typeface="+mn-ea"/>
                <a:cs typeface="Consolas" panose="020B0609020204030204" pitchFamily="49" charset="0"/>
              </a:rPr>
              <a:t>PUSH (R1, R3)</a:t>
            </a:r>
          </a:p>
          <a:p>
            <a:pPr marL="0" marR="0" lvl="0" indent="0" defTabSz="914400" eaLnBrk="1" fontAlgn="auto" latinLnBrk="0" hangingPunct="1">
              <a:lnSpc>
                <a:spcPct val="100000"/>
              </a:lnSpc>
              <a:spcBef>
                <a:spcPts val="0"/>
              </a:spcBef>
              <a:spcAft>
                <a:spcPts val="0"/>
              </a:spcAft>
              <a:buClrTx/>
              <a:buSzTx/>
              <a:buFontTx/>
              <a:buNone/>
              <a:tabLst/>
              <a:defRPr/>
            </a:pPr>
            <a:r>
              <a:rPr kumimoji="0" lang="pt-BR" sz="2000" b="0" i="0" u="none" strike="noStrike" kern="0" cap="none" spc="0" normalizeH="0" baseline="0" noProof="0" dirty="0">
                <a:ln>
                  <a:noFill/>
                </a:ln>
                <a:solidFill>
                  <a:prstClr val="black"/>
                </a:solidFill>
                <a:effectLst/>
                <a:uLnTx/>
                <a:uFillTx/>
                <a:latin typeface="Consolas" panose="020B0609020204030204" pitchFamily="49" charset="0"/>
                <a:ea typeface="+mn-ea"/>
                <a:cs typeface="Consolas" panose="020B0609020204030204" pitchFamily="49" charset="0"/>
              </a:rPr>
              <a:t>POP (R5)</a:t>
            </a:r>
          </a:p>
        </p:txBody>
      </p:sp>
      <p:sp>
        <p:nvSpPr>
          <p:cNvPr id="6" name="TextBox 5">
            <a:extLst>
              <a:ext uri="{FF2B5EF4-FFF2-40B4-BE49-F238E27FC236}">
                <a16:creationId xmlns:a16="http://schemas.microsoft.com/office/drawing/2014/main" id="{7F0BEA20-3647-D290-9E8E-0B4B87DD74F4}"/>
              </a:ext>
            </a:extLst>
          </p:cNvPr>
          <p:cNvSpPr txBox="1"/>
          <p:nvPr/>
        </p:nvSpPr>
        <p:spPr>
          <a:xfrm>
            <a:off x="964404" y="4745484"/>
            <a:ext cx="534459" cy="369332"/>
          </a:xfrm>
          <a:prstGeom prst="rect">
            <a:avLst/>
          </a:prstGeom>
          <a:noFill/>
        </p:spPr>
        <p:txBody>
          <a:bodyPr wrap="square">
            <a:spAutoFit/>
          </a:bodyPr>
          <a:lstStyle/>
          <a:p>
            <a:r>
              <a:rPr lang="en-US" sz="1800" b="0" dirty="0">
                <a:solidFill>
                  <a:srgbClr val="C00000"/>
                </a:solidFill>
              </a:rPr>
              <a:t>SP</a:t>
            </a:r>
            <a:endParaRPr lang="en-US" dirty="0">
              <a:solidFill>
                <a:srgbClr val="C00000"/>
              </a:solidFill>
            </a:endParaRPr>
          </a:p>
        </p:txBody>
      </p:sp>
      <p:cxnSp>
        <p:nvCxnSpPr>
          <p:cNvPr id="10" name="Straight Arrow Connector 9">
            <a:extLst>
              <a:ext uri="{FF2B5EF4-FFF2-40B4-BE49-F238E27FC236}">
                <a16:creationId xmlns:a16="http://schemas.microsoft.com/office/drawing/2014/main" id="{83A70247-FCDE-B34D-0418-AD0E73C544B3}"/>
              </a:ext>
            </a:extLst>
          </p:cNvPr>
          <p:cNvCxnSpPr>
            <a:cxnSpLocks/>
          </p:cNvCxnSpPr>
          <p:nvPr/>
        </p:nvCxnSpPr>
        <p:spPr>
          <a:xfrm>
            <a:off x="1298734" y="4920586"/>
            <a:ext cx="478733" cy="194230"/>
          </a:xfrm>
          <a:prstGeom prst="straightConnector1">
            <a:avLst/>
          </a:prstGeom>
          <a:ln>
            <a:tailEnd type="triangle"/>
          </a:ln>
        </p:spPr>
        <p:style>
          <a:lnRef idx="2">
            <a:schemeClr val="accent2"/>
          </a:lnRef>
          <a:fillRef idx="0">
            <a:schemeClr val="accent2"/>
          </a:fillRef>
          <a:effectRef idx="1">
            <a:schemeClr val="accent2"/>
          </a:effectRef>
          <a:fontRef idx="minor">
            <a:schemeClr val="tx1"/>
          </a:fontRef>
        </p:style>
      </p:cxnSp>
      <p:sp>
        <p:nvSpPr>
          <p:cNvPr id="16" name="TextBox 15">
            <a:extLst>
              <a:ext uri="{FF2B5EF4-FFF2-40B4-BE49-F238E27FC236}">
                <a16:creationId xmlns:a16="http://schemas.microsoft.com/office/drawing/2014/main" id="{FC91C62F-544E-446B-5E37-EBD8C0F26C5E}"/>
              </a:ext>
            </a:extLst>
          </p:cNvPr>
          <p:cNvSpPr txBox="1"/>
          <p:nvPr/>
        </p:nvSpPr>
        <p:spPr>
          <a:xfrm>
            <a:off x="4495800" y="4736068"/>
            <a:ext cx="1897823" cy="369332"/>
          </a:xfrm>
          <a:prstGeom prst="rect">
            <a:avLst/>
          </a:prstGeom>
          <a:noFill/>
        </p:spPr>
        <p:txBody>
          <a:bodyPr wrap="square">
            <a:spAutoFit/>
          </a:bodyPr>
          <a:lstStyle/>
          <a:p>
            <a:r>
              <a:rPr lang="en-US" sz="1800" b="0" dirty="0">
                <a:solidFill>
                  <a:srgbClr val="C00000"/>
                </a:solidFill>
              </a:rPr>
              <a:t>SP after 2 </a:t>
            </a:r>
            <a:r>
              <a:rPr lang="en-US" sz="1800" b="0" dirty="0" err="1">
                <a:solidFill>
                  <a:srgbClr val="C00000"/>
                </a:solidFill>
              </a:rPr>
              <a:t>PUSHes</a:t>
            </a:r>
            <a:endParaRPr lang="en-US" dirty="0">
              <a:solidFill>
                <a:srgbClr val="C00000"/>
              </a:solidFill>
            </a:endParaRPr>
          </a:p>
        </p:txBody>
      </p:sp>
      <p:cxnSp>
        <p:nvCxnSpPr>
          <p:cNvPr id="17" name="Straight Arrow Connector 16">
            <a:extLst>
              <a:ext uri="{FF2B5EF4-FFF2-40B4-BE49-F238E27FC236}">
                <a16:creationId xmlns:a16="http://schemas.microsoft.com/office/drawing/2014/main" id="{98C581BD-5415-4240-5CDE-EE805D176DFD}"/>
              </a:ext>
            </a:extLst>
          </p:cNvPr>
          <p:cNvCxnSpPr>
            <a:cxnSpLocks/>
          </p:cNvCxnSpPr>
          <p:nvPr/>
        </p:nvCxnSpPr>
        <p:spPr>
          <a:xfrm>
            <a:off x="5417949" y="5029200"/>
            <a:ext cx="0" cy="609600"/>
          </a:xfrm>
          <a:prstGeom prst="straightConnector1">
            <a:avLst/>
          </a:prstGeom>
          <a:ln>
            <a:tailEnd type="triangle"/>
          </a:ln>
        </p:spPr>
        <p:style>
          <a:lnRef idx="2">
            <a:schemeClr val="accent2"/>
          </a:lnRef>
          <a:fillRef idx="0">
            <a:schemeClr val="accent2"/>
          </a:fillRef>
          <a:effectRef idx="1">
            <a:schemeClr val="accent2"/>
          </a:effectRef>
          <a:fontRef idx="minor">
            <a:schemeClr val="tx1"/>
          </a:fontRef>
        </p:style>
      </p:cxnSp>
      <p:sp>
        <p:nvSpPr>
          <p:cNvPr id="20" name="TextBox 19">
            <a:extLst>
              <a:ext uri="{FF2B5EF4-FFF2-40B4-BE49-F238E27FC236}">
                <a16:creationId xmlns:a16="http://schemas.microsoft.com/office/drawing/2014/main" id="{6A32EAF7-51C8-6C8C-E34F-3D982CFA9042}"/>
              </a:ext>
            </a:extLst>
          </p:cNvPr>
          <p:cNvSpPr txBox="1"/>
          <p:nvPr/>
        </p:nvSpPr>
        <p:spPr>
          <a:xfrm>
            <a:off x="6583204" y="6473008"/>
            <a:ext cx="1562100" cy="369332"/>
          </a:xfrm>
          <a:prstGeom prst="rect">
            <a:avLst/>
          </a:prstGeom>
          <a:noFill/>
        </p:spPr>
        <p:txBody>
          <a:bodyPr wrap="square">
            <a:spAutoFit/>
          </a:bodyPr>
          <a:lstStyle/>
          <a:p>
            <a:r>
              <a:rPr lang="en-US" sz="1800" b="0" dirty="0">
                <a:solidFill>
                  <a:srgbClr val="C00000"/>
                </a:solidFill>
              </a:rPr>
              <a:t>SP after 1 POP</a:t>
            </a:r>
            <a:endParaRPr lang="en-US" dirty="0">
              <a:solidFill>
                <a:srgbClr val="C00000"/>
              </a:solidFill>
            </a:endParaRPr>
          </a:p>
        </p:txBody>
      </p:sp>
      <p:cxnSp>
        <p:nvCxnSpPr>
          <p:cNvPr id="21" name="Straight Arrow Connector 20">
            <a:extLst>
              <a:ext uri="{FF2B5EF4-FFF2-40B4-BE49-F238E27FC236}">
                <a16:creationId xmlns:a16="http://schemas.microsoft.com/office/drawing/2014/main" id="{50BCB6B3-8463-2EB8-C9F4-91B6D04C1A17}"/>
              </a:ext>
            </a:extLst>
          </p:cNvPr>
          <p:cNvCxnSpPr>
            <a:cxnSpLocks/>
          </p:cNvCxnSpPr>
          <p:nvPr/>
        </p:nvCxnSpPr>
        <p:spPr>
          <a:xfrm flipV="1">
            <a:off x="7391400" y="5823284"/>
            <a:ext cx="0" cy="660028"/>
          </a:xfrm>
          <a:prstGeom prst="straightConnector1">
            <a:avLst/>
          </a:prstGeom>
          <a:ln>
            <a:tailEnd type="triangle"/>
          </a:ln>
        </p:spPr>
        <p:style>
          <a:lnRef idx="2">
            <a:schemeClr val="accent2"/>
          </a:lnRef>
          <a:fillRef idx="0">
            <a:schemeClr val="accent2"/>
          </a:fillRef>
          <a:effectRef idx="1">
            <a:schemeClr val="accent2"/>
          </a:effectRef>
          <a:fontRef idx="minor">
            <a:schemeClr val="tx1"/>
          </a:fontRef>
        </p:style>
      </p:cxnSp>
    </p:spTree>
    <p:extLst>
      <p:ext uri="{BB962C8B-B14F-4D97-AF65-F5344CB8AC3E}">
        <p14:creationId xmlns:p14="http://schemas.microsoft.com/office/powerpoint/2010/main" val="436543705"/>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dirty="0"/>
              <a:t>Passing arguments and Returning Value</a:t>
            </a:r>
          </a:p>
        </p:txBody>
      </p:sp>
      <p:sp>
        <p:nvSpPr>
          <p:cNvPr id="3" name="Slide Number Placeholder 2"/>
          <p:cNvSpPr>
            <a:spLocks noGrp="1"/>
          </p:cNvSpPr>
          <p:nvPr>
            <p:ph type="sldNum" sz="quarter" idx="12"/>
          </p:nvPr>
        </p:nvSpPr>
        <p:spPr/>
        <p:txBody>
          <a:bodyPr/>
          <a:lstStyle/>
          <a:p>
            <a:fld id="{EA7C8D44-3667-46F6-9772-CC52308E2A7F}" type="slidenum">
              <a:rPr kumimoji="0" lang="en-US" smtClean="0"/>
              <a:pPr/>
              <a:t>13</a:t>
            </a:fld>
            <a:endParaRPr kumimoji="0" lang="en-US" dirty="0"/>
          </a:p>
        </p:txBody>
      </p:sp>
      <p:sp>
        <p:nvSpPr>
          <p:cNvPr id="5" name="Rectangle 4"/>
          <p:cNvSpPr/>
          <p:nvPr/>
        </p:nvSpPr>
        <p:spPr>
          <a:xfrm>
            <a:off x="1219200" y="2590800"/>
            <a:ext cx="1447800" cy="38100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b="1" dirty="0">
                <a:latin typeface="Consolas" panose="020B0609020204030204" pitchFamily="49" charset="0"/>
                <a:cs typeface="Consolas" panose="020B0609020204030204" pitchFamily="49" charset="0"/>
              </a:rPr>
              <a:t>a64</a:t>
            </a:r>
          </a:p>
        </p:txBody>
      </p:sp>
      <p:sp>
        <p:nvSpPr>
          <p:cNvPr id="6" name="Rectangle 5"/>
          <p:cNvSpPr/>
          <p:nvPr/>
        </p:nvSpPr>
        <p:spPr>
          <a:xfrm>
            <a:off x="2971800" y="2590800"/>
            <a:ext cx="1447800" cy="38100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b="1" dirty="0">
                <a:latin typeface="Consolas" panose="020B0609020204030204" pitchFamily="49" charset="0"/>
                <a:cs typeface="Consolas" panose="020B0609020204030204" pitchFamily="49" charset="0"/>
              </a:rPr>
              <a:t>b8</a:t>
            </a:r>
          </a:p>
        </p:txBody>
      </p:sp>
      <p:sp>
        <p:nvSpPr>
          <p:cNvPr id="7" name="Rectangle 6"/>
          <p:cNvSpPr/>
          <p:nvPr/>
        </p:nvSpPr>
        <p:spPr>
          <a:xfrm>
            <a:off x="4724400" y="2590800"/>
            <a:ext cx="1447800" cy="38100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b="1" dirty="0">
                <a:latin typeface="Consolas" panose="020B0609020204030204" pitchFamily="49" charset="0"/>
                <a:cs typeface="Consolas" panose="020B0609020204030204" pitchFamily="49" charset="0"/>
              </a:rPr>
              <a:t>c16</a:t>
            </a:r>
          </a:p>
        </p:txBody>
      </p:sp>
      <p:sp>
        <p:nvSpPr>
          <p:cNvPr id="8" name="Rectangle 7"/>
          <p:cNvSpPr/>
          <p:nvPr/>
        </p:nvSpPr>
        <p:spPr>
          <a:xfrm>
            <a:off x="6438900" y="2590800"/>
            <a:ext cx="1447800" cy="38100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b="1" dirty="0">
                <a:solidFill>
                  <a:srgbClr val="FF0000"/>
                </a:solidFill>
                <a:latin typeface="Consolas" panose="020B0609020204030204" pitchFamily="49" charset="0"/>
                <a:cs typeface="Consolas" panose="020B0609020204030204" pitchFamily="49" charset="0"/>
              </a:rPr>
              <a:t>d16</a:t>
            </a:r>
          </a:p>
        </p:txBody>
      </p:sp>
      <p:sp>
        <p:nvSpPr>
          <p:cNvPr id="9" name="Rectangle 8"/>
          <p:cNvSpPr/>
          <p:nvPr/>
        </p:nvSpPr>
        <p:spPr>
          <a:xfrm>
            <a:off x="2308438" y="4053483"/>
            <a:ext cx="4495800" cy="83820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Subroutine</a:t>
            </a:r>
          </a:p>
        </p:txBody>
      </p:sp>
      <p:sp>
        <p:nvSpPr>
          <p:cNvPr id="10" name="TextBox 9"/>
          <p:cNvSpPr txBox="1"/>
          <p:nvPr/>
        </p:nvSpPr>
        <p:spPr>
          <a:xfrm>
            <a:off x="1126316" y="2971800"/>
            <a:ext cx="1011431" cy="369332"/>
          </a:xfrm>
          <a:prstGeom prst="rect">
            <a:avLst/>
          </a:prstGeom>
          <a:noFill/>
        </p:spPr>
        <p:txBody>
          <a:bodyPr wrap="none" rtlCol="0">
            <a:spAutoFit/>
          </a:bodyPr>
          <a:lstStyle/>
          <a:p>
            <a:r>
              <a:rPr lang="en-US" dirty="0"/>
              <a:t>Register:</a:t>
            </a:r>
            <a:endParaRPr lang="en-US" b="1" dirty="0">
              <a:solidFill>
                <a:srgbClr val="FF0000"/>
              </a:solidFill>
              <a:latin typeface="Consolas" panose="020B0609020204030204" pitchFamily="49" charset="0"/>
            </a:endParaRPr>
          </a:p>
        </p:txBody>
      </p:sp>
      <p:sp>
        <p:nvSpPr>
          <p:cNvPr id="12" name="TextBox 11"/>
          <p:cNvSpPr txBox="1"/>
          <p:nvPr/>
        </p:nvSpPr>
        <p:spPr>
          <a:xfrm>
            <a:off x="3060750" y="2971800"/>
            <a:ext cx="1013034" cy="369332"/>
          </a:xfrm>
          <a:prstGeom prst="rect">
            <a:avLst/>
          </a:prstGeom>
          <a:noFill/>
        </p:spPr>
        <p:txBody>
          <a:bodyPr wrap="none" rtlCol="0">
            <a:spAutoFit/>
          </a:bodyPr>
          <a:lstStyle/>
          <a:p>
            <a:r>
              <a:rPr lang="en-US" dirty="0"/>
              <a:t>Register;</a:t>
            </a:r>
            <a:endParaRPr lang="en-US" b="1" dirty="0">
              <a:solidFill>
                <a:srgbClr val="FF0000"/>
              </a:solidFill>
              <a:latin typeface="Consolas" panose="020B0609020204030204" pitchFamily="49" charset="0"/>
            </a:endParaRPr>
          </a:p>
        </p:txBody>
      </p:sp>
      <p:sp>
        <p:nvSpPr>
          <p:cNvPr id="13" name="TextBox 12"/>
          <p:cNvSpPr txBox="1"/>
          <p:nvPr/>
        </p:nvSpPr>
        <p:spPr>
          <a:xfrm>
            <a:off x="4814152" y="2971800"/>
            <a:ext cx="1052468" cy="369332"/>
          </a:xfrm>
          <a:prstGeom prst="rect">
            <a:avLst/>
          </a:prstGeom>
          <a:noFill/>
        </p:spPr>
        <p:txBody>
          <a:bodyPr wrap="none" rtlCol="0">
            <a:spAutoFit/>
          </a:bodyPr>
          <a:lstStyle/>
          <a:p>
            <a:r>
              <a:rPr lang="en-US" dirty="0"/>
              <a:t>Register: </a:t>
            </a:r>
            <a:endParaRPr lang="en-US" b="1" dirty="0">
              <a:solidFill>
                <a:srgbClr val="FF0000"/>
              </a:solidFill>
              <a:latin typeface="Consolas" panose="020B0609020204030204" pitchFamily="49" charset="0"/>
            </a:endParaRPr>
          </a:p>
        </p:txBody>
      </p:sp>
      <p:cxnSp>
        <p:nvCxnSpPr>
          <p:cNvPr id="16" name="Straight Arrow Connector 15"/>
          <p:cNvCxnSpPr/>
          <p:nvPr/>
        </p:nvCxnSpPr>
        <p:spPr>
          <a:xfrm>
            <a:off x="1940328" y="3285966"/>
            <a:ext cx="1038809" cy="648851"/>
          </a:xfrm>
          <a:prstGeom prst="straightConnector1">
            <a:avLst/>
          </a:prstGeom>
          <a:ln w="28575">
            <a:tailEnd type="triangle"/>
          </a:ln>
        </p:spPr>
        <p:style>
          <a:lnRef idx="1">
            <a:schemeClr val="accent1"/>
          </a:lnRef>
          <a:fillRef idx="0">
            <a:schemeClr val="accent1"/>
          </a:fillRef>
          <a:effectRef idx="0">
            <a:schemeClr val="accent1"/>
          </a:effectRef>
          <a:fontRef idx="minor">
            <a:schemeClr val="tx1"/>
          </a:fontRef>
        </p:style>
      </p:cxnSp>
      <p:cxnSp>
        <p:nvCxnSpPr>
          <p:cNvPr id="22" name="Straight Arrow Connector 21"/>
          <p:cNvCxnSpPr/>
          <p:nvPr/>
        </p:nvCxnSpPr>
        <p:spPr>
          <a:xfrm>
            <a:off x="3705159" y="3341132"/>
            <a:ext cx="392313" cy="545068"/>
          </a:xfrm>
          <a:prstGeom prst="straightConnector1">
            <a:avLst/>
          </a:prstGeom>
          <a:ln w="28575">
            <a:tailEnd type="triangle"/>
          </a:ln>
        </p:spPr>
        <p:style>
          <a:lnRef idx="1">
            <a:schemeClr val="accent1"/>
          </a:lnRef>
          <a:fillRef idx="0">
            <a:schemeClr val="accent1"/>
          </a:fillRef>
          <a:effectRef idx="0">
            <a:schemeClr val="accent1"/>
          </a:effectRef>
          <a:fontRef idx="minor">
            <a:schemeClr val="tx1"/>
          </a:fontRef>
        </p:style>
      </p:cxnSp>
      <p:cxnSp>
        <p:nvCxnSpPr>
          <p:cNvPr id="24" name="Straight Arrow Connector 23"/>
          <p:cNvCxnSpPr/>
          <p:nvPr/>
        </p:nvCxnSpPr>
        <p:spPr>
          <a:xfrm flipH="1">
            <a:off x="5055068" y="3327042"/>
            <a:ext cx="392313" cy="545068"/>
          </a:xfrm>
          <a:prstGeom prst="straightConnector1">
            <a:avLst/>
          </a:prstGeom>
          <a:ln w="28575">
            <a:tailEnd type="triangle"/>
          </a:ln>
        </p:spPr>
        <p:style>
          <a:lnRef idx="1">
            <a:schemeClr val="accent1"/>
          </a:lnRef>
          <a:fillRef idx="0">
            <a:schemeClr val="accent1"/>
          </a:fillRef>
          <a:effectRef idx="0">
            <a:schemeClr val="accent1"/>
          </a:effectRef>
          <a:fontRef idx="minor">
            <a:schemeClr val="tx1"/>
          </a:fontRef>
        </p:style>
      </p:cxnSp>
      <p:sp>
        <p:nvSpPr>
          <p:cNvPr id="25" name="Rectangle 24"/>
          <p:cNvSpPr/>
          <p:nvPr/>
        </p:nvSpPr>
        <p:spPr>
          <a:xfrm>
            <a:off x="3848100" y="5489615"/>
            <a:ext cx="1447800" cy="38100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Return Value </a:t>
            </a:r>
          </a:p>
        </p:txBody>
      </p:sp>
      <p:cxnSp>
        <p:nvCxnSpPr>
          <p:cNvPr id="26" name="Straight Arrow Connector 25"/>
          <p:cNvCxnSpPr/>
          <p:nvPr/>
        </p:nvCxnSpPr>
        <p:spPr>
          <a:xfrm>
            <a:off x="4556338" y="5000090"/>
            <a:ext cx="15661" cy="457244"/>
          </a:xfrm>
          <a:prstGeom prst="straightConnector1">
            <a:avLst/>
          </a:prstGeom>
          <a:ln w="28575">
            <a:tailEnd type="triangle"/>
          </a:ln>
        </p:spPr>
        <p:style>
          <a:lnRef idx="1">
            <a:schemeClr val="accent1"/>
          </a:lnRef>
          <a:fillRef idx="0">
            <a:schemeClr val="accent1"/>
          </a:fillRef>
          <a:effectRef idx="0">
            <a:schemeClr val="accent1"/>
          </a:effectRef>
          <a:fontRef idx="minor">
            <a:schemeClr val="tx1"/>
          </a:fontRef>
        </p:style>
      </p:cxnSp>
      <p:sp>
        <p:nvSpPr>
          <p:cNvPr id="30" name="TextBox 29"/>
          <p:cNvSpPr txBox="1"/>
          <p:nvPr/>
        </p:nvSpPr>
        <p:spPr>
          <a:xfrm>
            <a:off x="3937050" y="5850017"/>
            <a:ext cx="1269899" cy="369332"/>
          </a:xfrm>
          <a:prstGeom prst="rect">
            <a:avLst/>
          </a:prstGeom>
          <a:noFill/>
        </p:spPr>
        <p:txBody>
          <a:bodyPr wrap="none" rtlCol="0">
            <a:spAutoFit/>
          </a:bodyPr>
          <a:lstStyle/>
          <a:p>
            <a:r>
              <a:rPr lang="en-US" dirty="0"/>
              <a:t>Register </a:t>
            </a:r>
            <a:r>
              <a:rPr lang="en-US" b="1" dirty="0">
                <a:solidFill>
                  <a:srgbClr val="FF0000"/>
                </a:solidFill>
                <a:latin typeface="Consolas" panose="020B0609020204030204" pitchFamily="49" charset="0"/>
              </a:rPr>
              <a:t>R0</a:t>
            </a:r>
          </a:p>
        </p:txBody>
      </p:sp>
      <p:sp>
        <p:nvSpPr>
          <p:cNvPr id="11" name="Rectangle 10"/>
          <p:cNvSpPr/>
          <p:nvPr/>
        </p:nvSpPr>
        <p:spPr>
          <a:xfrm>
            <a:off x="76200" y="1593468"/>
            <a:ext cx="9163050" cy="369332"/>
          </a:xfrm>
          <a:prstGeom prst="rect">
            <a:avLst/>
          </a:prstGeom>
        </p:spPr>
        <p:txBody>
          <a:bodyPr wrap="square">
            <a:spAutoFit/>
          </a:bodyPr>
          <a:lstStyle/>
          <a:p>
            <a:r>
              <a:rPr lang="en-US" b="1" dirty="0">
                <a:latin typeface="Consolas" panose="020B0609020204030204" pitchFamily="49" charset="0"/>
              </a:rPr>
              <a:t>uint64_t sum(</a:t>
            </a:r>
            <a:r>
              <a:rPr lang="en-US" b="1" dirty="0">
                <a:solidFill>
                  <a:srgbClr val="FF0000"/>
                </a:solidFill>
                <a:latin typeface="Consolas" panose="020B0609020204030204" pitchFamily="49" charset="0"/>
              </a:rPr>
              <a:t>uint64_t</a:t>
            </a:r>
            <a:r>
              <a:rPr lang="en-US" b="1" dirty="0">
                <a:latin typeface="Consolas" panose="020B0609020204030204" pitchFamily="49" charset="0"/>
              </a:rPr>
              <a:t> a64, uint8_t b8, uint16_t c16, uint16_t d16);</a:t>
            </a:r>
          </a:p>
        </p:txBody>
      </p:sp>
      <p:sp>
        <p:nvSpPr>
          <p:cNvPr id="23" name="TextBox 22"/>
          <p:cNvSpPr txBox="1"/>
          <p:nvPr/>
        </p:nvSpPr>
        <p:spPr>
          <a:xfrm>
            <a:off x="5688297" y="3233683"/>
            <a:ext cx="3254417" cy="646331"/>
          </a:xfrm>
          <a:prstGeom prst="rect">
            <a:avLst/>
          </a:prstGeom>
          <a:noFill/>
        </p:spPr>
        <p:txBody>
          <a:bodyPr wrap="none" rtlCol="0">
            <a:spAutoFit/>
          </a:bodyPr>
          <a:lstStyle/>
          <a:p>
            <a:pPr marL="342900" indent="-342900">
              <a:buFont typeface="Arial" panose="020B0604020202020204" pitchFamily="34" charset="0"/>
              <a:buChar char="•"/>
            </a:pPr>
            <a:r>
              <a:rPr lang="en-US" dirty="0">
                <a:solidFill>
                  <a:srgbClr val="FF0000"/>
                </a:solidFill>
              </a:rPr>
              <a:t>Caller pushes d16 onto stack</a:t>
            </a:r>
          </a:p>
          <a:p>
            <a:pPr marL="342900" indent="-342900">
              <a:buFont typeface="Arial" panose="020B0604020202020204" pitchFamily="34" charset="0"/>
              <a:buChar char="•"/>
            </a:pPr>
            <a:r>
              <a:rPr lang="en-US" dirty="0">
                <a:solidFill>
                  <a:srgbClr val="FF0000"/>
                </a:solidFill>
              </a:rPr>
              <a:t>Callee reads d16 from stack</a:t>
            </a:r>
          </a:p>
        </p:txBody>
      </p:sp>
      <p:sp>
        <p:nvSpPr>
          <p:cNvPr id="4" name="Content Placeholder 3">
            <a:extLst>
              <a:ext uri="{FF2B5EF4-FFF2-40B4-BE49-F238E27FC236}">
                <a16:creationId xmlns:a16="http://schemas.microsoft.com/office/drawing/2014/main" id="{42BCDBB7-71A9-FB4A-2F12-ED2860D67D85}"/>
              </a:ext>
            </a:extLst>
          </p:cNvPr>
          <p:cNvSpPr>
            <a:spLocks noGrp="1"/>
          </p:cNvSpPr>
          <p:nvPr>
            <p:ph sz="quarter" idx="1"/>
          </p:nvPr>
        </p:nvSpPr>
        <p:spPr>
          <a:xfrm>
            <a:off x="457200" y="1962800"/>
            <a:ext cx="8229600" cy="594761"/>
          </a:xfrm>
        </p:spPr>
        <p:txBody>
          <a:bodyPr/>
          <a:lstStyle/>
          <a:p>
            <a:r>
              <a:rPr lang="en-US" dirty="0"/>
              <a:t>Fill in register names.</a:t>
            </a:r>
          </a:p>
        </p:txBody>
      </p:sp>
      <p:sp>
        <p:nvSpPr>
          <p:cNvPr id="14" name="TextBox 13">
            <a:extLst>
              <a:ext uri="{FF2B5EF4-FFF2-40B4-BE49-F238E27FC236}">
                <a16:creationId xmlns:a16="http://schemas.microsoft.com/office/drawing/2014/main" id="{778CF141-54B6-E918-D23B-B3681FDA3C22}"/>
              </a:ext>
            </a:extLst>
          </p:cNvPr>
          <p:cNvSpPr txBox="1"/>
          <p:nvPr/>
        </p:nvSpPr>
        <p:spPr>
          <a:xfrm>
            <a:off x="6438900" y="2971800"/>
            <a:ext cx="1052468" cy="369332"/>
          </a:xfrm>
          <a:prstGeom prst="rect">
            <a:avLst/>
          </a:prstGeom>
          <a:noFill/>
        </p:spPr>
        <p:txBody>
          <a:bodyPr wrap="none" rtlCol="0">
            <a:spAutoFit/>
          </a:bodyPr>
          <a:lstStyle/>
          <a:p>
            <a:r>
              <a:rPr lang="en-US" dirty="0"/>
              <a:t>Register: </a:t>
            </a:r>
            <a:endParaRPr lang="en-US" b="1" dirty="0">
              <a:solidFill>
                <a:srgbClr val="FF0000"/>
              </a:solidFill>
              <a:latin typeface="Consolas" panose="020B0609020204030204" pitchFamily="49" charset="0"/>
            </a:endParaRPr>
          </a:p>
        </p:txBody>
      </p:sp>
    </p:spTree>
    <p:extLst>
      <p:ext uri="{BB962C8B-B14F-4D97-AF65-F5344CB8AC3E}">
        <p14:creationId xmlns:p14="http://schemas.microsoft.com/office/powerpoint/2010/main" val="173519784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23"/>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3" grpId="0"/>
    </p:bld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412F123-61BE-0A54-6048-312CB4AFDC09}"/>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F26C5184-5A3F-8285-0FB9-846B988E0081}"/>
              </a:ext>
            </a:extLst>
          </p:cNvPr>
          <p:cNvSpPr>
            <a:spLocks noGrp="1"/>
          </p:cNvSpPr>
          <p:nvPr>
            <p:ph type="title"/>
          </p:nvPr>
        </p:nvSpPr>
        <p:spPr/>
        <p:txBody>
          <a:bodyPr>
            <a:normAutofit fontScale="90000"/>
          </a:bodyPr>
          <a:lstStyle/>
          <a:p>
            <a:r>
              <a:rPr lang="en-US" dirty="0"/>
              <a:t>Passing arguments and Returning Value ANS</a:t>
            </a:r>
          </a:p>
        </p:txBody>
      </p:sp>
      <p:sp>
        <p:nvSpPr>
          <p:cNvPr id="3" name="Slide Number Placeholder 2">
            <a:extLst>
              <a:ext uri="{FF2B5EF4-FFF2-40B4-BE49-F238E27FC236}">
                <a16:creationId xmlns:a16="http://schemas.microsoft.com/office/drawing/2014/main" id="{C5FC2F61-7664-A486-BB3B-2D444E9E0A8B}"/>
              </a:ext>
            </a:extLst>
          </p:cNvPr>
          <p:cNvSpPr>
            <a:spLocks noGrp="1"/>
          </p:cNvSpPr>
          <p:nvPr>
            <p:ph type="sldNum" sz="quarter" idx="12"/>
          </p:nvPr>
        </p:nvSpPr>
        <p:spPr/>
        <p:txBody>
          <a:bodyPr/>
          <a:lstStyle/>
          <a:p>
            <a:fld id="{EA7C8D44-3667-46F6-9772-CC52308E2A7F}" type="slidenum">
              <a:rPr kumimoji="0" lang="en-US" smtClean="0"/>
              <a:pPr/>
              <a:t>14</a:t>
            </a:fld>
            <a:endParaRPr kumimoji="0" lang="en-US" dirty="0"/>
          </a:p>
        </p:txBody>
      </p:sp>
      <p:sp>
        <p:nvSpPr>
          <p:cNvPr id="5" name="Rectangle 4">
            <a:extLst>
              <a:ext uri="{FF2B5EF4-FFF2-40B4-BE49-F238E27FC236}">
                <a16:creationId xmlns:a16="http://schemas.microsoft.com/office/drawing/2014/main" id="{C421C88C-3034-FB0D-28E9-3DEB10FE7D0E}"/>
              </a:ext>
            </a:extLst>
          </p:cNvPr>
          <p:cNvSpPr/>
          <p:nvPr/>
        </p:nvSpPr>
        <p:spPr>
          <a:xfrm>
            <a:off x="1219200" y="2590800"/>
            <a:ext cx="1447800" cy="38100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b="1" dirty="0">
                <a:latin typeface="Consolas" panose="020B0609020204030204" pitchFamily="49" charset="0"/>
                <a:cs typeface="Consolas" panose="020B0609020204030204" pitchFamily="49" charset="0"/>
              </a:rPr>
              <a:t>a64</a:t>
            </a:r>
          </a:p>
        </p:txBody>
      </p:sp>
      <p:sp>
        <p:nvSpPr>
          <p:cNvPr id="6" name="Rectangle 5">
            <a:extLst>
              <a:ext uri="{FF2B5EF4-FFF2-40B4-BE49-F238E27FC236}">
                <a16:creationId xmlns:a16="http://schemas.microsoft.com/office/drawing/2014/main" id="{9ECC6E59-0FDE-A291-0344-D331F27C560E}"/>
              </a:ext>
            </a:extLst>
          </p:cNvPr>
          <p:cNvSpPr/>
          <p:nvPr/>
        </p:nvSpPr>
        <p:spPr>
          <a:xfrm>
            <a:off x="2971800" y="2590800"/>
            <a:ext cx="1447800" cy="38100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b="1" dirty="0">
                <a:latin typeface="Consolas" panose="020B0609020204030204" pitchFamily="49" charset="0"/>
                <a:cs typeface="Consolas" panose="020B0609020204030204" pitchFamily="49" charset="0"/>
              </a:rPr>
              <a:t>b8</a:t>
            </a:r>
          </a:p>
        </p:txBody>
      </p:sp>
      <p:sp>
        <p:nvSpPr>
          <p:cNvPr id="7" name="Rectangle 6">
            <a:extLst>
              <a:ext uri="{FF2B5EF4-FFF2-40B4-BE49-F238E27FC236}">
                <a16:creationId xmlns:a16="http://schemas.microsoft.com/office/drawing/2014/main" id="{7D804E98-9DCB-BE7E-0343-C88E43AA13BE}"/>
              </a:ext>
            </a:extLst>
          </p:cNvPr>
          <p:cNvSpPr/>
          <p:nvPr/>
        </p:nvSpPr>
        <p:spPr>
          <a:xfrm>
            <a:off x="4724400" y="2590800"/>
            <a:ext cx="1447800" cy="38100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b="1" dirty="0">
                <a:latin typeface="Consolas" panose="020B0609020204030204" pitchFamily="49" charset="0"/>
                <a:cs typeface="Consolas" panose="020B0609020204030204" pitchFamily="49" charset="0"/>
              </a:rPr>
              <a:t>c16</a:t>
            </a:r>
          </a:p>
        </p:txBody>
      </p:sp>
      <p:sp>
        <p:nvSpPr>
          <p:cNvPr id="8" name="Rectangle 7">
            <a:extLst>
              <a:ext uri="{FF2B5EF4-FFF2-40B4-BE49-F238E27FC236}">
                <a16:creationId xmlns:a16="http://schemas.microsoft.com/office/drawing/2014/main" id="{C52CD9AA-6268-F0F7-4215-97D8AE8E32BD}"/>
              </a:ext>
            </a:extLst>
          </p:cNvPr>
          <p:cNvSpPr/>
          <p:nvPr/>
        </p:nvSpPr>
        <p:spPr>
          <a:xfrm>
            <a:off x="6438900" y="2590800"/>
            <a:ext cx="1447800" cy="38100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b="1" dirty="0">
                <a:solidFill>
                  <a:srgbClr val="FF0000"/>
                </a:solidFill>
                <a:latin typeface="Consolas" panose="020B0609020204030204" pitchFamily="49" charset="0"/>
                <a:cs typeface="Consolas" panose="020B0609020204030204" pitchFamily="49" charset="0"/>
              </a:rPr>
              <a:t>d16</a:t>
            </a:r>
          </a:p>
        </p:txBody>
      </p:sp>
      <p:sp>
        <p:nvSpPr>
          <p:cNvPr id="9" name="Rectangle 8">
            <a:extLst>
              <a:ext uri="{FF2B5EF4-FFF2-40B4-BE49-F238E27FC236}">
                <a16:creationId xmlns:a16="http://schemas.microsoft.com/office/drawing/2014/main" id="{FBBDAD45-29FF-62DB-0790-4129EF0FFE0E}"/>
              </a:ext>
            </a:extLst>
          </p:cNvPr>
          <p:cNvSpPr/>
          <p:nvPr/>
        </p:nvSpPr>
        <p:spPr>
          <a:xfrm>
            <a:off x="2308438" y="4053483"/>
            <a:ext cx="4495800" cy="83820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Subroutine</a:t>
            </a:r>
          </a:p>
        </p:txBody>
      </p:sp>
      <p:sp>
        <p:nvSpPr>
          <p:cNvPr id="10" name="TextBox 9">
            <a:extLst>
              <a:ext uri="{FF2B5EF4-FFF2-40B4-BE49-F238E27FC236}">
                <a16:creationId xmlns:a16="http://schemas.microsoft.com/office/drawing/2014/main" id="{0CE50D12-7EEF-2322-4458-9E6BB251A31B}"/>
              </a:ext>
            </a:extLst>
          </p:cNvPr>
          <p:cNvSpPr txBox="1"/>
          <p:nvPr/>
        </p:nvSpPr>
        <p:spPr>
          <a:xfrm>
            <a:off x="1126316" y="2971800"/>
            <a:ext cx="1648208" cy="369332"/>
          </a:xfrm>
          <a:prstGeom prst="rect">
            <a:avLst/>
          </a:prstGeom>
          <a:noFill/>
        </p:spPr>
        <p:txBody>
          <a:bodyPr wrap="none" rtlCol="0">
            <a:spAutoFit/>
          </a:bodyPr>
          <a:lstStyle/>
          <a:p>
            <a:r>
              <a:rPr lang="en-US" dirty="0"/>
              <a:t>Register </a:t>
            </a:r>
            <a:r>
              <a:rPr lang="en-US" b="1" dirty="0">
                <a:solidFill>
                  <a:srgbClr val="FF0000"/>
                </a:solidFill>
                <a:latin typeface="Consolas" panose="020B0609020204030204" pitchFamily="49" charset="0"/>
              </a:rPr>
              <a:t>r1:r0</a:t>
            </a:r>
          </a:p>
        </p:txBody>
      </p:sp>
      <p:sp>
        <p:nvSpPr>
          <p:cNvPr id="12" name="TextBox 11">
            <a:extLst>
              <a:ext uri="{FF2B5EF4-FFF2-40B4-BE49-F238E27FC236}">
                <a16:creationId xmlns:a16="http://schemas.microsoft.com/office/drawing/2014/main" id="{1BF6FCE4-B778-D891-A539-32C9F31C665C}"/>
              </a:ext>
            </a:extLst>
          </p:cNvPr>
          <p:cNvSpPr txBox="1"/>
          <p:nvPr/>
        </p:nvSpPr>
        <p:spPr>
          <a:xfrm>
            <a:off x="3060750" y="2971800"/>
            <a:ext cx="1268296" cy="369332"/>
          </a:xfrm>
          <a:prstGeom prst="rect">
            <a:avLst/>
          </a:prstGeom>
          <a:noFill/>
        </p:spPr>
        <p:txBody>
          <a:bodyPr wrap="none" rtlCol="0">
            <a:spAutoFit/>
          </a:bodyPr>
          <a:lstStyle/>
          <a:p>
            <a:r>
              <a:rPr lang="en-US" dirty="0"/>
              <a:t>Register </a:t>
            </a:r>
            <a:r>
              <a:rPr lang="en-US" b="1" dirty="0">
                <a:solidFill>
                  <a:srgbClr val="FF0000"/>
                </a:solidFill>
                <a:latin typeface="Consolas" panose="020B0609020204030204" pitchFamily="49" charset="0"/>
              </a:rPr>
              <a:t>r2</a:t>
            </a:r>
          </a:p>
        </p:txBody>
      </p:sp>
      <p:sp>
        <p:nvSpPr>
          <p:cNvPr id="13" name="TextBox 12">
            <a:extLst>
              <a:ext uri="{FF2B5EF4-FFF2-40B4-BE49-F238E27FC236}">
                <a16:creationId xmlns:a16="http://schemas.microsoft.com/office/drawing/2014/main" id="{92808386-3B22-1A70-1D2E-E9457F9ACA75}"/>
              </a:ext>
            </a:extLst>
          </p:cNvPr>
          <p:cNvSpPr txBox="1"/>
          <p:nvPr/>
        </p:nvSpPr>
        <p:spPr>
          <a:xfrm>
            <a:off x="4814152" y="2971800"/>
            <a:ext cx="1268296" cy="369332"/>
          </a:xfrm>
          <a:prstGeom prst="rect">
            <a:avLst/>
          </a:prstGeom>
          <a:noFill/>
        </p:spPr>
        <p:txBody>
          <a:bodyPr wrap="none" rtlCol="0">
            <a:spAutoFit/>
          </a:bodyPr>
          <a:lstStyle/>
          <a:p>
            <a:r>
              <a:rPr lang="en-US" dirty="0"/>
              <a:t>Register </a:t>
            </a:r>
            <a:r>
              <a:rPr lang="en-US" b="1" dirty="0">
                <a:solidFill>
                  <a:srgbClr val="FF0000"/>
                </a:solidFill>
                <a:latin typeface="Consolas" panose="020B0609020204030204" pitchFamily="49" charset="0"/>
              </a:rPr>
              <a:t>r3</a:t>
            </a:r>
          </a:p>
        </p:txBody>
      </p:sp>
      <p:cxnSp>
        <p:nvCxnSpPr>
          <p:cNvPr id="16" name="Straight Arrow Connector 15">
            <a:extLst>
              <a:ext uri="{FF2B5EF4-FFF2-40B4-BE49-F238E27FC236}">
                <a16:creationId xmlns:a16="http://schemas.microsoft.com/office/drawing/2014/main" id="{A0A48D20-9467-A211-65EB-9B7D3330D92D}"/>
              </a:ext>
            </a:extLst>
          </p:cNvPr>
          <p:cNvCxnSpPr/>
          <p:nvPr/>
        </p:nvCxnSpPr>
        <p:spPr>
          <a:xfrm>
            <a:off x="1940328" y="3285966"/>
            <a:ext cx="1038809" cy="648851"/>
          </a:xfrm>
          <a:prstGeom prst="straightConnector1">
            <a:avLst/>
          </a:prstGeom>
          <a:ln w="28575">
            <a:tailEnd type="triangle"/>
          </a:ln>
        </p:spPr>
        <p:style>
          <a:lnRef idx="1">
            <a:schemeClr val="accent1"/>
          </a:lnRef>
          <a:fillRef idx="0">
            <a:schemeClr val="accent1"/>
          </a:fillRef>
          <a:effectRef idx="0">
            <a:schemeClr val="accent1"/>
          </a:effectRef>
          <a:fontRef idx="minor">
            <a:schemeClr val="tx1"/>
          </a:fontRef>
        </p:style>
      </p:cxnSp>
      <p:cxnSp>
        <p:nvCxnSpPr>
          <p:cNvPr id="22" name="Straight Arrow Connector 21">
            <a:extLst>
              <a:ext uri="{FF2B5EF4-FFF2-40B4-BE49-F238E27FC236}">
                <a16:creationId xmlns:a16="http://schemas.microsoft.com/office/drawing/2014/main" id="{38805BED-252D-C0B1-BCD5-C98E0E7BC7E0}"/>
              </a:ext>
            </a:extLst>
          </p:cNvPr>
          <p:cNvCxnSpPr/>
          <p:nvPr/>
        </p:nvCxnSpPr>
        <p:spPr>
          <a:xfrm>
            <a:off x="3705159" y="3341132"/>
            <a:ext cx="392313" cy="545068"/>
          </a:xfrm>
          <a:prstGeom prst="straightConnector1">
            <a:avLst/>
          </a:prstGeom>
          <a:ln w="28575">
            <a:tailEnd type="triangle"/>
          </a:ln>
        </p:spPr>
        <p:style>
          <a:lnRef idx="1">
            <a:schemeClr val="accent1"/>
          </a:lnRef>
          <a:fillRef idx="0">
            <a:schemeClr val="accent1"/>
          </a:fillRef>
          <a:effectRef idx="0">
            <a:schemeClr val="accent1"/>
          </a:effectRef>
          <a:fontRef idx="minor">
            <a:schemeClr val="tx1"/>
          </a:fontRef>
        </p:style>
      </p:cxnSp>
      <p:cxnSp>
        <p:nvCxnSpPr>
          <p:cNvPr id="24" name="Straight Arrow Connector 23">
            <a:extLst>
              <a:ext uri="{FF2B5EF4-FFF2-40B4-BE49-F238E27FC236}">
                <a16:creationId xmlns:a16="http://schemas.microsoft.com/office/drawing/2014/main" id="{0539C0E9-CC64-D6E3-CE9D-3442B3E00ED2}"/>
              </a:ext>
            </a:extLst>
          </p:cNvPr>
          <p:cNvCxnSpPr/>
          <p:nvPr/>
        </p:nvCxnSpPr>
        <p:spPr>
          <a:xfrm flipH="1">
            <a:off x="5055068" y="3327042"/>
            <a:ext cx="392313" cy="545068"/>
          </a:xfrm>
          <a:prstGeom prst="straightConnector1">
            <a:avLst/>
          </a:prstGeom>
          <a:ln w="28575">
            <a:tailEnd type="triangle"/>
          </a:ln>
        </p:spPr>
        <p:style>
          <a:lnRef idx="1">
            <a:schemeClr val="accent1"/>
          </a:lnRef>
          <a:fillRef idx="0">
            <a:schemeClr val="accent1"/>
          </a:fillRef>
          <a:effectRef idx="0">
            <a:schemeClr val="accent1"/>
          </a:effectRef>
          <a:fontRef idx="minor">
            <a:schemeClr val="tx1"/>
          </a:fontRef>
        </p:style>
      </p:cxnSp>
      <p:sp>
        <p:nvSpPr>
          <p:cNvPr id="25" name="Rectangle 24">
            <a:extLst>
              <a:ext uri="{FF2B5EF4-FFF2-40B4-BE49-F238E27FC236}">
                <a16:creationId xmlns:a16="http://schemas.microsoft.com/office/drawing/2014/main" id="{CE738B46-A3CD-B7DE-13FF-CB07BD7708E0}"/>
              </a:ext>
            </a:extLst>
          </p:cNvPr>
          <p:cNvSpPr/>
          <p:nvPr/>
        </p:nvSpPr>
        <p:spPr>
          <a:xfrm>
            <a:off x="3848100" y="5489615"/>
            <a:ext cx="1447800" cy="38100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Return Value </a:t>
            </a:r>
          </a:p>
        </p:txBody>
      </p:sp>
      <p:cxnSp>
        <p:nvCxnSpPr>
          <p:cNvPr id="26" name="Straight Arrow Connector 25">
            <a:extLst>
              <a:ext uri="{FF2B5EF4-FFF2-40B4-BE49-F238E27FC236}">
                <a16:creationId xmlns:a16="http://schemas.microsoft.com/office/drawing/2014/main" id="{41D2F895-770F-85D2-1B67-C58EE3AC98FF}"/>
              </a:ext>
            </a:extLst>
          </p:cNvPr>
          <p:cNvCxnSpPr/>
          <p:nvPr/>
        </p:nvCxnSpPr>
        <p:spPr>
          <a:xfrm>
            <a:off x="4556338" y="5000090"/>
            <a:ext cx="15661" cy="457244"/>
          </a:xfrm>
          <a:prstGeom prst="straightConnector1">
            <a:avLst/>
          </a:prstGeom>
          <a:ln w="28575">
            <a:tailEnd type="triangle"/>
          </a:ln>
        </p:spPr>
        <p:style>
          <a:lnRef idx="1">
            <a:schemeClr val="accent1"/>
          </a:lnRef>
          <a:fillRef idx="0">
            <a:schemeClr val="accent1"/>
          </a:fillRef>
          <a:effectRef idx="0">
            <a:schemeClr val="accent1"/>
          </a:effectRef>
          <a:fontRef idx="minor">
            <a:schemeClr val="tx1"/>
          </a:fontRef>
        </p:style>
      </p:cxnSp>
      <p:sp>
        <p:nvSpPr>
          <p:cNvPr id="30" name="TextBox 29">
            <a:extLst>
              <a:ext uri="{FF2B5EF4-FFF2-40B4-BE49-F238E27FC236}">
                <a16:creationId xmlns:a16="http://schemas.microsoft.com/office/drawing/2014/main" id="{C0AE8DF0-7A95-F76D-8ABB-A1480862A3A8}"/>
              </a:ext>
            </a:extLst>
          </p:cNvPr>
          <p:cNvSpPr txBox="1"/>
          <p:nvPr/>
        </p:nvSpPr>
        <p:spPr>
          <a:xfrm>
            <a:off x="3937050" y="5850017"/>
            <a:ext cx="1269899" cy="369332"/>
          </a:xfrm>
          <a:prstGeom prst="rect">
            <a:avLst/>
          </a:prstGeom>
          <a:noFill/>
        </p:spPr>
        <p:txBody>
          <a:bodyPr wrap="none" rtlCol="0">
            <a:spAutoFit/>
          </a:bodyPr>
          <a:lstStyle/>
          <a:p>
            <a:r>
              <a:rPr lang="en-US" dirty="0"/>
              <a:t>Register </a:t>
            </a:r>
            <a:r>
              <a:rPr lang="en-US" b="1" dirty="0">
                <a:solidFill>
                  <a:srgbClr val="FF0000"/>
                </a:solidFill>
                <a:latin typeface="Consolas" panose="020B0609020204030204" pitchFamily="49" charset="0"/>
              </a:rPr>
              <a:t>R0</a:t>
            </a:r>
          </a:p>
        </p:txBody>
      </p:sp>
      <p:sp>
        <p:nvSpPr>
          <p:cNvPr id="11" name="Rectangle 10">
            <a:extLst>
              <a:ext uri="{FF2B5EF4-FFF2-40B4-BE49-F238E27FC236}">
                <a16:creationId xmlns:a16="http://schemas.microsoft.com/office/drawing/2014/main" id="{E9E03112-E023-013F-1E04-3E5790D7A556}"/>
              </a:ext>
            </a:extLst>
          </p:cNvPr>
          <p:cNvSpPr/>
          <p:nvPr/>
        </p:nvSpPr>
        <p:spPr>
          <a:xfrm>
            <a:off x="76200" y="1593468"/>
            <a:ext cx="9163050" cy="369332"/>
          </a:xfrm>
          <a:prstGeom prst="rect">
            <a:avLst/>
          </a:prstGeom>
        </p:spPr>
        <p:txBody>
          <a:bodyPr wrap="square">
            <a:spAutoFit/>
          </a:bodyPr>
          <a:lstStyle/>
          <a:p>
            <a:r>
              <a:rPr lang="en-US" b="1" dirty="0">
                <a:latin typeface="Consolas" panose="020B0609020204030204" pitchFamily="49" charset="0"/>
              </a:rPr>
              <a:t>uint64_t sum(</a:t>
            </a:r>
            <a:r>
              <a:rPr lang="en-US" b="1" dirty="0">
                <a:solidFill>
                  <a:srgbClr val="FF0000"/>
                </a:solidFill>
                <a:latin typeface="Consolas" panose="020B0609020204030204" pitchFamily="49" charset="0"/>
              </a:rPr>
              <a:t>uint64_t</a:t>
            </a:r>
            <a:r>
              <a:rPr lang="en-US" b="1" dirty="0">
                <a:latin typeface="Consolas" panose="020B0609020204030204" pitchFamily="49" charset="0"/>
              </a:rPr>
              <a:t> a64, uint8_t b8, uint16_t c16, uint16_t d16);</a:t>
            </a:r>
          </a:p>
        </p:txBody>
      </p:sp>
      <p:sp>
        <p:nvSpPr>
          <p:cNvPr id="23" name="TextBox 22">
            <a:extLst>
              <a:ext uri="{FF2B5EF4-FFF2-40B4-BE49-F238E27FC236}">
                <a16:creationId xmlns:a16="http://schemas.microsoft.com/office/drawing/2014/main" id="{2A09A543-6103-44EB-8B1D-8744EF784763}"/>
              </a:ext>
            </a:extLst>
          </p:cNvPr>
          <p:cNvSpPr txBox="1"/>
          <p:nvPr/>
        </p:nvSpPr>
        <p:spPr>
          <a:xfrm>
            <a:off x="5688297" y="3233683"/>
            <a:ext cx="3254417" cy="646331"/>
          </a:xfrm>
          <a:prstGeom prst="rect">
            <a:avLst/>
          </a:prstGeom>
          <a:noFill/>
        </p:spPr>
        <p:txBody>
          <a:bodyPr wrap="none" rtlCol="0">
            <a:spAutoFit/>
          </a:bodyPr>
          <a:lstStyle/>
          <a:p>
            <a:pPr marL="342900" indent="-342900">
              <a:buFont typeface="Arial" panose="020B0604020202020204" pitchFamily="34" charset="0"/>
              <a:buChar char="•"/>
            </a:pPr>
            <a:r>
              <a:rPr lang="en-US" dirty="0">
                <a:solidFill>
                  <a:srgbClr val="FF0000"/>
                </a:solidFill>
              </a:rPr>
              <a:t>Caller pushes d16 onto stack</a:t>
            </a:r>
          </a:p>
          <a:p>
            <a:pPr marL="342900" indent="-342900">
              <a:buFont typeface="Arial" panose="020B0604020202020204" pitchFamily="34" charset="0"/>
              <a:buChar char="•"/>
            </a:pPr>
            <a:r>
              <a:rPr lang="en-US" dirty="0">
                <a:solidFill>
                  <a:srgbClr val="FF0000"/>
                </a:solidFill>
              </a:rPr>
              <a:t>Callee pops d16 from stack</a:t>
            </a:r>
          </a:p>
        </p:txBody>
      </p:sp>
      <p:sp>
        <p:nvSpPr>
          <p:cNvPr id="4" name="Content Placeholder 3">
            <a:extLst>
              <a:ext uri="{FF2B5EF4-FFF2-40B4-BE49-F238E27FC236}">
                <a16:creationId xmlns:a16="http://schemas.microsoft.com/office/drawing/2014/main" id="{72717BE0-5FBD-4A0E-563C-52EA77FE0BE1}"/>
              </a:ext>
            </a:extLst>
          </p:cNvPr>
          <p:cNvSpPr>
            <a:spLocks noGrp="1"/>
          </p:cNvSpPr>
          <p:nvPr>
            <p:ph sz="quarter" idx="1"/>
          </p:nvPr>
        </p:nvSpPr>
        <p:spPr>
          <a:xfrm>
            <a:off x="457200" y="1962800"/>
            <a:ext cx="8229600" cy="595719"/>
          </a:xfrm>
        </p:spPr>
        <p:txBody>
          <a:bodyPr/>
          <a:lstStyle/>
          <a:p>
            <a:r>
              <a:rPr lang="en-US" dirty="0"/>
              <a:t>Fill in register names.</a:t>
            </a:r>
          </a:p>
        </p:txBody>
      </p:sp>
    </p:spTree>
    <p:extLst>
      <p:ext uri="{BB962C8B-B14F-4D97-AF65-F5344CB8AC3E}">
        <p14:creationId xmlns:p14="http://schemas.microsoft.com/office/powerpoint/2010/main" val="291806551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23"/>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3" grpId="0"/>
    </p:bld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Argument Passing</a:t>
            </a:r>
          </a:p>
        </p:txBody>
      </p:sp>
      <p:sp>
        <p:nvSpPr>
          <p:cNvPr id="3" name="Slide Number Placeholder 2"/>
          <p:cNvSpPr>
            <a:spLocks noGrp="1"/>
          </p:cNvSpPr>
          <p:nvPr>
            <p:ph type="sldNum" sz="quarter" idx="12"/>
          </p:nvPr>
        </p:nvSpPr>
        <p:spPr/>
        <p:txBody>
          <a:bodyPr/>
          <a:lstStyle/>
          <a:p>
            <a:fld id="{EA7C8D44-3667-46F6-9772-CC52308E2A7F}" type="slidenum">
              <a:rPr kumimoji="0" lang="en-US" smtClean="0"/>
              <a:pPr/>
              <a:t>15</a:t>
            </a:fld>
            <a:endParaRPr kumimoji="0" lang="en-US" dirty="0"/>
          </a:p>
        </p:txBody>
      </p:sp>
      <p:sp>
        <p:nvSpPr>
          <p:cNvPr id="4" name="Content Placeholder 3"/>
          <p:cNvSpPr>
            <a:spLocks noGrp="1"/>
          </p:cNvSpPr>
          <p:nvPr>
            <p:ph sz="quarter" idx="1"/>
          </p:nvPr>
        </p:nvSpPr>
        <p:spPr/>
        <p:txBody>
          <a:bodyPr/>
          <a:lstStyle/>
          <a:p>
            <a:r>
              <a:rPr lang="en-US" altLang="zh-CN" dirty="0"/>
              <a:t>W</a:t>
            </a:r>
            <a:r>
              <a:rPr lang="en-US" dirty="0"/>
              <a:t>hich registers are used to pass the arguments and return the result? </a:t>
            </a:r>
          </a:p>
        </p:txBody>
      </p:sp>
      <p:sp>
        <p:nvSpPr>
          <p:cNvPr id="5" name="Rectangle 4"/>
          <p:cNvSpPr/>
          <p:nvPr/>
        </p:nvSpPr>
        <p:spPr>
          <a:xfrm>
            <a:off x="304800" y="2133600"/>
            <a:ext cx="5582234" cy="369332"/>
          </a:xfrm>
          <a:prstGeom prst="rect">
            <a:avLst/>
          </a:prstGeom>
        </p:spPr>
        <p:style>
          <a:lnRef idx="1">
            <a:schemeClr val="accent1"/>
          </a:lnRef>
          <a:fillRef idx="2">
            <a:schemeClr val="accent1"/>
          </a:fillRef>
          <a:effectRef idx="1">
            <a:schemeClr val="accent1"/>
          </a:effectRef>
          <a:fontRef idx="minor">
            <a:schemeClr val="dk1"/>
          </a:fontRef>
        </p:style>
        <p:txBody>
          <a:bodyPr wrap="none">
            <a:spAutoFit/>
          </a:bodyPr>
          <a:lstStyle/>
          <a:p>
            <a:r>
              <a:rPr lang="en-US" dirty="0">
                <a:solidFill>
                  <a:srgbClr val="333333"/>
                </a:solidFill>
                <a:latin typeface="Segoe UI" panose="020B0502040204020203" pitchFamily="34" charset="0"/>
              </a:rPr>
              <a:t>long fun (short a1, char a2, double a3, </a:t>
            </a:r>
            <a:r>
              <a:rPr lang="en-US" dirty="0" err="1">
                <a:solidFill>
                  <a:srgbClr val="333333"/>
                </a:solidFill>
                <a:latin typeface="Segoe UI" panose="020B0502040204020203" pitchFamily="34" charset="0"/>
              </a:rPr>
              <a:t>int</a:t>
            </a:r>
            <a:r>
              <a:rPr lang="en-US" dirty="0">
                <a:solidFill>
                  <a:srgbClr val="333333"/>
                </a:solidFill>
                <a:latin typeface="Segoe UI" panose="020B0502040204020203" pitchFamily="34" charset="0"/>
              </a:rPr>
              <a:t> a4, char a5)</a:t>
            </a:r>
          </a:p>
        </p:txBody>
      </p:sp>
      <p:graphicFrame>
        <p:nvGraphicFramePr>
          <p:cNvPr id="6" name="Content Placeholder 12"/>
          <p:cNvGraphicFramePr>
            <a:graphicFrameLocks/>
          </p:cNvGraphicFramePr>
          <p:nvPr>
            <p:extLst>
              <p:ext uri="{D42A27DB-BD31-4B8C-83A1-F6EECF244321}">
                <p14:modId xmlns:p14="http://schemas.microsoft.com/office/powerpoint/2010/main" val="2965774675"/>
              </p:ext>
            </p:extLst>
          </p:nvPr>
        </p:nvGraphicFramePr>
        <p:xfrm>
          <a:off x="685800" y="2835886"/>
          <a:ext cx="2971800" cy="370840"/>
        </p:xfrm>
        <a:graphic>
          <a:graphicData uri="http://schemas.openxmlformats.org/drawingml/2006/table">
            <a:tbl>
              <a:tblPr firstRow="1" bandRow="1">
                <a:tableStyleId>{5940675A-B579-460E-94D1-54222C63F5DA}</a:tableStyleId>
              </a:tblPr>
              <a:tblGrid>
                <a:gridCol w="742950">
                  <a:extLst>
                    <a:ext uri="{9D8B030D-6E8A-4147-A177-3AD203B41FA5}">
                      <a16:colId xmlns:a16="http://schemas.microsoft.com/office/drawing/2014/main" val="242172939"/>
                    </a:ext>
                  </a:extLst>
                </a:gridCol>
                <a:gridCol w="742950">
                  <a:extLst>
                    <a:ext uri="{9D8B030D-6E8A-4147-A177-3AD203B41FA5}">
                      <a16:colId xmlns:a16="http://schemas.microsoft.com/office/drawing/2014/main" val="2188387863"/>
                    </a:ext>
                  </a:extLst>
                </a:gridCol>
                <a:gridCol w="742950">
                  <a:extLst>
                    <a:ext uri="{9D8B030D-6E8A-4147-A177-3AD203B41FA5}">
                      <a16:colId xmlns:a16="http://schemas.microsoft.com/office/drawing/2014/main" val="85967061"/>
                    </a:ext>
                  </a:extLst>
                </a:gridCol>
                <a:gridCol w="742950">
                  <a:extLst>
                    <a:ext uri="{9D8B030D-6E8A-4147-A177-3AD203B41FA5}">
                      <a16:colId xmlns:a16="http://schemas.microsoft.com/office/drawing/2014/main" val="2525421763"/>
                    </a:ext>
                  </a:extLst>
                </a:gridCol>
              </a:tblGrid>
              <a:tr h="370840">
                <a:tc>
                  <a:txBody>
                    <a:bodyPr/>
                    <a:lstStyle/>
                    <a:p>
                      <a:pPr algn="ctr"/>
                      <a:r>
                        <a:rPr lang="en-US" dirty="0"/>
                        <a:t>R0</a:t>
                      </a:r>
                    </a:p>
                  </a:txBody>
                  <a:tcPr/>
                </a:tc>
                <a:tc>
                  <a:txBody>
                    <a:bodyPr/>
                    <a:lstStyle/>
                    <a:p>
                      <a:pPr algn="ctr"/>
                      <a:r>
                        <a:rPr lang="en-US" dirty="0"/>
                        <a:t>R1</a:t>
                      </a:r>
                    </a:p>
                  </a:txBody>
                  <a:tcPr/>
                </a:tc>
                <a:tc>
                  <a:txBody>
                    <a:bodyPr/>
                    <a:lstStyle/>
                    <a:p>
                      <a:pPr algn="ctr"/>
                      <a:r>
                        <a:rPr lang="en-US" dirty="0"/>
                        <a:t>R2</a:t>
                      </a:r>
                    </a:p>
                  </a:txBody>
                  <a:tcPr/>
                </a:tc>
                <a:tc>
                  <a:txBody>
                    <a:bodyPr/>
                    <a:lstStyle/>
                    <a:p>
                      <a:pPr algn="ctr"/>
                      <a:r>
                        <a:rPr lang="en-US" dirty="0"/>
                        <a:t>R3</a:t>
                      </a:r>
                    </a:p>
                  </a:txBody>
                  <a:tcPr/>
                </a:tc>
                <a:extLst>
                  <a:ext uri="{0D108BD9-81ED-4DB2-BD59-A6C34878D82A}">
                    <a16:rowId xmlns:a16="http://schemas.microsoft.com/office/drawing/2014/main" val="3892313521"/>
                  </a:ext>
                </a:extLst>
              </a:tr>
            </a:tbl>
          </a:graphicData>
        </a:graphic>
      </p:graphicFrame>
      <p:graphicFrame>
        <p:nvGraphicFramePr>
          <p:cNvPr id="7" name="Content Placeholder 12"/>
          <p:cNvGraphicFramePr>
            <a:graphicFrameLocks/>
          </p:cNvGraphicFramePr>
          <p:nvPr>
            <p:extLst>
              <p:ext uri="{D42A27DB-BD31-4B8C-83A1-F6EECF244321}">
                <p14:modId xmlns:p14="http://schemas.microsoft.com/office/powerpoint/2010/main" val="429716298"/>
              </p:ext>
            </p:extLst>
          </p:nvPr>
        </p:nvGraphicFramePr>
        <p:xfrm>
          <a:off x="3962397" y="2835886"/>
          <a:ext cx="4648203" cy="370840"/>
        </p:xfrm>
        <a:graphic>
          <a:graphicData uri="http://schemas.openxmlformats.org/drawingml/2006/table">
            <a:tbl>
              <a:tblPr firstRow="1" bandRow="1">
                <a:tableStyleId>{5940675A-B579-460E-94D1-54222C63F5DA}</a:tableStyleId>
              </a:tblPr>
              <a:tblGrid>
                <a:gridCol w="4648203">
                  <a:extLst>
                    <a:ext uri="{9D8B030D-6E8A-4147-A177-3AD203B41FA5}">
                      <a16:colId xmlns:a16="http://schemas.microsoft.com/office/drawing/2014/main" val="242172939"/>
                    </a:ext>
                  </a:extLst>
                </a:gridCol>
              </a:tblGrid>
              <a:tr h="370840">
                <a:tc>
                  <a:txBody>
                    <a:bodyPr/>
                    <a:lstStyle/>
                    <a:p>
                      <a:endParaRPr lang="en-US" dirty="0"/>
                    </a:p>
                  </a:txBody>
                  <a:tcPr/>
                </a:tc>
                <a:extLst>
                  <a:ext uri="{0D108BD9-81ED-4DB2-BD59-A6C34878D82A}">
                    <a16:rowId xmlns:a16="http://schemas.microsoft.com/office/drawing/2014/main" val="3892313521"/>
                  </a:ext>
                </a:extLst>
              </a:tr>
            </a:tbl>
          </a:graphicData>
        </a:graphic>
      </p:graphicFrame>
      <p:sp>
        <p:nvSpPr>
          <p:cNvPr id="8" name="TextBox 7"/>
          <p:cNvSpPr txBox="1"/>
          <p:nvPr/>
        </p:nvSpPr>
        <p:spPr>
          <a:xfrm>
            <a:off x="1905000" y="2480826"/>
            <a:ext cx="1039067" cy="369332"/>
          </a:xfrm>
          <a:prstGeom prst="rect">
            <a:avLst/>
          </a:prstGeom>
          <a:noFill/>
        </p:spPr>
        <p:txBody>
          <a:bodyPr wrap="none" rtlCol="0">
            <a:spAutoFit/>
          </a:bodyPr>
          <a:lstStyle/>
          <a:p>
            <a:r>
              <a:rPr lang="en-US" dirty="0"/>
              <a:t>Registers</a:t>
            </a:r>
          </a:p>
        </p:txBody>
      </p:sp>
      <p:sp>
        <p:nvSpPr>
          <p:cNvPr id="9" name="TextBox 8"/>
          <p:cNvSpPr txBox="1"/>
          <p:nvPr/>
        </p:nvSpPr>
        <p:spPr>
          <a:xfrm>
            <a:off x="5334000" y="2480826"/>
            <a:ext cx="1765676" cy="646331"/>
          </a:xfrm>
          <a:prstGeom prst="rect">
            <a:avLst/>
          </a:prstGeom>
          <a:noFill/>
        </p:spPr>
        <p:txBody>
          <a:bodyPr wrap="none" rtlCol="0">
            <a:spAutoFit/>
          </a:bodyPr>
          <a:lstStyle/>
          <a:p>
            <a:r>
              <a:rPr lang="en-US" dirty="0"/>
              <a:t>Stack </a:t>
            </a:r>
            <a:r>
              <a:rPr lang="en-US" altLang="zh-CN" dirty="0"/>
              <a:t>in Memory</a:t>
            </a:r>
            <a:endParaRPr lang="en-US" dirty="0"/>
          </a:p>
          <a:p>
            <a:endParaRPr lang="en-US" dirty="0"/>
          </a:p>
        </p:txBody>
      </p:sp>
    </p:spTree>
    <p:extLst>
      <p:ext uri="{BB962C8B-B14F-4D97-AF65-F5344CB8AC3E}">
        <p14:creationId xmlns:p14="http://schemas.microsoft.com/office/powerpoint/2010/main" val="3252337491"/>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Argument Passing ANS</a:t>
            </a:r>
          </a:p>
        </p:txBody>
      </p:sp>
      <p:sp>
        <p:nvSpPr>
          <p:cNvPr id="3" name="Slide Number Placeholder 2"/>
          <p:cNvSpPr>
            <a:spLocks noGrp="1"/>
          </p:cNvSpPr>
          <p:nvPr>
            <p:ph type="sldNum" sz="quarter" idx="12"/>
          </p:nvPr>
        </p:nvSpPr>
        <p:spPr/>
        <p:txBody>
          <a:bodyPr/>
          <a:lstStyle/>
          <a:p>
            <a:fld id="{EA7C8D44-3667-46F6-9772-CC52308E2A7F}" type="slidenum">
              <a:rPr kumimoji="0" lang="en-US" smtClean="0"/>
              <a:pPr/>
              <a:t>16</a:t>
            </a:fld>
            <a:endParaRPr kumimoji="0" lang="en-US" dirty="0"/>
          </a:p>
        </p:txBody>
      </p:sp>
      <p:sp>
        <p:nvSpPr>
          <p:cNvPr id="4" name="Content Placeholder 3"/>
          <p:cNvSpPr>
            <a:spLocks noGrp="1"/>
          </p:cNvSpPr>
          <p:nvPr>
            <p:ph sz="quarter" idx="1"/>
          </p:nvPr>
        </p:nvSpPr>
        <p:spPr/>
        <p:txBody>
          <a:bodyPr>
            <a:normAutofit fontScale="92500" lnSpcReduction="20000"/>
          </a:bodyPr>
          <a:lstStyle/>
          <a:p>
            <a:r>
              <a:rPr lang="en-US" altLang="zh-CN" dirty="0"/>
              <a:t>W</a:t>
            </a:r>
            <a:r>
              <a:rPr lang="en-US" dirty="0"/>
              <a:t>hich registers are used to pass the arguments and return the result? </a:t>
            </a:r>
          </a:p>
          <a:p>
            <a:endParaRPr lang="en-US" dirty="0"/>
          </a:p>
          <a:p>
            <a:endParaRPr lang="en-US" dirty="0"/>
          </a:p>
          <a:p>
            <a:endParaRPr lang="en-US" dirty="0"/>
          </a:p>
          <a:p>
            <a:endParaRPr lang="en-US" dirty="0"/>
          </a:p>
          <a:p>
            <a:r>
              <a:rPr lang="en-US" dirty="0"/>
              <a:t>Each argument of 8-bit char, or 16-bit short, is passed in one 32-bit register; cannot use 1 register to pass more than 1 arguments</a:t>
            </a:r>
          </a:p>
          <a:p>
            <a:pPr lvl="1"/>
            <a:r>
              <a:rPr lang="en-US" dirty="0"/>
              <a:t>a1 (short) in R0.</a:t>
            </a:r>
          </a:p>
          <a:p>
            <a:pPr lvl="1"/>
            <a:r>
              <a:rPr lang="en-US" dirty="0"/>
              <a:t>a2 (char) in R1.</a:t>
            </a:r>
          </a:p>
          <a:p>
            <a:pPr lvl="1"/>
            <a:r>
              <a:rPr lang="en-US" dirty="0"/>
              <a:t>a3 (double) in R2 and R3.</a:t>
            </a:r>
          </a:p>
          <a:p>
            <a:pPr lvl="1"/>
            <a:r>
              <a:rPr lang="en-US" dirty="0"/>
              <a:t>a4 (int) on the stack.</a:t>
            </a:r>
          </a:p>
          <a:p>
            <a:pPr lvl="1"/>
            <a:r>
              <a:rPr lang="en-US" dirty="0"/>
              <a:t>a5 (char) on the stack.</a:t>
            </a:r>
          </a:p>
          <a:p>
            <a:endParaRPr lang="en-US" dirty="0"/>
          </a:p>
        </p:txBody>
      </p:sp>
      <p:sp>
        <p:nvSpPr>
          <p:cNvPr id="5" name="Rectangle 4"/>
          <p:cNvSpPr/>
          <p:nvPr/>
        </p:nvSpPr>
        <p:spPr>
          <a:xfrm>
            <a:off x="372140" y="2057400"/>
            <a:ext cx="5582234" cy="369332"/>
          </a:xfrm>
          <a:prstGeom prst="rect">
            <a:avLst/>
          </a:prstGeom>
        </p:spPr>
        <p:style>
          <a:lnRef idx="1">
            <a:schemeClr val="accent1"/>
          </a:lnRef>
          <a:fillRef idx="2">
            <a:schemeClr val="accent1"/>
          </a:fillRef>
          <a:effectRef idx="1">
            <a:schemeClr val="accent1"/>
          </a:effectRef>
          <a:fontRef idx="minor">
            <a:schemeClr val="dk1"/>
          </a:fontRef>
        </p:style>
        <p:txBody>
          <a:bodyPr wrap="none">
            <a:spAutoFit/>
          </a:bodyPr>
          <a:lstStyle/>
          <a:p>
            <a:r>
              <a:rPr lang="en-US" dirty="0">
                <a:solidFill>
                  <a:srgbClr val="333333"/>
                </a:solidFill>
                <a:latin typeface="Segoe UI" panose="020B0502040204020203" pitchFamily="34" charset="0"/>
              </a:rPr>
              <a:t>long fun (short a1, char a2, double a3, </a:t>
            </a:r>
            <a:r>
              <a:rPr lang="en-US" dirty="0" err="1">
                <a:solidFill>
                  <a:srgbClr val="333333"/>
                </a:solidFill>
                <a:latin typeface="Segoe UI" panose="020B0502040204020203" pitchFamily="34" charset="0"/>
              </a:rPr>
              <a:t>int</a:t>
            </a:r>
            <a:r>
              <a:rPr lang="en-US" dirty="0">
                <a:solidFill>
                  <a:srgbClr val="333333"/>
                </a:solidFill>
                <a:latin typeface="Segoe UI" panose="020B0502040204020203" pitchFamily="34" charset="0"/>
              </a:rPr>
              <a:t> a4, char a5)</a:t>
            </a:r>
          </a:p>
        </p:txBody>
      </p:sp>
      <p:graphicFrame>
        <p:nvGraphicFramePr>
          <p:cNvPr id="6" name="Content Placeholder 12"/>
          <p:cNvGraphicFramePr>
            <a:graphicFrameLocks/>
          </p:cNvGraphicFramePr>
          <p:nvPr>
            <p:extLst>
              <p:ext uri="{D42A27DB-BD31-4B8C-83A1-F6EECF244321}">
                <p14:modId xmlns:p14="http://schemas.microsoft.com/office/powerpoint/2010/main" val="4156475260"/>
              </p:ext>
            </p:extLst>
          </p:nvPr>
        </p:nvGraphicFramePr>
        <p:xfrm>
          <a:off x="753140" y="2759686"/>
          <a:ext cx="2971800" cy="370840"/>
        </p:xfrm>
        <a:graphic>
          <a:graphicData uri="http://schemas.openxmlformats.org/drawingml/2006/table">
            <a:tbl>
              <a:tblPr firstRow="1" bandRow="1">
                <a:tableStyleId>{5940675A-B579-460E-94D1-54222C63F5DA}</a:tableStyleId>
              </a:tblPr>
              <a:tblGrid>
                <a:gridCol w="742950">
                  <a:extLst>
                    <a:ext uri="{9D8B030D-6E8A-4147-A177-3AD203B41FA5}">
                      <a16:colId xmlns:a16="http://schemas.microsoft.com/office/drawing/2014/main" val="242172939"/>
                    </a:ext>
                  </a:extLst>
                </a:gridCol>
                <a:gridCol w="742950">
                  <a:extLst>
                    <a:ext uri="{9D8B030D-6E8A-4147-A177-3AD203B41FA5}">
                      <a16:colId xmlns:a16="http://schemas.microsoft.com/office/drawing/2014/main" val="2188387863"/>
                    </a:ext>
                  </a:extLst>
                </a:gridCol>
                <a:gridCol w="1485900">
                  <a:extLst>
                    <a:ext uri="{9D8B030D-6E8A-4147-A177-3AD203B41FA5}">
                      <a16:colId xmlns:a16="http://schemas.microsoft.com/office/drawing/2014/main" val="85967061"/>
                    </a:ext>
                  </a:extLst>
                </a:gridCol>
              </a:tblGrid>
              <a:tr h="370840">
                <a:tc>
                  <a:txBody>
                    <a:bodyPr/>
                    <a:lstStyle/>
                    <a:p>
                      <a:pPr algn="ctr"/>
                      <a:r>
                        <a:rPr lang="en-US" altLang="zh-CN" dirty="0"/>
                        <a:t>a1</a:t>
                      </a:r>
                      <a:endParaRPr lang="en-US" dirty="0"/>
                    </a:p>
                  </a:txBody>
                  <a:tcPr/>
                </a:tc>
                <a:tc>
                  <a:txBody>
                    <a:bodyPr/>
                    <a:lstStyle/>
                    <a:p>
                      <a:pPr algn="ctr"/>
                      <a:r>
                        <a:rPr lang="en-US" dirty="0"/>
                        <a:t>a2</a:t>
                      </a:r>
                    </a:p>
                  </a:txBody>
                  <a:tcPr/>
                </a:tc>
                <a:tc>
                  <a:txBody>
                    <a:bodyPr/>
                    <a:lstStyle/>
                    <a:p>
                      <a:pPr algn="ctr"/>
                      <a:r>
                        <a:rPr lang="en-US" dirty="0"/>
                        <a:t>a3</a:t>
                      </a:r>
                    </a:p>
                  </a:txBody>
                  <a:tcPr/>
                </a:tc>
                <a:extLst>
                  <a:ext uri="{0D108BD9-81ED-4DB2-BD59-A6C34878D82A}">
                    <a16:rowId xmlns:a16="http://schemas.microsoft.com/office/drawing/2014/main" val="3892313521"/>
                  </a:ext>
                </a:extLst>
              </a:tr>
            </a:tbl>
          </a:graphicData>
        </a:graphic>
      </p:graphicFrame>
      <p:graphicFrame>
        <p:nvGraphicFramePr>
          <p:cNvPr id="7" name="Content Placeholder 12"/>
          <p:cNvGraphicFramePr>
            <a:graphicFrameLocks/>
          </p:cNvGraphicFramePr>
          <p:nvPr>
            <p:extLst>
              <p:ext uri="{D42A27DB-BD31-4B8C-83A1-F6EECF244321}">
                <p14:modId xmlns:p14="http://schemas.microsoft.com/office/powerpoint/2010/main" val="855738313"/>
              </p:ext>
            </p:extLst>
          </p:nvPr>
        </p:nvGraphicFramePr>
        <p:xfrm>
          <a:off x="4029737" y="2759686"/>
          <a:ext cx="4648203" cy="370840"/>
        </p:xfrm>
        <a:graphic>
          <a:graphicData uri="http://schemas.openxmlformats.org/drawingml/2006/table">
            <a:tbl>
              <a:tblPr firstRow="1" bandRow="1">
                <a:tableStyleId>{5940675A-B579-460E-94D1-54222C63F5DA}</a:tableStyleId>
              </a:tblPr>
              <a:tblGrid>
                <a:gridCol w="664029">
                  <a:extLst>
                    <a:ext uri="{9D8B030D-6E8A-4147-A177-3AD203B41FA5}">
                      <a16:colId xmlns:a16="http://schemas.microsoft.com/office/drawing/2014/main" val="242172939"/>
                    </a:ext>
                  </a:extLst>
                </a:gridCol>
                <a:gridCol w="664029">
                  <a:extLst>
                    <a:ext uri="{9D8B030D-6E8A-4147-A177-3AD203B41FA5}">
                      <a16:colId xmlns:a16="http://schemas.microsoft.com/office/drawing/2014/main" val="2188387863"/>
                    </a:ext>
                  </a:extLst>
                </a:gridCol>
                <a:gridCol w="3320145">
                  <a:extLst>
                    <a:ext uri="{9D8B030D-6E8A-4147-A177-3AD203B41FA5}">
                      <a16:colId xmlns:a16="http://schemas.microsoft.com/office/drawing/2014/main" val="85967061"/>
                    </a:ext>
                  </a:extLst>
                </a:gridCol>
              </a:tblGrid>
              <a:tr h="370840">
                <a:tc>
                  <a:txBody>
                    <a:bodyPr/>
                    <a:lstStyle/>
                    <a:p>
                      <a:pPr algn="ctr"/>
                      <a:r>
                        <a:rPr lang="en-US"/>
                        <a:t>a4</a:t>
                      </a:r>
                      <a:endParaRPr lang="en-US" dirty="0"/>
                    </a:p>
                  </a:txBody>
                  <a:tcPr/>
                </a:tc>
                <a:tc>
                  <a:txBody>
                    <a:bodyPr/>
                    <a:lstStyle/>
                    <a:p>
                      <a:pPr algn="ctr"/>
                      <a:r>
                        <a:rPr lang="en-US" dirty="0"/>
                        <a:t>a5</a:t>
                      </a:r>
                    </a:p>
                  </a:txBody>
                  <a:tcPr/>
                </a:tc>
                <a:tc>
                  <a:txBody>
                    <a:bodyPr/>
                    <a:lstStyle/>
                    <a:p>
                      <a:pPr algn="ctr"/>
                      <a:endParaRPr lang="en-US" dirty="0"/>
                    </a:p>
                  </a:txBody>
                  <a:tcPr/>
                </a:tc>
                <a:extLst>
                  <a:ext uri="{0D108BD9-81ED-4DB2-BD59-A6C34878D82A}">
                    <a16:rowId xmlns:a16="http://schemas.microsoft.com/office/drawing/2014/main" val="3892313521"/>
                  </a:ext>
                </a:extLst>
              </a:tr>
            </a:tbl>
          </a:graphicData>
        </a:graphic>
      </p:graphicFrame>
      <p:sp>
        <p:nvSpPr>
          <p:cNvPr id="8" name="TextBox 7"/>
          <p:cNvSpPr txBox="1"/>
          <p:nvPr/>
        </p:nvSpPr>
        <p:spPr>
          <a:xfrm>
            <a:off x="1972340" y="2404626"/>
            <a:ext cx="1039067" cy="369332"/>
          </a:xfrm>
          <a:prstGeom prst="rect">
            <a:avLst/>
          </a:prstGeom>
          <a:noFill/>
        </p:spPr>
        <p:txBody>
          <a:bodyPr wrap="none" rtlCol="0">
            <a:spAutoFit/>
          </a:bodyPr>
          <a:lstStyle/>
          <a:p>
            <a:r>
              <a:rPr lang="en-US" dirty="0"/>
              <a:t>Registers</a:t>
            </a:r>
          </a:p>
        </p:txBody>
      </p:sp>
      <p:sp>
        <p:nvSpPr>
          <p:cNvPr id="9" name="TextBox 8"/>
          <p:cNvSpPr txBox="1"/>
          <p:nvPr/>
        </p:nvSpPr>
        <p:spPr>
          <a:xfrm>
            <a:off x="5401340" y="2404626"/>
            <a:ext cx="1765676" cy="646331"/>
          </a:xfrm>
          <a:prstGeom prst="rect">
            <a:avLst/>
          </a:prstGeom>
          <a:noFill/>
        </p:spPr>
        <p:txBody>
          <a:bodyPr wrap="none" rtlCol="0">
            <a:spAutoFit/>
          </a:bodyPr>
          <a:lstStyle/>
          <a:p>
            <a:r>
              <a:rPr lang="en-US" dirty="0"/>
              <a:t>Stack </a:t>
            </a:r>
            <a:r>
              <a:rPr lang="en-US" altLang="zh-CN" dirty="0"/>
              <a:t>in Memory</a:t>
            </a:r>
            <a:endParaRPr lang="en-US" dirty="0"/>
          </a:p>
          <a:p>
            <a:endParaRPr lang="en-US" dirty="0"/>
          </a:p>
        </p:txBody>
      </p:sp>
    </p:spTree>
    <p:extLst>
      <p:ext uri="{BB962C8B-B14F-4D97-AF65-F5344CB8AC3E}">
        <p14:creationId xmlns:p14="http://schemas.microsoft.com/office/powerpoint/2010/main" val="414796749"/>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8DFCAEB-CD92-F6E6-96EC-622670592FF2}"/>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B8B35D03-E63B-948E-7B28-FE2BC0D48EA8}"/>
              </a:ext>
            </a:extLst>
          </p:cNvPr>
          <p:cNvSpPr>
            <a:spLocks noGrp="1"/>
          </p:cNvSpPr>
          <p:nvPr>
            <p:ph type="title"/>
          </p:nvPr>
        </p:nvSpPr>
        <p:spPr/>
        <p:txBody>
          <a:bodyPr>
            <a:normAutofit fontScale="90000"/>
          </a:bodyPr>
          <a:lstStyle/>
          <a:p>
            <a:r>
              <a:rPr lang="en-US" dirty="0"/>
              <a:t>What’s wrong? Passing arguments and Returning Value</a:t>
            </a:r>
          </a:p>
        </p:txBody>
      </p:sp>
      <p:sp>
        <p:nvSpPr>
          <p:cNvPr id="3" name="Slide Number Placeholder 2">
            <a:extLst>
              <a:ext uri="{FF2B5EF4-FFF2-40B4-BE49-F238E27FC236}">
                <a16:creationId xmlns:a16="http://schemas.microsoft.com/office/drawing/2014/main" id="{F2A24FAD-DC69-0014-9A87-E1D9B0AFB91E}"/>
              </a:ext>
            </a:extLst>
          </p:cNvPr>
          <p:cNvSpPr>
            <a:spLocks noGrp="1"/>
          </p:cNvSpPr>
          <p:nvPr>
            <p:ph type="sldNum" sz="quarter" idx="12"/>
          </p:nvPr>
        </p:nvSpPr>
        <p:spPr/>
        <p:txBody>
          <a:bodyPr/>
          <a:lstStyle/>
          <a:p>
            <a:fld id="{EA7C8D44-3667-46F6-9772-CC52308E2A7F}" type="slidenum">
              <a:rPr kumimoji="0" lang="en-US" smtClean="0"/>
              <a:pPr/>
              <a:t>17</a:t>
            </a:fld>
            <a:endParaRPr kumimoji="0" lang="en-US" dirty="0"/>
          </a:p>
        </p:txBody>
      </p:sp>
      <p:sp>
        <p:nvSpPr>
          <p:cNvPr id="11" name="Rectangle 10">
            <a:extLst>
              <a:ext uri="{FF2B5EF4-FFF2-40B4-BE49-F238E27FC236}">
                <a16:creationId xmlns:a16="http://schemas.microsoft.com/office/drawing/2014/main" id="{41B1B8CA-B3E7-1ACE-322F-D0B4A4D4E57D}"/>
              </a:ext>
            </a:extLst>
          </p:cNvPr>
          <p:cNvSpPr/>
          <p:nvPr/>
        </p:nvSpPr>
        <p:spPr>
          <a:xfrm>
            <a:off x="76200" y="1593468"/>
            <a:ext cx="9163050" cy="646331"/>
          </a:xfrm>
          <a:prstGeom prst="rect">
            <a:avLst/>
          </a:prstGeom>
        </p:spPr>
        <p:txBody>
          <a:bodyPr wrap="square">
            <a:spAutoFit/>
          </a:bodyPr>
          <a:lstStyle/>
          <a:p>
            <a:r>
              <a:rPr lang="en-US" b="1" dirty="0">
                <a:latin typeface="Consolas" panose="020B0609020204030204" pitchFamily="49" charset="0"/>
              </a:rPr>
              <a:t>uint32_t sum(uint8_t a8, uint8_t b8, uint16_t c16, uint16_t d16, </a:t>
            </a:r>
            <a:r>
              <a:rPr lang="en-US" b="1" dirty="0">
                <a:solidFill>
                  <a:srgbClr val="FF0000"/>
                </a:solidFill>
                <a:latin typeface="Consolas" panose="020B0609020204030204" pitchFamily="49" charset="0"/>
              </a:rPr>
              <a:t>uint32_t e32</a:t>
            </a:r>
            <a:r>
              <a:rPr lang="en-US" b="1" dirty="0">
                <a:latin typeface="Consolas" panose="020B0609020204030204" pitchFamily="49" charset="0"/>
              </a:rPr>
              <a:t>);</a:t>
            </a:r>
          </a:p>
        </p:txBody>
      </p:sp>
      <p:sp>
        <p:nvSpPr>
          <p:cNvPr id="4" name="TextBox 3">
            <a:extLst>
              <a:ext uri="{FF2B5EF4-FFF2-40B4-BE49-F238E27FC236}">
                <a16:creationId xmlns:a16="http://schemas.microsoft.com/office/drawing/2014/main" id="{9BD5669A-1FE1-C6BC-0617-481BE80F1863}"/>
              </a:ext>
            </a:extLst>
          </p:cNvPr>
          <p:cNvSpPr txBox="1"/>
          <p:nvPr/>
        </p:nvSpPr>
        <p:spPr>
          <a:xfrm>
            <a:off x="304800" y="2754035"/>
            <a:ext cx="750526" cy="369332"/>
          </a:xfrm>
          <a:prstGeom prst="rect">
            <a:avLst/>
          </a:prstGeom>
          <a:noFill/>
        </p:spPr>
        <p:txBody>
          <a:bodyPr wrap="none" rtlCol="0">
            <a:spAutoFit/>
          </a:bodyPr>
          <a:lstStyle/>
          <a:p>
            <a:r>
              <a:rPr lang="en-US" dirty="0"/>
              <a:t>Caller</a:t>
            </a:r>
          </a:p>
        </p:txBody>
      </p:sp>
      <p:sp>
        <p:nvSpPr>
          <p:cNvPr id="23" name="Rectangle 22">
            <a:extLst>
              <a:ext uri="{FF2B5EF4-FFF2-40B4-BE49-F238E27FC236}">
                <a16:creationId xmlns:a16="http://schemas.microsoft.com/office/drawing/2014/main" id="{B5A46639-51AC-D259-C3DB-1521D258BD49}"/>
              </a:ext>
            </a:extLst>
          </p:cNvPr>
          <p:cNvSpPr/>
          <p:nvPr/>
        </p:nvSpPr>
        <p:spPr>
          <a:xfrm>
            <a:off x="33528" y="2251948"/>
            <a:ext cx="9163050" cy="369332"/>
          </a:xfrm>
          <a:prstGeom prst="rect">
            <a:avLst/>
          </a:prstGeom>
        </p:spPr>
        <p:txBody>
          <a:bodyPr wrap="square">
            <a:spAutoFit/>
          </a:bodyPr>
          <a:lstStyle/>
          <a:p>
            <a:r>
              <a:rPr lang="en-US" b="1" dirty="0">
                <a:solidFill>
                  <a:srgbClr val="FF0000"/>
                </a:solidFill>
                <a:latin typeface="Consolas" panose="020B0609020204030204" pitchFamily="49" charset="0"/>
              </a:rPr>
              <a:t>s = sum(1, 2, 3, 4, 5);</a:t>
            </a:r>
          </a:p>
        </p:txBody>
      </p:sp>
      <p:sp>
        <p:nvSpPr>
          <p:cNvPr id="15" name="TextBox 14">
            <a:extLst>
              <a:ext uri="{FF2B5EF4-FFF2-40B4-BE49-F238E27FC236}">
                <a16:creationId xmlns:a16="http://schemas.microsoft.com/office/drawing/2014/main" id="{D4F04556-2048-4F19-A763-9BBFFFCAD277}"/>
              </a:ext>
            </a:extLst>
          </p:cNvPr>
          <p:cNvSpPr txBox="1"/>
          <p:nvPr/>
        </p:nvSpPr>
        <p:spPr>
          <a:xfrm>
            <a:off x="449580" y="3256122"/>
            <a:ext cx="2464136" cy="2031325"/>
          </a:xfrm>
          <a:prstGeom prst="rect">
            <a:avLst/>
          </a:prstGeom>
        </p:spPr>
        <p:style>
          <a:lnRef idx="2">
            <a:schemeClr val="accent1"/>
          </a:lnRef>
          <a:fillRef idx="1">
            <a:schemeClr val="lt1"/>
          </a:fillRef>
          <a:effectRef idx="0">
            <a:schemeClr val="accent1"/>
          </a:effectRef>
          <a:fontRef idx="minor">
            <a:schemeClr val="dk1"/>
          </a:fontRef>
        </p:style>
        <p:txBody>
          <a:bodyPr wrap="none" rtlCol="0">
            <a:spAutoFit/>
          </a:bodyPr>
          <a:lstStyle/>
          <a:p>
            <a:r>
              <a:rPr lang="en-US" dirty="0">
                <a:latin typeface="Consolas" panose="020B0609020204030204" pitchFamily="49" charset="0"/>
              </a:rPr>
              <a:t>  MOV r0, #5 </a:t>
            </a:r>
            <a:r>
              <a:rPr lang="en-US" dirty="0">
                <a:solidFill>
                  <a:schemeClr val="bg1">
                    <a:lumMod val="50000"/>
                  </a:schemeClr>
                </a:solidFill>
                <a:latin typeface="Consolas" panose="020B0609020204030204" pitchFamily="49" charset="0"/>
              </a:rPr>
              <a:t>; e32</a:t>
            </a:r>
          </a:p>
          <a:p>
            <a:r>
              <a:rPr lang="en-US" dirty="0">
                <a:solidFill>
                  <a:schemeClr val="tx1"/>
                </a:solidFill>
                <a:latin typeface="Consolas" panose="020B0609020204030204" pitchFamily="49" charset="0"/>
              </a:rPr>
              <a:t>  MOV r0, #1 </a:t>
            </a:r>
            <a:r>
              <a:rPr lang="en-US" dirty="0">
                <a:solidFill>
                  <a:schemeClr val="bg1">
                    <a:lumMod val="50000"/>
                  </a:schemeClr>
                </a:solidFill>
                <a:latin typeface="Consolas" panose="020B0609020204030204" pitchFamily="49" charset="0"/>
              </a:rPr>
              <a:t>; a8</a:t>
            </a:r>
          </a:p>
          <a:p>
            <a:r>
              <a:rPr lang="en-US" dirty="0">
                <a:latin typeface="Consolas" panose="020B0609020204030204" pitchFamily="49" charset="0"/>
              </a:rPr>
              <a:t>  MOV r1, #2 </a:t>
            </a:r>
            <a:r>
              <a:rPr lang="en-US" dirty="0">
                <a:solidFill>
                  <a:schemeClr val="bg1">
                    <a:lumMod val="50000"/>
                  </a:schemeClr>
                </a:solidFill>
                <a:latin typeface="Consolas" panose="020B0609020204030204" pitchFamily="49" charset="0"/>
              </a:rPr>
              <a:t>; b8</a:t>
            </a:r>
          </a:p>
          <a:p>
            <a:r>
              <a:rPr lang="en-US" dirty="0">
                <a:latin typeface="Consolas" panose="020B0609020204030204" pitchFamily="49" charset="0"/>
              </a:rPr>
              <a:t>  MOV r2, #3 </a:t>
            </a:r>
            <a:r>
              <a:rPr lang="en-US" dirty="0">
                <a:solidFill>
                  <a:schemeClr val="bg1">
                    <a:lumMod val="50000"/>
                  </a:schemeClr>
                </a:solidFill>
                <a:latin typeface="Consolas" panose="020B0609020204030204" pitchFamily="49" charset="0"/>
              </a:rPr>
              <a:t>; c16</a:t>
            </a:r>
          </a:p>
          <a:p>
            <a:r>
              <a:rPr lang="en-US" dirty="0">
                <a:latin typeface="Consolas" panose="020B0609020204030204" pitchFamily="49" charset="0"/>
              </a:rPr>
              <a:t>  MOV r3, #4 </a:t>
            </a:r>
            <a:r>
              <a:rPr lang="en-US" dirty="0">
                <a:solidFill>
                  <a:schemeClr val="bg1">
                    <a:lumMod val="50000"/>
                  </a:schemeClr>
                </a:solidFill>
                <a:latin typeface="Consolas" panose="020B0609020204030204" pitchFamily="49" charset="0"/>
              </a:rPr>
              <a:t>; d16</a:t>
            </a:r>
          </a:p>
          <a:p>
            <a:r>
              <a:rPr lang="en-US" dirty="0">
                <a:latin typeface="Consolas" panose="020B0609020204030204" pitchFamily="49" charset="0"/>
              </a:rPr>
              <a:t>  BL  sum</a:t>
            </a:r>
          </a:p>
          <a:p>
            <a:r>
              <a:rPr lang="en-US" dirty="0">
                <a:latin typeface="Consolas" panose="020B0609020204030204" pitchFamily="49" charset="0"/>
              </a:rPr>
              <a:t>  ...</a:t>
            </a:r>
          </a:p>
        </p:txBody>
      </p:sp>
      <p:sp>
        <p:nvSpPr>
          <p:cNvPr id="27" name="TextBox 26">
            <a:extLst>
              <a:ext uri="{FF2B5EF4-FFF2-40B4-BE49-F238E27FC236}">
                <a16:creationId xmlns:a16="http://schemas.microsoft.com/office/drawing/2014/main" id="{6AC2BFAF-703A-1607-3F8B-C3C6EAC24548}"/>
              </a:ext>
            </a:extLst>
          </p:cNvPr>
          <p:cNvSpPr txBox="1"/>
          <p:nvPr/>
        </p:nvSpPr>
        <p:spPr>
          <a:xfrm>
            <a:off x="3581400" y="2840938"/>
            <a:ext cx="769763" cy="369332"/>
          </a:xfrm>
          <a:prstGeom prst="rect">
            <a:avLst/>
          </a:prstGeom>
          <a:noFill/>
        </p:spPr>
        <p:txBody>
          <a:bodyPr wrap="none" rtlCol="0">
            <a:spAutoFit/>
          </a:bodyPr>
          <a:lstStyle/>
          <a:p>
            <a:r>
              <a:rPr lang="en-US" dirty="0" err="1"/>
              <a:t>Callee</a:t>
            </a:r>
            <a:endParaRPr lang="en-US" dirty="0"/>
          </a:p>
        </p:txBody>
      </p:sp>
      <p:sp>
        <p:nvSpPr>
          <p:cNvPr id="28" name="TextBox 27">
            <a:extLst>
              <a:ext uri="{FF2B5EF4-FFF2-40B4-BE49-F238E27FC236}">
                <a16:creationId xmlns:a16="http://schemas.microsoft.com/office/drawing/2014/main" id="{5A07EE5F-FDFB-4DFD-A418-4743BE043075}"/>
              </a:ext>
            </a:extLst>
          </p:cNvPr>
          <p:cNvSpPr txBox="1"/>
          <p:nvPr/>
        </p:nvSpPr>
        <p:spPr>
          <a:xfrm>
            <a:off x="3607914" y="3305718"/>
            <a:ext cx="3730508" cy="2031325"/>
          </a:xfrm>
          <a:prstGeom prst="rect">
            <a:avLst/>
          </a:prstGeom>
        </p:spPr>
        <p:style>
          <a:lnRef idx="2">
            <a:schemeClr val="accent1"/>
          </a:lnRef>
          <a:fillRef idx="1">
            <a:schemeClr val="lt1"/>
          </a:fillRef>
          <a:effectRef idx="0">
            <a:schemeClr val="accent1"/>
          </a:effectRef>
          <a:fontRef idx="minor">
            <a:schemeClr val="dk1"/>
          </a:fontRef>
        </p:style>
        <p:txBody>
          <a:bodyPr wrap="none" rtlCol="0">
            <a:spAutoFit/>
          </a:bodyPr>
          <a:lstStyle/>
          <a:p>
            <a:r>
              <a:rPr lang="en-US" b="1" dirty="0">
                <a:solidFill>
                  <a:srgbClr val="0000FF"/>
                </a:solidFill>
                <a:latin typeface="Consolas" panose="020B0609020204030204" pitchFamily="49" charset="0"/>
              </a:rPr>
              <a:t>sum</a:t>
            </a:r>
            <a:r>
              <a:rPr lang="en-US" dirty="0">
                <a:latin typeface="Consolas" panose="020B0609020204030204" pitchFamily="49" charset="0"/>
              </a:rPr>
              <a:t> PROC    </a:t>
            </a:r>
          </a:p>
          <a:p>
            <a:r>
              <a:rPr lang="en-US" dirty="0">
                <a:latin typeface="Consolas" panose="020B0609020204030204" pitchFamily="49" charset="0"/>
              </a:rPr>
              <a:t>  ADD r0, r0, r1   </a:t>
            </a:r>
            <a:r>
              <a:rPr lang="en-US" dirty="0">
                <a:solidFill>
                  <a:schemeClr val="bg1">
                    <a:lumMod val="50000"/>
                  </a:schemeClr>
                </a:solidFill>
                <a:latin typeface="Consolas" panose="020B0609020204030204" pitchFamily="49" charset="0"/>
              </a:rPr>
              <a:t>; a8 + b8</a:t>
            </a:r>
          </a:p>
          <a:p>
            <a:r>
              <a:rPr lang="en-US" dirty="0">
                <a:latin typeface="Consolas" panose="020B0609020204030204" pitchFamily="49" charset="0"/>
              </a:rPr>
              <a:t>  ADD r0, r0, r2   </a:t>
            </a:r>
            <a:r>
              <a:rPr lang="en-US" dirty="0">
                <a:solidFill>
                  <a:schemeClr val="bg1">
                    <a:lumMod val="50000"/>
                  </a:schemeClr>
                </a:solidFill>
                <a:latin typeface="Consolas" panose="020B0609020204030204" pitchFamily="49" charset="0"/>
              </a:rPr>
              <a:t>; add c16</a:t>
            </a:r>
          </a:p>
          <a:p>
            <a:r>
              <a:rPr lang="en-US" dirty="0">
                <a:latin typeface="Consolas" panose="020B0609020204030204" pitchFamily="49" charset="0"/>
              </a:rPr>
              <a:t>  ADD r0, r0, r3   </a:t>
            </a:r>
            <a:r>
              <a:rPr lang="en-US" dirty="0">
                <a:solidFill>
                  <a:schemeClr val="bg1">
                    <a:lumMod val="50000"/>
                  </a:schemeClr>
                </a:solidFill>
                <a:latin typeface="Consolas" panose="020B0609020204030204" pitchFamily="49" charset="0"/>
              </a:rPr>
              <a:t>; add d16</a:t>
            </a:r>
          </a:p>
          <a:p>
            <a:r>
              <a:rPr lang="en-US" dirty="0">
                <a:solidFill>
                  <a:schemeClr val="tx1"/>
                </a:solidFill>
                <a:latin typeface="Consolas" panose="020B0609020204030204" pitchFamily="49" charset="0"/>
              </a:rPr>
              <a:t>  ADD r0, r0, r1   </a:t>
            </a:r>
            <a:r>
              <a:rPr lang="en-US" dirty="0">
                <a:solidFill>
                  <a:schemeClr val="bg1">
                    <a:lumMod val="50000"/>
                  </a:schemeClr>
                </a:solidFill>
                <a:latin typeface="Consolas" panose="020B0609020204030204" pitchFamily="49" charset="0"/>
              </a:rPr>
              <a:t>; add e32</a:t>
            </a:r>
          </a:p>
          <a:p>
            <a:r>
              <a:rPr lang="en-US" dirty="0">
                <a:latin typeface="Consolas" panose="020B0609020204030204" pitchFamily="49" charset="0"/>
              </a:rPr>
              <a:t>  BX  LR</a:t>
            </a:r>
          </a:p>
          <a:p>
            <a:r>
              <a:rPr lang="en-US" dirty="0">
                <a:latin typeface="Consolas" panose="020B0609020204030204" pitchFamily="49" charset="0"/>
              </a:rPr>
              <a:t>  ENDP</a:t>
            </a:r>
          </a:p>
        </p:txBody>
      </p:sp>
    </p:spTree>
    <p:extLst>
      <p:ext uri="{BB962C8B-B14F-4D97-AF65-F5344CB8AC3E}">
        <p14:creationId xmlns:p14="http://schemas.microsoft.com/office/powerpoint/2010/main" val="3970213323"/>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dirty="0"/>
              <a:t>What’s wrong? Passing arguments and Returning Value ANS</a:t>
            </a:r>
          </a:p>
        </p:txBody>
      </p:sp>
      <p:sp>
        <p:nvSpPr>
          <p:cNvPr id="3" name="Slide Number Placeholder 2"/>
          <p:cNvSpPr>
            <a:spLocks noGrp="1"/>
          </p:cNvSpPr>
          <p:nvPr>
            <p:ph type="sldNum" sz="quarter" idx="12"/>
          </p:nvPr>
        </p:nvSpPr>
        <p:spPr/>
        <p:txBody>
          <a:bodyPr/>
          <a:lstStyle/>
          <a:p>
            <a:fld id="{EA7C8D44-3667-46F6-9772-CC52308E2A7F}" type="slidenum">
              <a:rPr kumimoji="0" lang="en-US" smtClean="0"/>
              <a:pPr/>
              <a:t>18</a:t>
            </a:fld>
            <a:endParaRPr kumimoji="0" lang="en-US" dirty="0"/>
          </a:p>
        </p:txBody>
      </p:sp>
      <p:sp>
        <p:nvSpPr>
          <p:cNvPr id="11" name="Rectangle 10"/>
          <p:cNvSpPr/>
          <p:nvPr/>
        </p:nvSpPr>
        <p:spPr>
          <a:xfrm>
            <a:off x="76200" y="1593468"/>
            <a:ext cx="9163050" cy="646331"/>
          </a:xfrm>
          <a:prstGeom prst="rect">
            <a:avLst/>
          </a:prstGeom>
        </p:spPr>
        <p:txBody>
          <a:bodyPr wrap="square">
            <a:spAutoFit/>
          </a:bodyPr>
          <a:lstStyle/>
          <a:p>
            <a:r>
              <a:rPr lang="en-US" b="1" dirty="0">
                <a:latin typeface="Consolas" panose="020B0609020204030204" pitchFamily="49" charset="0"/>
              </a:rPr>
              <a:t>uint32_t sum(uint8_t a8, uint8_t b8, uint16_t c16, uint16_t d16, </a:t>
            </a:r>
            <a:r>
              <a:rPr lang="en-US" b="1" dirty="0">
                <a:solidFill>
                  <a:srgbClr val="FF0000"/>
                </a:solidFill>
                <a:latin typeface="Consolas" panose="020B0609020204030204" pitchFamily="49" charset="0"/>
              </a:rPr>
              <a:t>uint32_t e32</a:t>
            </a:r>
            <a:r>
              <a:rPr lang="en-US" b="1" dirty="0">
                <a:latin typeface="Consolas" panose="020B0609020204030204" pitchFamily="49" charset="0"/>
              </a:rPr>
              <a:t>);</a:t>
            </a:r>
          </a:p>
        </p:txBody>
      </p:sp>
      <p:sp>
        <p:nvSpPr>
          <p:cNvPr id="4" name="TextBox 3"/>
          <p:cNvSpPr txBox="1"/>
          <p:nvPr/>
        </p:nvSpPr>
        <p:spPr>
          <a:xfrm>
            <a:off x="304800" y="2754035"/>
            <a:ext cx="750526" cy="369332"/>
          </a:xfrm>
          <a:prstGeom prst="rect">
            <a:avLst/>
          </a:prstGeom>
          <a:noFill/>
        </p:spPr>
        <p:txBody>
          <a:bodyPr wrap="none" rtlCol="0">
            <a:spAutoFit/>
          </a:bodyPr>
          <a:lstStyle/>
          <a:p>
            <a:r>
              <a:rPr lang="en-US" dirty="0"/>
              <a:t>Caller</a:t>
            </a:r>
          </a:p>
        </p:txBody>
      </p:sp>
      <p:sp>
        <p:nvSpPr>
          <p:cNvPr id="23" name="Rectangle 22"/>
          <p:cNvSpPr/>
          <p:nvPr/>
        </p:nvSpPr>
        <p:spPr>
          <a:xfrm>
            <a:off x="33528" y="2251948"/>
            <a:ext cx="9163050" cy="369332"/>
          </a:xfrm>
          <a:prstGeom prst="rect">
            <a:avLst/>
          </a:prstGeom>
        </p:spPr>
        <p:txBody>
          <a:bodyPr wrap="square">
            <a:spAutoFit/>
          </a:bodyPr>
          <a:lstStyle/>
          <a:p>
            <a:r>
              <a:rPr lang="en-US" b="1" dirty="0">
                <a:solidFill>
                  <a:srgbClr val="FF0000"/>
                </a:solidFill>
                <a:latin typeface="Consolas" panose="020B0609020204030204" pitchFamily="49" charset="0"/>
              </a:rPr>
              <a:t>s = sum(1, 2, 3, 4, 5);</a:t>
            </a:r>
          </a:p>
        </p:txBody>
      </p:sp>
      <p:sp>
        <p:nvSpPr>
          <p:cNvPr id="15" name="TextBox 14"/>
          <p:cNvSpPr txBox="1"/>
          <p:nvPr/>
        </p:nvSpPr>
        <p:spPr>
          <a:xfrm>
            <a:off x="449580" y="3256122"/>
            <a:ext cx="2464136" cy="2585323"/>
          </a:xfrm>
          <a:prstGeom prst="rect">
            <a:avLst/>
          </a:prstGeom>
        </p:spPr>
        <p:style>
          <a:lnRef idx="2">
            <a:schemeClr val="accent1"/>
          </a:lnRef>
          <a:fillRef idx="1">
            <a:schemeClr val="lt1"/>
          </a:fillRef>
          <a:effectRef idx="0">
            <a:schemeClr val="accent1"/>
          </a:effectRef>
          <a:fontRef idx="minor">
            <a:schemeClr val="dk1"/>
          </a:fontRef>
        </p:style>
        <p:txBody>
          <a:bodyPr wrap="none" rtlCol="0">
            <a:spAutoFit/>
          </a:bodyPr>
          <a:lstStyle/>
          <a:p>
            <a:r>
              <a:rPr lang="en-US" dirty="0">
                <a:latin typeface="Consolas" panose="020B0609020204030204" pitchFamily="49" charset="0"/>
              </a:rPr>
              <a:t>  MOV r0, #5 </a:t>
            </a:r>
            <a:r>
              <a:rPr lang="en-US" dirty="0">
                <a:solidFill>
                  <a:schemeClr val="bg1">
                    <a:lumMod val="50000"/>
                  </a:schemeClr>
                </a:solidFill>
                <a:latin typeface="Consolas" panose="020B0609020204030204" pitchFamily="49" charset="0"/>
              </a:rPr>
              <a:t>; e32</a:t>
            </a:r>
          </a:p>
          <a:p>
            <a:r>
              <a:rPr lang="en-US" dirty="0">
                <a:latin typeface="Consolas" panose="020B0609020204030204" pitchFamily="49" charset="0"/>
              </a:rPr>
              <a:t>  </a:t>
            </a:r>
            <a:r>
              <a:rPr lang="en-US" b="1" dirty="0">
                <a:solidFill>
                  <a:srgbClr val="FF0000"/>
                </a:solidFill>
                <a:latin typeface="Consolas" panose="020B0609020204030204" pitchFamily="49" charset="0"/>
              </a:rPr>
              <a:t>PUSH {r0}</a:t>
            </a:r>
          </a:p>
          <a:p>
            <a:r>
              <a:rPr lang="en-US" dirty="0">
                <a:solidFill>
                  <a:schemeClr val="tx1"/>
                </a:solidFill>
                <a:latin typeface="Consolas" panose="020B0609020204030204" pitchFamily="49" charset="0"/>
              </a:rPr>
              <a:t>  MOV r0, #1 </a:t>
            </a:r>
            <a:r>
              <a:rPr lang="en-US" dirty="0">
                <a:solidFill>
                  <a:schemeClr val="bg1">
                    <a:lumMod val="50000"/>
                  </a:schemeClr>
                </a:solidFill>
                <a:latin typeface="Consolas" panose="020B0609020204030204" pitchFamily="49" charset="0"/>
              </a:rPr>
              <a:t>; a8</a:t>
            </a:r>
          </a:p>
          <a:p>
            <a:r>
              <a:rPr lang="en-US" dirty="0">
                <a:latin typeface="Consolas" panose="020B0609020204030204" pitchFamily="49" charset="0"/>
              </a:rPr>
              <a:t>  MOV r1, #2 </a:t>
            </a:r>
            <a:r>
              <a:rPr lang="en-US" dirty="0">
                <a:solidFill>
                  <a:schemeClr val="bg1">
                    <a:lumMod val="50000"/>
                  </a:schemeClr>
                </a:solidFill>
                <a:latin typeface="Consolas" panose="020B0609020204030204" pitchFamily="49" charset="0"/>
              </a:rPr>
              <a:t>; b8</a:t>
            </a:r>
          </a:p>
          <a:p>
            <a:r>
              <a:rPr lang="en-US" dirty="0">
                <a:latin typeface="Consolas" panose="020B0609020204030204" pitchFamily="49" charset="0"/>
              </a:rPr>
              <a:t>  MOV r2, #3 </a:t>
            </a:r>
            <a:r>
              <a:rPr lang="en-US" dirty="0">
                <a:solidFill>
                  <a:schemeClr val="bg1">
                    <a:lumMod val="50000"/>
                  </a:schemeClr>
                </a:solidFill>
                <a:latin typeface="Consolas" panose="020B0609020204030204" pitchFamily="49" charset="0"/>
              </a:rPr>
              <a:t>; c16</a:t>
            </a:r>
          </a:p>
          <a:p>
            <a:r>
              <a:rPr lang="en-US" dirty="0">
                <a:latin typeface="Consolas" panose="020B0609020204030204" pitchFamily="49" charset="0"/>
              </a:rPr>
              <a:t>  MOV r3, #4 </a:t>
            </a:r>
            <a:r>
              <a:rPr lang="en-US" dirty="0">
                <a:solidFill>
                  <a:schemeClr val="bg1">
                    <a:lumMod val="50000"/>
                  </a:schemeClr>
                </a:solidFill>
                <a:latin typeface="Consolas" panose="020B0609020204030204" pitchFamily="49" charset="0"/>
              </a:rPr>
              <a:t>; d16</a:t>
            </a:r>
          </a:p>
          <a:p>
            <a:r>
              <a:rPr lang="en-US" dirty="0">
                <a:latin typeface="Consolas" panose="020B0609020204030204" pitchFamily="49" charset="0"/>
              </a:rPr>
              <a:t>  BL  sum</a:t>
            </a:r>
          </a:p>
          <a:p>
            <a:r>
              <a:rPr lang="en-US" dirty="0">
                <a:latin typeface="Consolas" panose="020B0609020204030204" pitchFamily="49" charset="0"/>
              </a:rPr>
              <a:t>  ...</a:t>
            </a:r>
          </a:p>
          <a:p>
            <a:r>
              <a:rPr lang="en-US" dirty="0">
                <a:latin typeface="Consolas" panose="020B0609020204030204" pitchFamily="49" charset="0"/>
              </a:rPr>
              <a:t>  </a:t>
            </a:r>
            <a:r>
              <a:rPr lang="en-US" b="1" dirty="0">
                <a:solidFill>
                  <a:srgbClr val="FF0000"/>
                </a:solidFill>
                <a:latin typeface="Consolas" panose="020B0609020204030204" pitchFamily="49" charset="0"/>
              </a:rPr>
              <a:t>POP {r0}</a:t>
            </a:r>
          </a:p>
        </p:txBody>
      </p:sp>
      <p:sp>
        <p:nvSpPr>
          <p:cNvPr id="27" name="TextBox 26"/>
          <p:cNvSpPr txBox="1"/>
          <p:nvPr/>
        </p:nvSpPr>
        <p:spPr>
          <a:xfrm>
            <a:off x="3581400" y="2840938"/>
            <a:ext cx="769763" cy="369332"/>
          </a:xfrm>
          <a:prstGeom prst="rect">
            <a:avLst/>
          </a:prstGeom>
          <a:noFill/>
        </p:spPr>
        <p:txBody>
          <a:bodyPr wrap="none" rtlCol="0">
            <a:spAutoFit/>
          </a:bodyPr>
          <a:lstStyle/>
          <a:p>
            <a:r>
              <a:rPr lang="en-US" dirty="0" err="1"/>
              <a:t>Callee</a:t>
            </a:r>
            <a:endParaRPr lang="en-US" dirty="0"/>
          </a:p>
        </p:txBody>
      </p:sp>
      <p:sp>
        <p:nvSpPr>
          <p:cNvPr id="28" name="TextBox 27"/>
          <p:cNvSpPr txBox="1"/>
          <p:nvPr/>
        </p:nvSpPr>
        <p:spPr>
          <a:xfrm>
            <a:off x="3607914" y="3305718"/>
            <a:ext cx="4996881" cy="2308324"/>
          </a:xfrm>
          <a:prstGeom prst="rect">
            <a:avLst/>
          </a:prstGeom>
        </p:spPr>
        <p:style>
          <a:lnRef idx="2">
            <a:schemeClr val="accent1"/>
          </a:lnRef>
          <a:fillRef idx="1">
            <a:schemeClr val="lt1"/>
          </a:fillRef>
          <a:effectRef idx="0">
            <a:schemeClr val="accent1"/>
          </a:effectRef>
          <a:fontRef idx="minor">
            <a:schemeClr val="dk1"/>
          </a:fontRef>
        </p:style>
        <p:txBody>
          <a:bodyPr wrap="none" rtlCol="0">
            <a:spAutoFit/>
          </a:bodyPr>
          <a:lstStyle/>
          <a:p>
            <a:r>
              <a:rPr lang="en-US" b="1" dirty="0">
                <a:solidFill>
                  <a:srgbClr val="0000FF"/>
                </a:solidFill>
                <a:latin typeface="Consolas" panose="020B0609020204030204" pitchFamily="49" charset="0"/>
              </a:rPr>
              <a:t>sum</a:t>
            </a:r>
            <a:r>
              <a:rPr lang="en-US" dirty="0">
                <a:latin typeface="Consolas" panose="020B0609020204030204" pitchFamily="49" charset="0"/>
              </a:rPr>
              <a:t> PROC    </a:t>
            </a:r>
          </a:p>
          <a:p>
            <a:r>
              <a:rPr lang="en-US" dirty="0">
                <a:latin typeface="Consolas" panose="020B0609020204030204" pitchFamily="49" charset="0"/>
              </a:rPr>
              <a:t>  ADD r0, r0, r1   </a:t>
            </a:r>
            <a:r>
              <a:rPr lang="en-US" dirty="0">
                <a:solidFill>
                  <a:schemeClr val="bg1">
                    <a:lumMod val="50000"/>
                  </a:schemeClr>
                </a:solidFill>
                <a:latin typeface="Consolas" panose="020B0609020204030204" pitchFamily="49" charset="0"/>
              </a:rPr>
              <a:t>; a8 + b8</a:t>
            </a:r>
          </a:p>
          <a:p>
            <a:r>
              <a:rPr lang="en-US" dirty="0">
                <a:latin typeface="Consolas" panose="020B0609020204030204" pitchFamily="49" charset="0"/>
              </a:rPr>
              <a:t>  ADD r0, r0, r2   </a:t>
            </a:r>
            <a:r>
              <a:rPr lang="en-US" dirty="0">
                <a:solidFill>
                  <a:schemeClr val="bg1">
                    <a:lumMod val="50000"/>
                  </a:schemeClr>
                </a:solidFill>
                <a:latin typeface="Consolas" panose="020B0609020204030204" pitchFamily="49" charset="0"/>
              </a:rPr>
              <a:t>; add c16</a:t>
            </a:r>
          </a:p>
          <a:p>
            <a:r>
              <a:rPr lang="en-US" dirty="0">
                <a:latin typeface="Consolas" panose="020B0609020204030204" pitchFamily="49" charset="0"/>
              </a:rPr>
              <a:t>  ADD r0, r0, r3   </a:t>
            </a:r>
            <a:r>
              <a:rPr lang="en-US" dirty="0">
                <a:solidFill>
                  <a:schemeClr val="bg1">
                    <a:lumMod val="50000"/>
                  </a:schemeClr>
                </a:solidFill>
                <a:latin typeface="Consolas" panose="020B0609020204030204" pitchFamily="49" charset="0"/>
              </a:rPr>
              <a:t>; add d16</a:t>
            </a:r>
          </a:p>
          <a:p>
            <a:r>
              <a:rPr lang="en-US" b="1" dirty="0">
                <a:solidFill>
                  <a:srgbClr val="FF0000"/>
                </a:solidFill>
                <a:latin typeface="Consolas" panose="020B0609020204030204" pitchFamily="49" charset="0"/>
              </a:rPr>
              <a:t>  LDR r1, [</a:t>
            </a:r>
            <a:r>
              <a:rPr lang="en-US" b="1" dirty="0" err="1">
                <a:solidFill>
                  <a:srgbClr val="FF0000"/>
                </a:solidFill>
                <a:latin typeface="Consolas" panose="020B0609020204030204" pitchFamily="49" charset="0"/>
              </a:rPr>
              <a:t>sp</a:t>
            </a:r>
            <a:r>
              <a:rPr lang="en-US" b="1" dirty="0">
                <a:solidFill>
                  <a:srgbClr val="FF0000"/>
                </a:solidFill>
                <a:latin typeface="Consolas" panose="020B0609020204030204" pitchFamily="49" charset="0"/>
              </a:rPr>
              <a:t>, #0] </a:t>
            </a:r>
            <a:r>
              <a:rPr lang="en-US" b="1" dirty="0">
                <a:solidFill>
                  <a:schemeClr val="bg1">
                    <a:lumMod val="50000"/>
                  </a:schemeClr>
                </a:solidFill>
                <a:latin typeface="Consolas" panose="020B0609020204030204" pitchFamily="49" charset="0"/>
              </a:rPr>
              <a:t>; read argument e32</a:t>
            </a:r>
          </a:p>
          <a:p>
            <a:r>
              <a:rPr lang="en-US" dirty="0">
                <a:solidFill>
                  <a:schemeClr val="bg1">
                    <a:lumMod val="50000"/>
                  </a:schemeClr>
                </a:solidFill>
                <a:latin typeface="Consolas" panose="020B0609020204030204" pitchFamily="49" charset="0"/>
              </a:rPr>
              <a:t>  </a:t>
            </a:r>
            <a:r>
              <a:rPr lang="en-US" dirty="0">
                <a:solidFill>
                  <a:schemeClr val="tx1"/>
                </a:solidFill>
                <a:latin typeface="Consolas" panose="020B0609020204030204" pitchFamily="49" charset="0"/>
              </a:rPr>
              <a:t>ADD r0, r0, r1   </a:t>
            </a:r>
            <a:r>
              <a:rPr lang="en-US" dirty="0">
                <a:solidFill>
                  <a:schemeClr val="bg1">
                    <a:lumMod val="50000"/>
                  </a:schemeClr>
                </a:solidFill>
                <a:latin typeface="Consolas" panose="020B0609020204030204" pitchFamily="49" charset="0"/>
              </a:rPr>
              <a:t>; add e32</a:t>
            </a:r>
          </a:p>
          <a:p>
            <a:r>
              <a:rPr lang="en-US" dirty="0">
                <a:latin typeface="Consolas" panose="020B0609020204030204" pitchFamily="49" charset="0"/>
              </a:rPr>
              <a:t>  BX  LR</a:t>
            </a:r>
          </a:p>
          <a:p>
            <a:r>
              <a:rPr lang="en-US" dirty="0">
                <a:latin typeface="Consolas" panose="020B0609020204030204" pitchFamily="49" charset="0"/>
              </a:rPr>
              <a:t>  ENDP</a:t>
            </a:r>
          </a:p>
        </p:txBody>
      </p:sp>
      <p:sp>
        <p:nvSpPr>
          <p:cNvPr id="6" name="Rectangle 5"/>
          <p:cNvSpPr/>
          <p:nvPr/>
        </p:nvSpPr>
        <p:spPr>
          <a:xfrm>
            <a:off x="914400" y="5854799"/>
            <a:ext cx="4861560" cy="646331"/>
          </a:xfrm>
          <a:prstGeom prst="rect">
            <a:avLst/>
          </a:prstGeom>
        </p:spPr>
        <p:txBody>
          <a:bodyPr wrap="square">
            <a:spAutoFit/>
          </a:bodyPr>
          <a:lstStyle/>
          <a:p>
            <a:r>
              <a:rPr lang="en-US" dirty="0"/>
              <a:t>The caller is responsible to pop extra arguments out of the stack after the subroutine returns.</a:t>
            </a:r>
          </a:p>
        </p:txBody>
      </p:sp>
    </p:spTree>
    <p:extLst>
      <p:ext uri="{BB962C8B-B14F-4D97-AF65-F5344CB8AC3E}">
        <p14:creationId xmlns:p14="http://schemas.microsoft.com/office/powerpoint/2010/main" val="2345755417"/>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3769777-22BA-A4F2-A717-CA88FA78E82B}"/>
              </a:ext>
            </a:extLst>
          </p:cNvPr>
          <p:cNvSpPr>
            <a:spLocks noGrp="1"/>
          </p:cNvSpPr>
          <p:nvPr>
            <p:ph type="title"/>
          </p:nvPr>
        </p:nvSpPr>
        <p:spPr/>
        <p:txBody>
          <a:bodyPr/>
          <a:lstStyle/>
          <a:p>
            <a:r>
              <a:rPr lang="en-US" altLang="zh-CN" dirty="0"/>
              <a:t>What </a:t>
            </a:r>
            <a:r>
              <a:rPr lang="en-US" altLang="zh-CN"/>
              <a:t>is Wrong?</a:t>
            </a:r>
            <a:endParaRPr lang="en-US"/>
          </a:p>
        </p:txBody>
      </p:sp>
      <p:sp>
        <p:nvSpPr>
          <p:cNvPr id="3" name="Slide Number Placeholder 2">
            <a:extLst>
              <a:ext uri="{FF2B5EF4-FFF2-40B4-BE49-F238E27FC236}">
                <a16:creationId xmlns:a16="http://schemas.microsoft.com/office/drawing/2014/main" id="{B3A26B7A-A91C-8739-59F7-FED523EC9EA9}"/>
              </a:ext>
            </a:extLst>
          </p:cNvPr>
          <p:cNvSpPr>
            <a:spLocks noGrp="1"/>
          </p:cNvSpPr>
          <p:nvPr>
            <p:ph type="sldNum" sz="quarter" idx="12"/>
          </p:nvPr>
        </p:nvSpPr>
        <p:spPr/>
        <p:txBody>
          <a:bodyPr/>
          <a:lstStyle/>
          <a:p>
            <a:fld id="{EA7C8D44-3667-46F6-9772-CC52308E2A7F}" type="slidenum">
              <a:rPr kumimoji="0" lang="en-US" smtClean="0"/>
              <a:pPr/>
              <a:t>19</a:t>
            </a:fld>
            <a:endParaRPr kumimoji="0" lang="en-US" dirty="0"/>
          </a:p>
        </p:txBody>
      </p:sp>
      <p:sp>
        <p:nvSpPr>
          <p:cNvPr id="4" name="Content Placeholder 3">
            <a:extLst>
              <a:ext uri="{FF2B5EF4-FFF2-40B4-BE49-F238E27FC236}">
                <a16:creationId xmlns:a16="http://schemas.microsoft.com/office/drawing/2014/main" id="{5998200F-E2E0-2FC9-A24B-3D85B65165B0}"/>
              </a:ext>
            </a:extLst>
          </p:cNvPr>
          <p:cNvSpPr>
            <a:spLocks noGrp="1"/>
          </p:cNvSpPr>
          <p:nvPr>
            <p:ph sz="quarter" idx="1"/>
          </p:nvPr>
        </p:nvSpPr>
        <p:spPr/>
        <p:txBody>
          <a:bodyPr/>
          <a:lstStyle/>
          <a:p>
            <a:endParaRPr lang="en-US" dirty="0"/>
          </a:p>
        </p:txBody>
      </p:sp>
      <p:graphicFrame>
        <p:nvGraphicFramePr>
          <p:cNvPr id="5" name="Table 4">
            <a:extLst>
              <a:ext uri="{FF2B5EF4-FFF2-40B4-BE49-F238E27FC236}">
                <a16:creationId xmlns:a16="http://schemas.microsoft.com/office/drawing/2014/main" id="{A554D579-850A-433C-2F4C-D7CBDE33F5FD}"/>
              </a:ext>
            </a:extLst>
          </p:cNvPr>
          <p:cNvGraphicFramePr>
            <a:graphicFrameLocks noGrp="1"/>
          </p:cNvGraphicFramePr>
          <p:nvPr>
            <p:extLst>
              <p:ext uri="{D42A27DB-BD31-4B8C-83A1-F6EECF244321}">
                <p14:modId xmlns:p14="http://schemas.microsoft.com/office/powerpoint/2010/main" val="1546225091"/>
              </p:ext>
            </p:extLst>
          </p:nvPr>
        </p:nvGraphicFramePr>
        <p:xfrm>
          <a:off x="2696497" y="1731779"/>
          <a:ext cx="5791200" cy="2018941"/>
        </p:xfrm>
        <a:graphic>
          <a:graphicData uri="http://schemas.openxmlformats.org/drawingml/2006/table">
            <a:tbl>
              <a:tblPr firstRow="1" firstCol="1" bandRow="1">
                <a:tableStyleId>{5940675A-B579-460E-94D1-54222C63F5DA}</a:tableStyleId>
              </a:tblPr>
              <a:tblGrid>
                <a:gridCol w="5791200">
                  <a:extLst>
                    <a:ext uri="{9D8B030D-6E8A-4147-A177-3AD203B41FA5}">
                      <a16:colId xmlns:a16="http://schemas.microsoft.com/office/drawing/2014/main" val="20000"/>
                    </a:ext>
                  </a:extLst>
                </a:gridCol>
              </a:tblGrid>
              <a:tr h="175619">
                <a:tc>
                  <a:txBody>
                    <a:bodyPr/>
                    <a:lstStyle/>
                    <a:p>
                      <a:pPr marL="0" marR="0" algn="l">
                        <a:spcBef>
                          <a:spcPts val="0"/>
                        </a:spcBef>
                        <a:spcAft>
                          <a:spcPts val="0"/>
                        </a:spcAft>
                      </a:pPr>
                      <a:r>
                        <a:rPr lang="en-US" sz="1400" b="1" dirty="0">
                          <a:solidFill>
                            <a:schemeClr val="bg1"/>
                          </a:solidFill>
                          <a:effectLst/>
                          <a:latin typeface="Consolas" panose="020B0609020204030204" pitchFamily="49" charset="0"/>
                          <a:cs typeface="Consolas" panose="020B0609020204030204" pitchFamily="49" charset="0"/>
                        </a:rPr>
                        <a:t>Caller Program</a:t>
                      </a:r>
                      <a:endParaRPr lang="en-US" sz="1400" b="1" dirty="0">
                        <a:solidFill>
                          <a:schemeClr val="bg1"/>
                        </a:solidFill>
                        <a:effectLst/>
                        <a:latin typeface="Consolas" panose="020B0609020204030204" pitchFamily="49" charset="0"/>
                        <a:ea typeface="宋体"/>
                        <a:cs typeface="Consolas" panose="020B0609020204030204" pitchFamily="49" charset="0"/>
                      </a:endParaRPr>
                    </a:p>
                  </a:txBody>
                  <a:tcPr marL="68580" marR="68580" marT="0" marB="0">
                    <a:solidFill>
                      <a:schemeClr val="accent1"/>
                    </a:solidFill>
                  </a:tcPr>
                </a:tc>
                <a:extLst>
                  <a:ext uri="{0D108BD9-81ED-4DB2-BD59-A6C34878D82A}">
                    <a16:rowId xmlns:a16="http://schemas.microsoft.com/office/drawing/2014/main" val="10000"/>
                  </a:ext>
                </a:extLst>
              </a:tr>
              <a:tr h="1805581">
                <a:tc>
                  <a:txBody>
                    <a:bodyPr/>
                    <a:lstStyle/>
                    <a:p>
                      <a:pPr marL="0" marR="0" algn="l">
                        <a:spcBef>
                          <a:spcPts val="0"/>
                        </a:spcBef>
                        <a:spcAft>
                          <a:spcPts val="0"/>
                        </a:spcAft>
                      </a:pPr>
                      <a:r>
                        <a:rPr lang="fr-FR" sz="1400" dirty="0" err="1">
                          <a:effectLst/>
                          <a:latin typeface="Consolas" panose="020B0609020204030204" pitchFamily="49" charset="0"/>
                          <a:cs typeface="Consolas" panose="020B0609020204030204" pitchFamily="49" charset="0"/>
                        </a:rPr>
                        <a:t>Extern</a:t>
                      </a:r>
                      <a:r>
                        <a:rPr lang="fr-FR" sz="1400" dirty="0">
                          <a:effectLst/>
                          <a:latin typeface="Consolas" panose="020B0609020204030204" pitchFamily="49" charset="0"/>
                          <a:cs typeface="Consolas" panose="020B0609020204030204" pitchFamily="49" charset="0"/>
                        </a:rPr>
                        <a:t> int32_t sum3(int32_t a1, int32_t a2, int32_t a3);</a:t>
                      </a:r>
                    </a:p>
                    <a:p>
                      <a:pPr marL="0" marR="0" algn="l">
                        <a:spcBef>
                          <a:spcPts val="0"/>
                        </a:spcBef>
                        <a:spcAft>
                          <a:spcPts val="0"/>
                        </a:spcAft>
                      </a:pPr>
                      <a:endParaRPr lang="fr-FR" sz="1400" dirty="0">
                        <a:effectLst/>
                        <a:latin typeface="Consolas" panose="020B0609020204030204" pitchFamily="49" charset="0"/>
                        <a:cs typeface="Consolas" panose="020B0609020204030204" pitchFamily="49" charset="0"/>
                      </a:endParaRPr>
                    </a:p>
                    <a:p>
                      <a:pPr marL="0" marR="0" algn="l">
                        <a:spcBef>
                          <a:spcPts val="0"/>
                        </a:spcBef>
                        <a:spcAft>
                          <a:spcPts val="0"/>
                        </a:spcAft>
                      </a:pPr>
                      <a:r>
                        <a:rPr lang="fr-FR" sz="1400" dirty="0" err="1">
                          <a:effectLst/>
                          <a:latin typeface="Consolas" panose="020B0609020204030204" pitchFamily="49" charset="0"/>
                          <a:cs typeface="Consolas" panose="020B0609020204030204" pitchFamily="49" charset="0"/>
                        </a:rPr>
                        <a:t>int</a:t>
                      </a:r>
                      <a:r>
                        <a:rPr lang="fr-FR" sz="1400" dirty="0">
                          <a:effectLst/>
                          <a:latin typeface="Consolas" panose="020B0609020204030204" pitchFamily="49" charset="0"/>
                          <a:cs typeface="Consolas" panose="020B0609020204030204" pitchFamily="49" charset="0"/>
                        </a:rPr>
                        <a:t> main(</a:t>
                      </a:r>
                      <a:r>
                        <a:rPr lang="fr-FR" sz="1400" dirty="0" err="1">
                          <a:effectLst/>
                          <a:latin typeface="Consolas" panose="020B0609020204030204" pitchFamily="49" charset="0"/>
                          <a:cs typeface="Consolas" panose="020B0609020204030204" pitchFamily="49" charset="0"/>
                        </a:rPr>
                        <a:t>void</a:t>
                      </a:r>
                      <a:r>
                        <a:rPr lang="fr-FR" sz="1400" dirty="0">
                          <a:effectLst/>
                          <a:latin typeface="Consolas" panose="020B0609020204030204" pitchFamily="49" charset="0"/>
                          <a:cs typeface="Consolas" panose="020B0609020204030204" pitchFamily="49" charset="0"/>
                        </a:rPr>
                        <a:t>){</a:t>
                      </a:r>
                    </a:p>
                    <a:p>
                      <a:pPr marL="0" marR="0" algn="l">
                        <a:spcBef>
                          <a:spcPts val="0"/>
                        </a:spcBef>
                        <a:spcAft>
                          <a:spcPts val="0"/>
                        </a:spcAft>
                      </a:pPr>
                      <a:r>
                        <a:rPr lang="fr-FR" sz="1400" dirty="0">
                          <a:effectLst/>
                          <a:latin typeface="Consolas" panose="020B0609020204030204" pitchFamily="49" charset="0"/>
                          <a:cs typeface="Consolas" panose="020B0609020204030204" pitchFamily="49" charset="0"/>
                        </a:rPr>
                        <a:t>int32_t s</a:t>
                      </a:r>
                    </a:p>
                    <a:p>
                      <a:pPr marL="0" marR="0" algn="l">
                        <a:spcBef>
                          <a:spcPts val="0"/>
                        </a:spcBef>
                        <a:spcAft>
                          <a:spcPts val="0"/>
                        </a:spcAft>
                      </a:pPr>
                      <a:r>
                        <a:rPr lang="fr-FR" sz="1400" dirty="0">
                          <a:effectLst/>
                          <a:latin typeface="Consolas" panose="020B0609020204030204" pitchFamily="49" charset="0"/>
                          <a:cs typeface="Consolas" panose="020B0609020204030204" pitchFamily="49" charset="0"/>
                        </a:rPr>
                        <a:t>...</a:t>
                      </a:r>
                    </a:p>
                    <a:p>
                      <a:pPr marL="0" marR="0" algn="l">
                        <a:spcBef>
                          <a:spcPts val="0"/>
                        </a:spcBef>
                        <a:spcAft>
                          <a:spcPts val="0"/>
                        </a:spcAft>
                      </a:pPr>
                      <a:r>
                        <a:rPr lang="fr-FR" sz="1400" dirty="0">
                          <a:effectLst/>
                          <a:latin typeface="Consolas" panose="020B0609020204030204" pitchFamily="49" charset="0"/>
                          <a:cs typeface="Consolas" panose="020B0609020204030204" pitchFamily="49" charset="0"/>
                        </a:rPr>
                        <a:t>s = sum3(-1, -2, -3) + sum3(4, 5, 6);</a:t>
                      </a:r>
                    </a:p>
                    <a:p>
                      <a:pPr marL="0" marR="0" lvl="0" indent="0" algn="l" defTabSz="914400" rtl="0" eaLnBrk="1" fontAlgn="auto" latinLnBrk="0" hangingPunct="1">
                        <a:lnSpc>
                          <a:spcPct val="100000"/>
                        </a:lnSpc>
                        <a:spcBef>
                          <a:spcPts val="0"/>
                        </a:spcBef>
                        <a:spcAft>
                          <a:spcPts val="0"/>
                        </a:spcAft>
                        <a:buClrTx/>
                        <a:buSzTx/>
                        <a:buFontTx/>
                        <a:buNone/>
                        <a:tabLst/>
                        <a:defRPr/>
                      </a:pPr>
                      <a:r>
                        <a:rPr lang="fr-FR" sz="1400" dirty="0">
                          <a:effectLst/>
                          <a:latin typeface="Consolas" panose="020B0609020204030204" pitchFamily="49" charset="0"/>
                          <a:cs typeface="Consolas" panose="020B0609020204030204" pitchFamily="49" charset="0"/>
                        </a:rPr>
                        <a:t>...</a:t>
                      </a:r>
                      <a:endParaRPr lang="en-US" sz="1400" dirty="0">
                        <a:effectLst/>
                        <a:latin typeface="Consolas" panose="020B0609020204030204" pitchFamily="49" charset="0"/>
                        <a:cs typeface="Consolas" panose="020B0609020204030204" pitchFamily="49" charset="0"/>
                      </a:endParaRPr>
                    </a:p>
                  </a:txBody>
                  <a:tcPr marL="68580" marR="68580" marT="0" marB="0"/>
                </a:tc>
                <a:extLst>
                  <a:ext uri="{0D108BD9-81ED-4DB2-BD59-A6C34878D82A}">
                    <a16:rowId xmlns:a16="http://schemas.microsoft.com/office/drawing/2014/main" val="10001"/>
                  </a:ext>
                </a:extLst>
              </a:tr>
            </a:tbl>
          </a:graphicData>
        </a:graphic>
      </p:graphicFrame>
      <p:graphicFrame>
        <p:nvGraphicFramePr>
          <p:cNvPr id="7" name="Table 6">
            <a:extLst>
              <a:ext uri="{FF2B5EF4-FFF2-40B4-BE49-F238E27FC236}">
                <a16:creationId xmlns:a16="http://schemas.microsoft.com/office/drawing/2014/main" id="{7F3EEF33-13EC-BB93-CE67-9DD4DBFC221D}"/>
              </a:ext>
            </a:extLst>
          </p:cNvPr>
          <p:cNvGraphicFramePr>
            <a:graphicFrameLocks noGrp="1"/>
          </p:cNvGraphicFramePr>
          <p:nvPr>
            <p:extLst>
              <p:ext uri="{D42A27DB-BD31-4B8C-83A1-F6EECF244321}">
                <p14:modId xmlns:p14="http://schemas.microsoft.com/office/powerpoint/2010/main" val="3133712184"/>
              </p:ext>
            </p:extLst>
          </p:nvPr>
        </p:nvGraphicFramePr>
        <p:xfrm>
          <a:off x="4847303" y="3856560"/>
          <a:ext cx="3657600" cy="2194560"/>
        </p:xfrm>
        <a:graphic>
          <a:graphicData uri="http://schemas.openxmlformats.org/drawingml/2006/table">
            <a:tbl>
              <a:tblPr firstRow="1" firstCol="1" bandRow="1">
                <a:tableStyleId>{5940675A-B579-460E-94D1-54222C63F5DA}</a:tableStyleId>
              </a:tblPr>
              <a:tblGrid>
                <a:gridCol w="3657600">
                  <a:extLst>
                    <a:ext uri="{9D8B030D-6E8A-4147-A177-3AD203B41FA5}">
                      <a16:colId xmlns:a16="http://schemas.microsoft.com/office/drawing/2014/main" val="20000"/>
                    </a:ext>
                  </a:extLst>
                </a:gridCol>
              </a:tblGrid>
              <a:tr h="175619">
                <a:tc>
                  <a:txBody>
                    <a:bodyPr/>
                    <a:lstStyle/>
                    <a:p>
                      <a:pPr marL="0" marR="0" algn="just">
                        <a:spcBef>
                          <a:spcPts val="0"/>
                        </a:spcBef>
                        <a:spcAft>
                          <a:spcPts val="0"/>
                        </a:spcAft>
                      </a:pPr>
                      <a:r>
                        <a:rPr lang="en-US" sz="1600" b="1" dirty="0">
                          <a:solidFill>
                            <a:schemeClr val="bg1"/>
                          </a:solidFill>
                          <a:effectLst/>
                          <a:latin typeface="Consolas" panose="020B0609020204030204" pitchFamily="49" charset="0"/>
                          <a:cs typeface="Consolas" panose="020B0609020204030204" pitchFamily="49" charset="0"/>
                        </a:rPr>
                        <a:t>Calle</a:t>
                      </a:r>
                      <a:r>
                        <a:rPr lang="en-US" altLang="zh-CN" sz="1600" b="1" dirty="0">
                          <a:solidFill>
                            <a:schemeClr val="bg1"/>
                          </a:solidFill>
                          <a:effectLst/>
                          <a:latin typeface="Consolas" panose="020B0609020204030204" pitchFamily="49" charset="0"/>
                          <a:cs typeface="Consolas" panose="020B0609020204030204" pitchFamily="49" charset="0"/>
                        </a:rPr>
                        <a:t>e</a:t>
                      </a:r>
                      <a:r>
                        <a:rPr lang="en-US" sz="1600" b="1" dirty="0">
                          <a:solidFill>
                            <a:schemeClr val="bg1"/>
                          </a:solidFill>
                          <a:effectLst/>
                          <a:latin typeface="Consolas" panose="020B0609020204030204" pitchFamily="49" charset="0"/>
                          <a:cs typeface="Consolas" panose="020B0609020204030204" pitchFamily="49" charset="0"/>
                        </a:rPr>
                        <a:t> Program</a:t>
                      </a:r>
                      <a:endParaRPr lang="en-US" sz="1600" b="1" dirty="0">
                        <a:solidFill>
                          <a:schemeClr val="bg1"/>
                        </a:solidFill>
                        <a:effectLst/>
                        <a:latin typeface="Consolas" panose="020B0609020204030204" pitchFamily="49" charset="0"/>
                        <a:ea typeface="宋体"/>
                        <a:cs typeface="Consolas" panose="020B0609020204030204" pitchFamily="49" charset="0"/>
                      </a:endParaRPr>
                    </a:p>
                  </a:txBody>
                  <a:tcPr marL="68580" marR="68580" marT="0" marB="0">
                    <a:solidFill>
                      <a:schemeClr val="accent1"/>
                    </a:solidFill>
                  </a:tcPr>
                </a:tc>
                <a:extLst>
                  <a:ext uri="{0D108BD9-81ED-4DB2-BD59-A6C34878D82A}">
                    <a16:rowId xmlns:a16="http://schemas.microsoft.com/office/drawing/2014/main" val="10000"/>
                  </a:ext>
                </a:extLst>
              </a:tr>
              <a:tr h="1805581">
                <a:tc>
                  <a:txBody>
                    <a:bodyPr/>
                    <a:lstStyle/>
                    <a:p>
                      <a:pPr marL="0" marR="0" algn="just">
                        <a:spcBef>
                          <a:spcPts val="0"/>
                        </a:spcBef>
                        <a:spcAft>
                          <a:spcPts val="0"/>
                        </a:spcAft>
                      </a:pPr>
                      <a:r>
                        <a:rPr lang="pt-BR" sz="1600" dirty="0">
                          <a:effectLst/>
                          <a:latin typeface="Consolas" panose="020B0609020204030204" pitchFamily="49" charset="0"/>
                          <a:cs typeface="Consolas" panose="020B0609020204030204" pitchFamily="49" charset="0"/>
                        </a:rPr>
                        <a:t>sum3 PROC</a:t>
                      </a:r>
                    </a:p>
                    <a:p>
                      <a:pPr marL="0" marR="0" algn="just">
                        <a:spcBef>
                          <a:spcPts val="0"/>
                        </a:spcBef>
                        <a:spcAft>
                          <a:spcPts val="0"/>
                        </a:spcAft>
                      </a:pPr>
                      <a:r>
                        <a:rPr lang="pt-BR" sz="1600" dirty="0">
                          <a:effectLst/>
                          <a:latin typeface="Consolas" panose="020B0609020204030204" pitchFamily="49" charset="0"/>
                          <a:cs typeface="Consolas" panose="020B0609020204030204" pitchFamily="49" charset="0"/>
                        </a:rPr>
                        <a:t>EXPORT sum3</a:t>
                      </a:r>
                    </a:p>
                    <a:p>
                      <a:pPr marL="0" marR="0" algn="just">
                        <a:spcBef>
                          <a:spcPts val="0"/>
                        </a:spcBef>
                        <a:spcAft>
                          <a:spcPts val="0"/>
                        </a:spcAft>
                      </a:pPr>
                      <a:r>
                        <a:rPr lang="pt-BR" sz="1600" dirty="0">
                          <a:effectLst/>
                          <a:latin typeface="Consolas" panose="020B0609020204030204" pitchFamily="49" charset="0"/>
                          <a:cs typeface="Consolas" panose="020B0609020204030204" pitchFamily="49" charset="0"/>
                        </a:rPr>
                        <a:t>; r3 = sum</a:t>
                      </a:r>
                    </a:p>
                    <a:p>
                      <a:pPr marL="0" marR="0" algn="just">
                        <a:spcBef>
                          <a:spcPts val="0"/>
                        </a:spcBef>
                        <a:spcAft>
                          <a:spcPts val="0"/>
                        </a:spcAft>
                      </a:pPr>
                      <a:r>
                        <a:rPr lang="pt-BR" sz="1600" dirty="0">
                          <a:effectLst/>
                          <a:latin typeface="Consolas" panose="020B0609020204030204" pitchFamily="49" charset="0"/>
                          <a:cs typeface="Consolas" panose="020B0609020204030204" pitchFamily="49" charset="0"/>
                        </a:rPr>
                        <a:t>ADD r3, r0, r1 ; sum = a1 + a2</a:t>
                      </a:r>
                    </a:p>
                    <a:p>
                      <a:pPr marL="0" marR="0" algn="just">
                        <a:spcBef>
                          <a:spcPts val="0"/>
                        </a:spcBef>
                        <a:spcAft>
                          <a:spcPts val="0"/>
                        </a:spcAft>
                      </a:pPr>
                      <a:r>
                        <a:rPr lang="pt-BR" sz="1600" dirty="0">
                          <a:effectLst/>
                          <a:latin typeface="Consolas" panose="020B0609020204030204" pitchFamily="49" charset="0"/>
                          <a:cs typeface="Consolas" panose="020B0609020204030204" pitchFamily="49" charset="0"/>
                        </a:rPr>
                        <a:t>ADD r3, r0, r2 ; sum += a3</a:t>
                      </a:r>
                    </a:p>
                    <a:p>
                      <a:pPr marL="0" marR="0" algn="just">
                        <a:spcBef>
                          <a:spcPts val="0"/>
                        </a:spcBef>
                        <a:spcAft>
                          <a:spcPts val="0"/>
                        </a:spcAft>
                      </a:pPr>
                      <a:r>
                        <a:rPr lang="pt-BR" sz="1600" dirty="0">
                          <a:effectLst/>
                          <a:latin typeface="Consolas" panose="020B0609020204030204" pitchFamily="49" charset="0"/>
                          <a:cs typeface="Consolas" panose="020B0609020204030204" pitchFamily="49" charset="0"/>
                        </a:rPr>
                        <a:t>MOV r1, r3</a:t>
                      </a:r>
                    </a:p>
                    <a:p>
                      <a:pPr marL="0" marR="0" algn="just">
                        <a:spcBef>
                          <a:spcPts val="0"/>
                        </a:spcBef>
                        <a:spcAft>
                          <a:spcPts val="0"/>
                        </a:spcAft>
                      </a:pPr>
                      <a:r>
                        <a:rPr lang="pt-BR" sz="1600" dirty="0">
                          <a:effectLst/>
                          <a:latin typeface="Consolas" panose="020B0609020204030204" pitchFamily="49" charset="0"/>
                          <a:cs typeface="Consolas" panose="020B0609020204030204" pitchFamily="49" charset="0"/>
                        </a:rPr>
                        <a:t>BX pc</a:t>
                      </a:r>
                    </a:p>
                    <a:p>
                      <a:pPr marL="0" marR="0" algn="just">
                        <a:spcBef>
                          <a:spcPts val="0"/>
                        </a:spcBef>
                        <a:spcAft>
                          <a:spcPts val="0"/>
                        </a:spcAft>
                      </a:pPr>
                      <a:r>
                        <a:rPr lang="pt-BR" sz="1600" dirty="0">
                          <a:effectLst/>
                          <a:latin typeface="Consolas" panose="020B0609020204030204" pitchFamily="49" charset="0"/>
                          <a:cs typeface="Consolas" panose="020B0609020204030204" pitchFamily="49" charset="0"/>
                        </a:rPr>
                        <a:t>ENDP</a:t>
                      </a:r>
                      <a:endParaRPr lang="en-US" sz="1600" dirty="0">
                        <a:effectLst/>
                        <a:latin typeface="Consolas" panose="020B0609020204030204" pitchFamily="49" charset="0"/>
                        <a:cs typeface="Consolas" panose="020B0609020204030204" pitchFamily="49" charset="0"/>
                      </a:endParaRPr>
                    </a:p>
                  </a:txBody>
                  <a:tcPr marL="68580" marR="68580" marT="0" marB="0"/>
                </a:tc>
                <a:extLst>
                  <a:ext uri="{0D108BD9-81ED-4DB2-BD59-A6C34878D82A}">
                    <a16:rowId xmlns:a16="http://schemas.microsoft.com/office/drawing/2014/main" val="10001"/>
                  </a:ext>
                </a:extLst>
              </a:tr>
            </a:tbl>
          </a:graphicData>
        </a:graphic>
      </p:graphicFrame>
    </p:spTree>
    <p:extLst>
      <p:ext uri="{BB962C8B-B14F-4D97-AF65-F5344CB8AC3E}">
        <p14:creationId xmlns:p14="http://schemas.microsoft.com/office/powerpoint/2010/main" val="4120051107"/>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8013AA5-7512-22DD-1951-CBA6BFFCB266}"/>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26AB2E9D-CA3F-A924-BCF5-E675F73BE73B}"/>
              </a:ext>
            </a:extLst>
          </p:cNvPr>
          <p:cNvSpPr>
            <a:spLocks noGrp="1"/>
          </p:cNvSpPr>
          <p:nvPr>
            <p:ph type="title"/>
          </p:nvPr>
        </p:nvSpPr>
        <p:spPr/>
        <p:txBody>
          <a:bodyPr/>
          <a:lstStyle/>
          <a:p>
            <a:r>
              <a:rPr lang="en-US" altLang="zh-CN" dirty="0"/>
              <a:t>What is Wrong? ANS</a:t>
            </a:r>
            <a:endParaRPr lang="en-US" dirty="0"/>
          </a:p>
        </p:txBody>
      </p:sp>
      <p:sp>
        <p:nvSpPr>
          <p:cNvPr id="3" name="Slide Number Placeholder 2">
            <a:extLst>
              <a:ext uri="{FF2B5EF4-FFF2-40B4-BE49-F238E27FC236}">
                <a16:creationId xmlns:a16="http://schemas.microsoft.com/office/drawing/2014/main" id="{239BD184-7857-E916-5337-0E4E92B37032}"/>
              </a:ext>
            </a:extLst>
          </p:cNvPr>
          <p:cNvSpPr>
            <a:spLocks noGrp="1"/>
          </p:cNvSpPr>
          <p:nvPr>
            <p:ph type="sldNum" sz="quarter" idx="12"/>
          </p:nvPr>
        </p:nvSpPr>
        <p:spPr/>
        <p:txBody>
          <a:bodyPr/>
          <a:lstStyle/>
          <a:p>
            <a:fld id="{EA7C8D44-3667-46F6-9772-CC52308E2A7F}" type="slidenum">
              <a:rPr kumimoji="0" lang="en-US" smtClean="0"/>
              <a:pPr/>
              <a:t>20</a:t>
            </a:fld>
            <a:endParaRPr kumimoji="0" lang="en-US" dirty="0"/>
          </a:p>
        </p:txBody>
      </p:sp>
      <p:sp>
        <p:nvSpPr>
          <p:cNvPr id="4" name="Content Placeholder 3">
            <a:extLst>
              <a:ext uri="{FF2B5EF4-FFF2-40B4-BE49-F238E27FC236}">
                <a16:creationId xmlns:a16="http://schemas.microsoft.com/office/drawing/2014/main" id="{888CA4B8-E23A-61B6-D388-BD1EFFC38D5F}"/>
              </a:ext>
            </a:extLst>
          </p:cNvPr>
          <p:cNvSpPr>
            <a:spLocks noGrp="1"/>
          </p:cNvSpPr>
          <p:nvPr>
            <p:ph sz="quarter" idx="1"/>
          </p:nvPr>
        </p:nvSpPr>
        <p:spPr>
          <a:xfrm>
            <a:off x="152400" y="1270963"/>
            <a:ext cx="2544097" cy="4937760"/>
          </a:xfrm>
        </p:spPr>
        <p:txBody>
          <a:bodyPr/>
          <a:lstStyle/>
          <a:p>
            <a:r>
              <a:rPr lang="en-US" dirty="0"/>
              <a:t>Return result should be put into r0, not r1</a:t>
            </a:r>
          </a:p>
          <a:p>
            <a:r>
              <a:rPr lang="en-US" dirty="0"/>
              <a:t>BX </a:t>
            </a:r>
            <a:r>
              <a:rPr lang="en-US" dirty="0" err="1"/>
              <a:t>lr</a:t>
            </a:r>
            <a:r>
              <a:rPr lang="en-US" dirty="0"/>
              <a:t> returns to caller</a:t>
            </a:r>
          </a:p>
          <a:p>
            <a:r>
              <a:rPr lang="en-US" dirty="0"/>
              <a:t>BX pc is not a return and will re-execute at the PC value</a:t>
            </a:r>
          </a:p>
        </p:txBody>
      </p:sp>
      <p:graphicFrame>
        <p:nvGraphicFramePr>
          <p:cNvPr id="5" name="Table 4">
            <a:extLst>
              <a:ext uri="{FF2B5EF4-FFF2-40B4-BE49-F238E27FC236}">
                <a16:creationId xmlns:a16="http://schemas.microsoft.com/office/drawing/2014/main" id="{28ABCD11-A9ED-D44F-DB84-BC8E920599B7}"/>
              </a:ext>
            </a:extLst>
          </p:cNvPr>
          <p:cNvGraphicFramePr>
            <a:graphicFrameLocks noGrp="1"/>
          </p:cNvGraphicFramePr>
          <p:nvPr/>
        </p:nvGraphicFramePr>
        <p:xfrm>
          <a:off x="2696497" y="1731779"/>
          <a:ext cx="5791200" cy="2018941"/>
        </p:xfrm>
        <a:graphic>
          <a:graphicData uri="http://schemas.openxmlformats.org/drawingml/2006/table">
            <a:tbl>
              <a:tblPr firstRow="1" firstCol="1" bandRow="1">
                <a:tableStyleId>{5940675A-B579-460E-94D1-54222C63F5DA}</a:tableStyleId>
              </a:tblPr>
              <a:tblGrid>
                <a:gridCol w="5791200">
                  <a:extLst>
                    <a:ext uri="{9D8B030D-6E8A-4147-A177-3AD203B41FA5}">
                      <a16:colId xmlns:a16="http://schemas.microsoft.com/office/drawing/2014/main" val="20000"/>
                    </a:ext>
                  </a:extLst>
                </a:gridCol>
              </a:tblGrid>
              <a:tr h="175619">
                <a:tc>
                  <a:txBody>
                    <a:bodyPr/>
                    <a:lstStyle/>
                    <a:p>
                      <a:pPr marL="0" marR="0" algn="l">
                        <a:spcBef>
                          <a:spcPts val="0"/>
                        </a:spcBef>
                        <a:spcAft>
                          <a:spcPts val="0"/>
                        </a:spcAft>
                      </a:pPr>
                      <a:r>
                        <a:rPr lang="en-US" sz="1400" b="1" dirty="0">
                          <a:solidFill>
                            <a:schemeClr val="bg1"/>
                          </a:solidFill>
                          <a:effectLst/>
                          <a:latin typeface="Consolas" panose="020B0609020204030204" pitchFamily="49" charset="0"/>
                          <a:cs typeface="Consolas" panose="020B0609020204030204" pitchFamily="49" charset="0"/>
                        </a:rPr>
                        <a:t>Caller Program</a:t>
                      </a:r>
                      <a:endParaRPr lang="en-US" sz="1400" b="1" dirty="0">
                        <a:solidFill>
                          <a:schemeClr val="bg1"/>
                        </a:solidFill>
                        <a:effectLst/>
                        <a:latin typeface="Consolas" panose="020B0609020204030204" pitchFamily="49" charset="0"/>
                        <a:ea typeface="宋体"/>
                        <a:cs typeface="Consolas" panose="020B0609020204030204" pitchFamily="49" charset="0"/>
                      </a:endParaRPr>
                    </a:p>
                  </a:txBody>
                  <a:tcPr marL="68580" marR="68580" marT="0" marB="0">
                    <a:solidFill>
                      <a:schemeClr val="accent1"/>
                    </a:solidFill>
                  </a:tcPr>
                </a:tc>
                <a:extLst>
                  <a:ext uri="{0D108BD9-81ED-4DB2-BD59-A6C34878D82A}">
                    <a16:rowId xmlns:a16="http://schemas.microsoft.com/office/drawing/2014/main" val="10000"/>
                  </a:ext>
                </a:extLst>
              </a:tr>
              <a:tr h="1805581">
                <a:tc>
                  <a:txBody>
                    <a:bodyPr/>
                    <a:lstStyle/>
                    <a:p>
                      <a:pPr marL="0" marR="0" algn="l">
                        <a:spcBef>
                          <a:spcPts val="0"/>
                        </a:spcBef>
                        <a:spcAft>
                          <a:spcPts val="0"/>
                        </a:spcAft>
                      </a:pPr>
                      <a:r>
                        <a:rPr lang="fr-FR" sz="1400" dirty="0" err="1">
                          <a:effectLst/>
                          <a:latin typeface="Consolas" panose="020B0609020204030204" pitchFamily="49" charset="0"/>
                          <a:cs typeface="Consolas" panose="020B0609020204030204" pitchFamily="49" charset="0"/>
                        </a:rPr>
                        <a:t>Extern</a:t>
                      </a:r>
                      <a:r>
                        <a:rPr lang="fr-FR" sz="1400" dirty="0">
                          <a:effectLst/>
                          <a:latin typeface="Consolas" panose="020B0609020204030204" pitchFamily="49" charset="0"/>
                          <a:cs typeface="Consolas" panose="020B0609020204030204" pitchFamily="49" charset="0"/>
                        </a:rPr>
                        <a:t> int32_t sum3(int32_t a1, int32_t a2, int32_t a3);</a:t>
                      </a:r>
                    </a:p>
                    <a:p>
                      <a:pPr marL="0" marR="0" algn="l">
                        <a:spcBef>
                          <a:spcPts val="0"/>
                        </a:spcBef>
                        <a:spcAft>
                          <a:spcPts val="0"/>
                        </a:spcAft>
                      </a:pPr>
                      <a:endParaRPr lang="fr-FR" sz="1400" dirty="0">
                        <a:effectLst/>
                        <a:latin typeface="Consolas" panose="020B0609020204030204" pitchFamily="49" charset="0"/>
                        <a:cs typeface="Consolas" panose="020B0609020204030204" pitchFamily="49" charset="0"/>
                      </a:endParaRPr>
                    </a:p>
                    <a:p>
                      <a:pPr marL="0" marR="0" algn="l">
                        <a:spcBef>
                          <a:spcPts val="0"/>
                        </a:spcBef>
                        <a:spcAft>
                          <a:spcPts val="0"/>
                        </a:spcAft>
                      </a:pPr>
                      <a:r>
                        <a:rPr lang="fr-FR" sz="1400" dirty="0" err="1">
                          <a:effectLst/>
                          <a:latin typeface="Consolas" panose="020B0609020204030204" pitchFamily="49" charset="0"/>
                          <a:cs typeface="Consolas" panose="020B0609020204030204" pitchFamily="49" charset="0"/>
                        </a:rPr>
                        <a:t>int</a:t>
                      </a:r>
                      <a:r>
                        <a:rPr lang="fr-FR" sz="1400" dirty="0">
                          <a:effectLst/>
                          <a:latin typeface="Consolas" panose="020B0609020204030204" pitchFamily="49" charset="0"/>
                          <a:cs typeface="Consolas" panose="020B0609020204030204" pitchFamily="49" charset="0"/>
                        </a:rPr>
                        <a:t> main(</a:t>
                      </a:r>
                      <a:r>
                        <a:rPr lang="fr-FR" sz="1400" dirty="0" err="1">
                          <a:effectLst/>
                          <a:latin typeface="Consolas" panose="020B0609020204030204" pitchFamily="49" charset="0"/>
                          <a:cs typeface="Consolas" panose="020B0609020204030204" pitchFamily="49" charset="0"/>
                        </a:rPr>
                        <a:t>void</a:t>
                      </a:r>
                      <a:r>
                        <a:rPr lang="fr-FR" sz="1400" dirty="0">
                          <a:effectLst/>
                          <a:latin typeface="Consolas" panose="020B0609020204030204" pitchFamily="49" charset="0"/>
                          <a:cs typeface="Consolas" panose="020B0609020204030204" pitchFamily="49" charset="0"/>
                        </a:rPr>
                        <a:t>){</a:t>
                      </a:r>
                    </a:p>
                    <a:p>
                      <a:pPr marL="0" marR="0" algn="l">
                        <a:spcBef>
                          <a:spcPts val="0"/>
                        </a:spcBef>
                        <a:spcAft>
                          <a:spcPts val="0"/>
                        </a:spcAft>
                      </a:pPr>
                      <a:r>
                        <a:rPr lang="fr-FR" sz="1400" dirty="0">
                          <a:effectLst/>
                          <a:latin typeface="Consolas" panose="020B0609020204030204" pitchFamily="49" charset="0"/>
                          <a:cs typeface="Consolas" panose="020B0609020204030204" pitchFamily="49" charset="0"/>
                        </a:rPr>
                        <a:t>int32_t s</a:t>
                      </a:r>
                    </a:p>
                    <a:p>
                      <a:pPr marL="0" marR="0" algn="l">
                        <a:spcBef>
                          <a:spcPts val="0"/>
                        </a:spcBef>
                        <a:spcAft>
                          <a:spcPts val="0"/>
                        </a:spcAft>
                      </a:pPr>
                      <a:r>
                        <a:rPr lang="fr-FR" sz="1400" dirty="0">
                          <a:effectLst/>
                          <a:latin typeface="Consolas" panose="020B0609020204030204" pitchFamily="49" charset="0"/>
                          <a:cs typeface="Consolas" panose="020B0609020204030204" pitchFamily="49" charset="0"/>
                        </a:rPr>
                        <a:t>...</a:t>
                      </a:r>
                    </a:p>
                    <a:p>
                      <a:pPr marL="0" marR="0" algn="l">
                        <a:spcBef>
                          <a:spcPts val="0"/>
                        </a:spcBef>
                        <a:spcAft>
                          <a:spcPts val="0"/>
                        </a:spcAft>
                      </a:pPr>
                      <a:r>
                        <a:rPr lang="fr-FR" sz="1400" dirty="0">
                          <a:effectLst/>
                          <a:latin typeface="Consolas" panose="020B0609020204030204" pitchFamily="49" charset="0"/>
                          <a:cs typeface="Consolas" panose="020B0609020204030204" pitchFamily="49" charset="0"/>
                        </a:rPr>
                        <a:t>s = sum3(-1, -2, -3) + sum3(4, 5, 6);</a:t>
                      </a:r>
                    </a:p>
                    <a:p>
                      <a:pPr marL="0" marR="0" lvl="0" indent="0" algn="l" defTabSz="914400" rtl="0" eaLnBrk="1" fontAlgn="auto" latinLnBrk="0" hangingPunct="1">
                        <a:lnSpc>
                          <a:spcPct val="100000"/>
                        </a:lnSpc>
                        <a:spcBef>
                          <a:spcPts val="0"/>
                        </a:spcBef>
                        <a:spcAft>
                          <a:spcPts val="0"/>
                        </a:spcAft>
                        <a:buClrTx/>
                        <a:buSzTx/>
                        <a:buFontTx/>
                        <a:buNone/>
                        <a:tabLst/>
                        <a:defRPr/>
                      </a:pPr>
                      <a:r>
                        <a:rPr lang="fr-FR" sz="1400" dirty="0">
                          <a:effectLst/>
                          <a:latin typeface="Consolas" panose="020B0609020204030204" pitchFamily="49" charset="0"/>
                          <a:cs typeface="Consolas" panose="020B0609020204030204" pitchFamily="49" charset="0"/>
                        </a:rPr>
                        <a:t>...</a:t>
                      </a:r>
                      <a:endParaRPr lang="en-US" sz="1400" dirty="0">
                        <a:effectLst/>
                        <a:latin typeface="Consolas" panose="020B0609020204030204" pitchFamily="49" charset="0"/>
                        <a:cs typeface="Consolas" panose="020B0609020204030204" pitchFamily="49" charset="0"/>
                      </a:endParaRPr>
                    </a:p>
                  </a:txBody>
                  <a:tcPr marL="68580" marR="68580" marT="0" marB="0"/>
                </a:tc>
                <a:extLst>
                  <a:ext uri="{0D108BD9-81ED-4DB2-BD59-A6C34878D82A}">
                    <a16:rowId xmlns:a16="http://schemas.microsoft.com/office/drawing/2014/main" val="10001"/>
                  </a:ext>
                </a:extLst>
              </a:tr>
            </a:tbl>
          </a:graphicData>
        </a:graphic>
      </p:graphicFrame>
      <p:graphicFrame>
        <p:nvGraphicFramePr>
          <p:cNvPr id="7" name="Table 6">
            <a:extLst>
              <a:ext uri="{FF2B5EF4-FFF2-40B4-BE49-F238E27FC236}">
                <a16:creationId xmlns:a16="http://schemas.microsoft.com/office/drawing/2014/main" id="{63F81107-A59E-5244-C57F-4AFF69A7D613}"/>
              </a:ext>
            </a:extLst>
          </p:cNvPr>
          <p:cNvGraphicFramePr>
            <a:graphicFrameLocks noGrp="1"/>
          </p:cNvGraphicFramePr>
          <p:nvPr>
            <p:extLst>
              <p:ext uri="{D42A27DB-BD31-4B8C-83A1-F6EECF244321}">
                <p14:modId xmlns:p14="http://schemas.microsoft.com/office/powerpoint/2010/main" val="2021965596"/>
              </p:ext>
            </p:extLst>
          </p:nvPr>
        </p:nvGraphicFramePr>
        <p:xfrm>
          <a:off x="4847303" y="3856560"/>
          <a:ext cx="3657600" cy="2194560"/>
        </p:xfrm>
        <a:graphic>
          <a:graphicData uri="http://schemas.openxmlformats.org/drawingml/2006/table">
            <a:tbl>
              <a:tblPr firstRow="1" firstCol="1" bandRow="1">
                <a:tableStyleId>{5940675A-B579-460E-94D1-54222C63F5DA}</a:tableStyleId>
              </a:tblPr>
              <a:tblGrid>
                <a:gridCol w="3657600">
                  <a:extLst>
                    <a:ext uri="{9D8B030D-6E8A-4147-A177-3AD203B41FA5}">
                      <a16:colId xmlns:a16="http://schemas.microsoft.com/office/drawing/2014/main" val="20000"/>
                    </a:ext>
                  </a:extLst>
                </a:gridCol>
              </a:tblGrid>
              <a:tr h="175619">
                <a:tc>
                  <a:txBody>
                    <a:bodyPr/>
                    <a:lstStyle/>
                    <a:p>
                      <a:pPr marL="0" marR="0" algn="just">
                        <a:spcBef>
                          <a:spcPts val="0"/>
                        </a:spcBef>
                        <a:spcAft>
                          <a:spcPts val="0"/>
                        </a:spcAft>
                      </a:pPr>
                      <a:r>
                        <a:rPr lang="en-US" sz="1600" b="1" dirty="0">
                          <a:solidFill>
                            <a:schemeClr val="bg1"/>
                          </a:solidFill>
                          <a:effectLst/>
                          <a:latin typeface="Consolas" panose="020B0609020204030204" pitchFamily="49" charset="0"/>
                          <a:cs typeface="Consolas" panose="020B0609020204030204" pitchFamily="49" charset="0"/>
                        </a:rPr>
                        <a:t>Calle</a:t>
                      </a:r>
                      <a:r>
                        <a:rPr lang="en-US" altLang="zh-CN" sz="1600" b="1" dirty="0">
                          <a:solidFill>
                            <a:schemeClr val="bg1"/>
                          </a:solidFill>
                          <a:effectLst/>
                          <a:latin typeface="Consolas" panose="020B0609020204030204" pitchFamily="49" charset="0"/>
                          <a:cs typeface="Consolas" panose="020B0609020204030204" pitchFamily="49" charset="0"/>
                        </a:rPr>
                        <a:t>e</a:t>
                      </a:r>
                      <a:r>
                        <a:rPr lang="en-US" sz="1600" b="1" dirty="0">
                          <a:solidFill>
                            <a:schemeClr val="bg1"/>
                          </a:solidFill>
                          <a:effectLst/>
                          <a:latin typeface="Consolas" panose="020B0609020204030204" pitchFamily="49" charset="0"/>
                          <a:cs typeface="Consolas" panose="020B0609020204030204" pitchFamily="49" charset="0"/>
                        </a:rPr>
                        <a:t> Program</a:t>
                      </a:r>
                      <a:endParaRPr lang="en-US" sz="1600" b="1" dirty="0">
                        <a:solidFill>
                          <a:schemeClr val="bg1"/>
                        </a:solidFill>
                        <a:effectLst/>
                        <a:latin typeface="Consolas" panose="020B0609020204030204" pitchFamily="49" charset="0"/>
                        <a:ea typeface="宋体"/>
                        <a:cs typeface="Consolas" panose="020B0609020204030204" pitchFamily="49" charset="0"/>
                      </a:endParaRPr>
                    </a:p>
                  </a:txBody>
                  <a:tcPr marL="68580" marR="68580" marT="0" marB="0">
                    <a:solidFill>
                      <a:schemeClr val="accent1"/>
                    </a:solidFill>
                  </a:tcPr>
                </a:tc>
                <a:extLst>
                  <a:ext uri="{0D108BD9-81ED-4DB2-BD59-A6C34878D82A}">
                    <a16:rowId xmlns:a16="http://schemas.microsoft.com/office/drawing/2014/main" val="10000"/>
                  </a:ext>
                </a:extLst>
              </a:tr>
              <a:tr h="1805581">
                <a:tc>
                  <a:txBody>
                    <a:bodyPr/>
                    <a:lstStyle/>
                    <a:p>
                      <a:pPr marL="0" marR="0" algn="just">
                        <a:spcBef>
                          <a:spcPts val="0"/>
                        </a:spcBef>
                        <a:spcAft>
                          <a:spcPts val="0"/>
                        </a:spcAft>
                      </a:pPr>
                      <a:r>
                        <a:rPr lang="pt-BR" sz="1600" dirty="0">
                          <a:effectLst/>
                          <a:latin typeface="Consolas" panose="020B0609020204030204" pitchFamily="49" charset="0"/>
                          <a:cs typeface="Consolas" panose="020B0609020204030204" pitchFamily="49" charset="0"/>
                        </a:rPr>
                        <a:t>sum3 PROC</a:t>
                      </a:r>
                    </a:p>
                    <a:p>
                      <a:pPr marL="0" marR="0" algn="just">
                        <a:spcBef>
                          <a:spcPts val="0"/>
                        </a:spcBef>
                        <a:spcAft>
                          <a:spcPts val="0"/>
                        </a:spcAft>
                      </a:pPr>
                      <a:r>
                        <a:rPr lang="pt-BR" sz="1600" dirty="0">
                          <a:effectLst/>
                          <a:latin typeface="Consolas" panose="020B0609020204030204" pitchFamily="49" charset="0"/>
                          <a:cs typeface="Consolas" panose="020B0609020204030204" pitchFamily="49" charset="0"/>
                        </a:rPr>
                        <a:t>EXPORT sum3</a:t>
                      </a:r>
                    </a:p>
                    <a:p>
                      <a:pPr marL="0" marR="0" algn="just">
                        <a:spcBef>
                          <a:spcPts val="0"/>
                        </a:spcBef>
                        <a:spcAft>
                          <a:spcPts val="0"/>
                        </a:spcAft>
                      </a:pPr>
                      <a:r>
                        <a:rPr lang="pt-BR" sz="1600" dirty="0">
                          <a:effectLst/>
                          <a:latin typeface="Consolas" panose="020B0609020204030204" pitchFamily="49" charset="0"/>
                          <a:cs typeface="Consolas" panose="020B0609020204030204" pitchFamily="49" charset="0"/>
                        </a:rPr>
                        <a:t>; r3 = sum</a:t>
                      </a:r>
                    </a:p>
                    <a:p>
                      <a:pPr marL="0" marR="0" algn="just">
                        <a:spcBef>
                          <a:spcPts val="0"/>
                        </a:spcBef>
                        <a:spcAft>
                          <a:spcPts val="0"/>
                        </a:spcAft>
                      </a:pPr>
                      <a:r>
                        <a:rPr lang="pt-BR" sz="1600" dirty="0">
                          <a:effectLst/>
                          <a:latin typeface="Consolas" panose="020B0609020204030204" pitchFamily="49" charset="0"/>
                          <a:cs typeface="Consolas" panose="020B0609020204030204" pitchFamily="49" charset="0"/>
                        </a:rPr>
                        <a:t>ADD r3, r0, r1 ; sum = a1 + a2</a:t>
                      </a:r>
                    </a:p>
                    <a:p>
                      <a:pPr marL="0" marR="0" algn="just">
                        <a:spcBef>
                          <a:spcPts val="0"/>
                        </a:spcBef>
                        <a:spcAft>
                          <a:spcPts val="0"/>
                        </a:spcAft>
                      </a:pPr>
                      <a:r>
                        <a:rPr lang="pt-BR" sz="1600" dirty="0">
                          <a:effectLst/>
                          <a:latin typeface="Consolas" panose="020B0609020204030204" pitchFamily="49" charset="0"/>
                          <a:cs typeface="Consolas" panose="020B0609020204030204" pitchFamily="49" charset="0"/>
                        </a:rPr>
                        <a:t>ADD r3, r0, r2 ; sum += a3</a:t>
                      </a:r>
                    </a:p>
                    <a:p>
                      <a:pPr marL="0" marR="0" algn="just">
                        <a:spcBef>
                          <a:spcPts val="0"/>
                        </a:spcBef>
                        <a:spcAft>
                          <a:spcPts val="0"/>
                        </a:spcAft>
                      </a:pPr>
                      <a:r>
                        <a:rPr lang="pt-BR" sz="1600" dirty="0">
                          <a:solidFill>
                            <a:srgbClr val="FF0000"/>
                          </a:solidFill>
                          <a:effectLst/>
                          <a:latin typeface="Consolas" panose="020B0609020204030204" pitchFamily="49" charset="0"/>
                          <a:cs typeface="Consolas" panose="020B0609020204030204" pitchFamily="49" charset="0"/>
                        </a:rPr>
                        <a:t>MOV r0, r3</a:t>
                      </a:r>
                    </a:p>
                    <a:p>
                      <a:pPr marL="0" marR="0" algn="just">
                        <a:spcBef>
                          <a:spcPts val="0"/>
                        </a:spcBef>
                        <a:spcAft>
                          <a:spcPts val="0"/>
                        </a:spcAft>
                      </a:pPr>
                      <a:r>
                        <a:rPr lang="pt-BR" sz="1600" dirty="0">
                          <a:solidFill>
                            <a:srgbClr val="FF0000"/>
                          </a:solidFill>
                          <a:effectLst/>
                          <a:latin typeface="Consolas" panose="020B0609020204030204" pitchFamily="49" charset="0"/>
                          <a:cs typeface="Consolas" panose="020B0609020204030204" pitchFamily="49" charset="0"/>
                        </a:rPr>
                        <a:t>BX </a:t>
                      </a:r>
                      <a:r>
                        <a:rPr lang="en-US" altLang="zh-CN" sz="1600" dirty="0" err="1">
                          <a:solidFill>
                            <a:srgbClr val="FF0000"/>
                          </a:solidFill>
                          <a:effectLst/>
                          <a:latin typeface="Consolas" panose="020B0609020204030204" pitchFamily="49" charset="0"/>
                          <a:cs typeface="Consolas" panose="020B0609020204030204" pitchFamily="49" charset="0"/>
                        </a:rPr>
                        <a:t>lr</a:t>
                      </a:r>
                      <a:endParaRPr lang="pt-BR" sz="1600" dirty="0">
                        <a:solidFill>
                          <a:srgbClr val="FF0000"/>
                        </a:solidFill>
                        <a:effectLst/>
                        <a:latin typeface="Consolas" panose="020B0609020204030204" pitchFamily="49" charset="0"/>
                        <a:cs typeface="Consolas" panose="020B0609020204030204" pitchFamily="49" charset="0"/>
                      </a:endParaRPr>
                    </a:p>
                    <a:p>
                      <a:pPr marL="0" marR="0" algn="just">
                        <a:spcBef>
                          <a:spcPts val="0"/>
                        </a:spcBef>
                        <a:spcAft>
                          <a:spcPts val="0"/>
                        </a:spcAft>
                      </a:pPr>
                      <a:r>
                        <a:rPr lang="pt-BR" sz="1600" dirty="0">
                          <a:effectLst/>
                          <a:latin typeface="Consolas" panose="020B0609020204030204" pitchFamily="49" charset="0"/>
                          <a:cs typeface="Consolas" panose="020B0609020204030204" pitchFamily="49" charset="0"/>
                        </a:rPr>
                        <a:t>ENDP</a:t>
                      </a:r>
                      <a:endParaRPr lang="en-US" sz="1600" dirty="0">
                        <a:effectLst/>
                        <a:latin typeface="Consolas" panose="020B0609020204030204" pitchFamily="49" charset="0"/>
                        <a:cs typeface="Consolas" panose="020B0609020204030204" pitchFamily="49" charset="0"/>
                      </a:endParaRPr>
                    </a:p>
                  </a:txBody>
                  <a:tcPr marL="68580" marR="68580" marT="0" marB="0"/>
                </a:tc>
                <a:extLst>
                  <a:ext uri="{0D108BD9-81ED-4DB2-BD59-A6C34878D82A}">
                    <a16:rowId xmlns:a16="http://schemas.microsoft.com/office/drawing/2014/main" val="10001"/>
                  </a:ext>
                </a:extLst>
              </a:tr>
            </a:tbl>
          </a:graphicData>
        </a:graphic>
      </p:graphicFrame>
    </p:spTree>
    <p:extLst>
      <p:ext uri="{BB962C8B-B14F-4D97-AF65-F5344CB8AC3E}">
        <p14:creationId xmlns:p14="http://schemas.microsoft.com/office/powerpoint/2010/main" val="1814278120"/>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CCDC4F0-89D8-54C1-7B5F-442BB66DAAA7}"/>
              </a:ext>
            </a:extLst>
          </p:cNvPr>
          <p:cNvSpPr>
            <a:spLocks noGrp="1"/>
          </p:cNvSpPr>
          <p:nvPr>
            <p:ph type="title"/>
          </p:nvPr>
        </p:nvSpPr>
        <p:spPr/>
        <p:txBody>
          <a:bodyPr/>
          <a:lstStyle/>
          <a:p>
            <a:r>
              <a:rPr lang="en-US" dirty="0"/>
              <a:t>Program Understanding</a:t>
            </a:r>
          </a:p>
        </p:txBody>
      </p:sp>
      <p:sp>
        <p:nvSpPr>
          <p:cNvPr id="3" name="Slide Number Placeholder 2">
            <a:extLst>
              <a:ext uri="{FF2B5EF4-FFF2-40B4-BE49-F238E27FC236}">
                <a16:creationId xmlns:a16="http://schemas.microsoft.com/office/drawing/2014/main" id="{04ACEC4B-05BD-C502-9FB9-FEB63BA9F5F4}"/>
              </a:ext>
            </a:extLst>
          </p:cNvPr>
          <p:cNvSpPr>
            <a:spLocks noGrp="1"/>
          </p:cNvSpPr>
          <p:nvPr>
            <p:ph type="sldNum" sz="quarter" idx="12"/>
          </p:nvPr>
        </p:nvSpPr>
        <p:spPr/>
        <p:txBody>
          <a:bodyPr/>
          <a:lstStyle/>
          <a:p>
            <a:fld id="{EA7C8D44-3667-46F6-9772-CC52308E2A7F}" type="slidenum">
              <a:rPr kumimoji="0" lang="en-US" smtClean="0"/>
              <a:pPr/>
              <a:t>21</a:t>
            </a:fld>
            <a:endParaRPr kumimoji="0" lang="en-US" dirty="0"/>
          </a:p>
        </p:txBody>
      </p:sp>
      <p:sp>
        <p:nvSpPr>
          <p:cNvPr id="4" name="Content Placeholder 3">
            <a:extLst>
              <a:ext uri="{FF2B5EF4-FFF2-40B4-BE49-F238E27FC236}">
                <a16:creationId xmlns:a16="http://schemas.microsoft.com/office/drawing/2014/main" id="{4C97CD4C-D1B7-839F-818C-C650C0AA8892}"/>
              </a:ext>
            </a:extLst>
          </p:cNvPr>
          <p:cNvSpPr>
            <a:spLocks noGrp="1"/>
          </p:cNvSpPr>
          <p:nvPr>
            <p:ph sz="quarter" idx="1"/>
          </p:nvPr>
        </p:nvSpPr>
        <p:spPr/>
        <p:txBody>
          <a:bodyPr/>
          <a:lstStyle/>
          <a:p>
            <a:r>
              <a:rPr lang="en-US" dirty="0"/>
              <a:t>Write out the sequence of values of r0 and r7 after </a:t>
            </a:r>
            <a:r>
              <a:rPr lang="en-US"/>
              <a:t>running this program. </a:t>
            </a:r>
            <a:endParaRPr lang="en-US" dirty="0"/>
          </a:p>
        </p:txBody>
      </p:sp>
      <p:sp>
        <p:nvSpPr>
          <p:cNvPr id="5" name="TextBox 4">
            <a:extLst>
              <a:ext uri="{FF2B5EF4-FFF2-40B4-BE49-F238E27FC236}">
                <a16:creationId xmlns:a16="http://schemas.microsoft.com/office/drawing/2014/main" id="{E5333230-46BA-8663-0449-A907C073A049}"/>
              </a:ext>
            </a:extLst>
          </p:cNvPr>
          <p:cNvSpPr txBox="1"/>
          <p:nvPr/>
        </p:nvSpPr>
        <p:spPr>
          <a:xfrm>
            <a:off x="866618" y="2125087"/>
            <a:ext cx="3454460" cy="4031873"/>
          </a:xfrm>
          <a:prstGeom prst="rect">
            <a:avLst/>
          </a:prstGeom>
        </p:spPr>
        <p:style>
          <a:lnRef idx="2">
            <a:schemeClr val="accent1"/>
          </a:lnRef>
          <a:fillRef idx="1">
            <a:schemeClr val="lt1"/>
          </a:fillRef>
          <a:effectRef idx="0">
            <a:schemeClr val="accent1"/>
          </a:effectRef>
          <a:fontRef idx="minor">
            <a:schemeClr val="dk1"/>
          </a:fontRef>
        </p:style>
        <p:txBody>
          <a:bodyPr wrap="square" rtlCol="0">
            <a:spAutoFit/>
          </a:bodyPr>
          <a:lstStyle/>
          <a:p>
            <a:r>
              <a:rPr lang="en-US" sz="1600" dirty="0">
                <a:latin typeface="Consolas" panose="020B0609020204030204" pitchFamily="49" charset="0"/>
                <a:cs typeface="Consolas" panose="020B0609020204030204" pitchFamily="49" charset="0"/>
              </a:rPr>
              <a:t>start:</a:t>
            </a:r>
          </a:p>
          <a:p>
            <a:r>
              <a:rPr lang="en-US" sz="1600" dirty="0">
                <a:latin typeface="Consolas" panose="020B0609020204030204" pitchFamily="49" charset="0"/>
                <a:cs typeface="Consolas" panose="020B0609020204030204" pitchFamily="49" charset="0"/>
              </a:rPr>
              <a:t>        mov     r0, #1       </a:t>
            </a:r>
          </a:p>
          <a:p>
            <a:endParaRPr lang="en-US" sz="1600" dirty="0">
              <a:latin typeface="Consolas" panose="020B0609020204030204" pitchFamily="49" charset="0"/>
              <a:cs typeface="Consolas" panose="020B0609020204030204" pitchFamily="49" charset="0"/>
            </a:endParaRPr>
          </a:p>
          <a:p>
            <a:r>
              <a:rPr lang="en-US" sz="1600" dirty="0">
                <a:latin typeface="Consolas" panose="020B0609020204030204" pitchFamily="49" charset="0"/>
                <a:cs typeface="Consolas" panose="020B0609020204030204" pitchFamily="49" charset="0"/>
              </a:rPr>
              <a:t>main:</a:t>
            </a:r>
          </a:p>
          <a:p>
            <a:r>
              <a:rPr lang="en-US" sz="1600" dirty="0">
                <a:latin typeface="Consolas" panose="020B0609020204030204" pitchFamily="49" charset="0"/>
                <a:cs typeface="Consolas" panose="020B0609020204030204" pitchFamily="49" charset="0"/>
              </a:rPr>
              <a:t>        add     r0, r0, #1</a:t>
            </a:r>
          </a:p>
          <a:p>
            <a:r>
              <a:rPr lang="en-US" sz="1600" dirty="0">
                <a:latin typeface="Consolas" panose="020B0609020204030204" pitchFamily="49" charset="0"/>
                <a:cs typeface="Consolas" panose="020B0609020204030204" pitchFamily="49" charset="0"/>
              </a:rPr>
              <a:t>        </a:t>
            </a:r>
            <a:r>
              <a:rPr lang="en-US" sz="1600" dirty="0" err="1">
                <a:latin typeface="Consolas" panose="020B0609020204030204" pitchFamily="49" charset="0"/>
                <a:cs typeface="Consolas" panose="020B0609020204030204" pitchFamily="49" charset="0"/>
              </a:rPr>
              <a:t>cmp</a:t>
            </a:r>
            <a:r>
              <a:rPr lang="en-US" sz="1600" dirty="0">
                <a:latin typeface="Consolas" panose="020B0609020204030204" pitchFamily="49" charset="0"/>
                <a:cs typeface="Consolas" panose="020B0609020204030204" pitchFamily="49" charset="0"/>
              </a:rPr>
              <a:t>     r0, #5       </a:t>
            </a:r>
          </a:p>
          <a:p>
            <a:r>
              <a:rPr lang="en-US" sz="1600" dirty="0">
                <a:latin typeface="Consolas" panose="020B0609020204030204" pitchFamily="49" charset="0"/>
                <a:cs typeface="Consolas" panose="020B0609020204030204" pitchFamily="49" charset="0"/>
              </a:rPr>
              <a:t>        </a:t>
            </a:r>
            <a:r>
              <a:rPr lang="en-US" sz="1600" dirty="0" err="1">
                <a:latin typeface="Consolas" panose="020B0609020204030204" pitchFamily="49" charset="0"/>
                <a:cs typeface="Consolas" panose="020B0609020204030204" pitchFamily="49" charset="0"/>
              </a:rPr>
              <a:t>bne</a:t>
            </a:r>
            <a:r>
              <a:rPr lang="en-US" sz="1600" dirty="0">
                <a:latin typeface="Consolas" panose="020B0609020204030204" pitchFamily="49" charset="0"/>
                <a:cs typeface="Consolas" panose="020B0609020204030204" pitchFamily="49" charset="0"/>
              </a:rPr>
              <a:t>     skip         </a:t>
            </a:r>
          </a:p>
          <a:p>
            <a:r>
              <a:rPr lang="en-US" sz="1600" dirty="0">
                <a:latin typeface="Consolas" panose="020B0609020204030204" pitchFamily="49" charset="0"/>
                <a:cs typeface="Consolas" panose="020B0609020204030204" pitchFamily="49" charset="0"/>
              </a:rPr>
              <a:t>        bl      call</a:t>
            </a:r>
          </a:p>
          <a:p>
            <a:endParaRPr lang="en-US" sz="1600" dirty="0">
              <a:latin typeface="Consolas" panose="020B0609020204030204" pitchFamily="49" charset="0"/>
              <a:cs typeface="Consolas" panose="020B0609020204030204" pitchFamily="49" charset="0"/>
            </a:endParaRPr>
          </a:p>
          <a:p>
            <a:r>
              <a:rPr lang="en-US" sz="1600" dirty="0">
                <a:latin typeface="Consolas" panose="020B0609020204030204" pitchFamily="49" charset="0"/>
                <a:cs typeface="Consolas" panose="020B0609020204030204" pitchFamily="49" charset="0"/>
              </a:rPr>
              <a:t>skip:</a:t>
            </a:r>
          </a:p>
          <a:p>
            <a:r>
              <a:rPr lang="en-US" sz="1600" dirty="0">
                <a:latin typeface="Consolas" panose="020B0609020204030204" pitchFamily="49" charset="0"/>
                <a:cs typeface="Consolas" panose="020B0609020204030204" pitchFamily="49" charset="0"/>
              </a:rPr>
              <a:t>        b       main         </a:t>
            </a:r>
          </a:p>
          <a:p>
            <a:endParaRPr lang="en-US" sz="1600" dirty="0">
              <a:latin typeface="Consolas" panose="020B0609020204030204" pitchFamily="49" charset="0"/>
              <a:cs typeface="Consolas" panose="020B0609020204030204" pitchFamily="49" charset="0"/>
            </a:endParaRPr>
          </a:p>
          <a:p>
            <a:r>
              <a:rPr lang="en-US" sz="1600" dirty="0">
                <a:latin typeface="Consolas" panose="020B0609020204030204" pitchFamily="49" charset="0"/>
                <a:cs typeface="Consolas" panose="020B0609020204030204" pitchFamily="49" charset="0"/>
              </a:rPr>
              <a:t>call:</a:t>
            </a:r>
          </a:p>
          <a:p>
            <a:r>
              <a:rPr lang="en-US" sz="1600" dirty="0">
                <a:latin typeface="Consolas" panose="020B0609020204030204" pitchFamily="49" charset="0"/>
                <a:cs typeface="Consolas" panose="020B0609020204030204" pitchFamily="49" charset="0"/>
              </a:rPr>
              <a:t>        add     r7, r7, #255</a:t>
            </a:r>
          </a:p>
          <a:p>
            <a:r>
              <a:rPr lang="en-US" sz="1600" dirty="0">
                <a:latin typeface="Consolas" panose="020B0609020204030204" pitchFamily="49" charset="0"/>
                <a:cs typeface="Consolas" panose="020B0609020204030204" pitchFamily="49" charset="0"/>
              </a:rPr>
              <a:t>        mov     r0, #1       </a:t>
            </a:r>
          </a:p>
          <a:p>
            <a:r>
              <a:rPr lang="en-US" sz="1600" dirty="0">
                <a:latin typeface="Consolas" panose="020B0609020204030204" pitchFamily="49" charset="0"/>
                <a:cs typeface="Consolas" panose="020B0609020204030204" pitchFamily="49" charset="0"/>
              </a:rPr>
              <a:t>        bx      </a:t>
            </a:r>
            <a:r>
              <a:rPr lang="en-US" sz="1600" dirty="0" err="1">
                <a:latin typeface="Consolas" panose="020B0609020204030204" pitchFamily="49" charset="0"/>
                <a:cs typeface="Consolas" panose="020B0609020204030204" pitchFamily="49" charset="0"/>
              </a:rPr>
              <a:t>lr</a:t>
            </a:r>
            <a:r>
              <a:rPr lang="en-US" sz="1600" dirty="0">
                <a:latin typeface="Consolas" panose="020B0609020204030204" pitchFamily="49" charset="0"/>
                <a:cs typeface="Consolas" panose="020B0609020204030204" pitchFamily="49" charset="0"/>
              </a:rPr>
              <a:t>         </a:t>
            </a:r>
          </a:p>
        </p:txBody>
      </p:sp>
    </p:spTree>
    <p:extLst>
      <p:ext uri="{BB962C8B-B14F-4D97-AF65-F5344CB8AC3E}">
        <p14:creationId xmlns:p14="http://schemas.microsoft.com/office/powerpoint/2010/main" val="2937750711"/>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E3CD278-9055-1654-5493-D4D5C252F8DD}"/>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5BB67A95-DEC2-DAE0-E275-60B265AA044E}"/>
              </a:ext>
            </a:extLst>
          </p:cNvPr>
          <p:cNvSpPr>
            <a:spLocks noGrp="1"/>
          </p:cNvSpPr>
          <p:nvPr>
            <p:ph type="title"/>
          </p:nvPr>
        </p:nvSpPr>
        <p:spPr/>
        <p:txBody>
          <a:bodyPr/>
          <a:lstStyle/>
          <a:p>
            <a:r>
              <a:rPr lang="en-US" dirty="0"/>
              <a:t>Program Understanding ANS</a:t>
            </a:r>
          </a:p>
        </p:txBody>
      </p:sp>
      <p:sp>
        <p:nvSpPr>
          <p:cNvPr id="3" name="Slide Number Placeholder 2">
            <a:extLst>
              <a:ext uri="{FF2B5EF4-FFF2-40B4-BE49-F238E27FC236}">
                <a16:creationId xmlns:a16="http://schemas.microsoft.com/office/drawing/2014/main" id="{74502889-1E6F-132B-00E5-EBBFD6734866}"/>
              </a:ext>
            </a:extLst>
          </p:cNvPr>
          <p:cNvSpPr>
            <a:spLocks noGrp="1"/>
          </p:cNvSpPr>
          <p:nvPr>
            <p:ph type="sldNum" sz="quarter" idx="12"/>
          </p:nvPr>
        </p:nvSpPr>
        <p:spPr/>
        <p:txBody>
          <a:bodyPr/>
          <a:lstStyle/>
          <a:p>
            <a:fld id="{EA7C8D44-3667-46F6-9772-CC52308E2A7F}" type="slidenum">
              <a:rPr kumimoji="0" lang="en-US" smtClean="0"/>
              <a:pPr/>
              <a:t>22</a:t>
            </a:fld>
            <a:endParaRPr kumimoji="0" lang="en-US" dirty="0"/>
          </a:p>
        </p:txBody>
      </p:sp>
      <p:sp>
        <p:nvSpPr>
          <p:cNvPr id="4" name="Content Placeholder 3">
            <a:extLst>
              <a:ext uri="{FF2B5EF4-FFF2-40B4-BE49-F238E27FC236}">
                <a16:creationId xmlns:a16="http://schemas.microsoft.com/office/drawing/2014/main" id="{0707AC2E-44F3-B02C-EC23-E5EB61FA94EB}"/>
              </a:ext>
            </a:extLst>
          </p:cNvPr>
          <p:cNvSpPr>
            <a:spLocks noGrp="1"/>
          </p:cNvSpPr>
          <p:nvPr>
            <p:ph sz="quarter" idx="1"/>
          </p:nvPr>
        </p:nvSpPr>
        <p:spPr>
          <a:xfrm>
            <a:off x="473765" y="1082040"/>
            <a:ext cx="8229600" cy="4937760"/>
          </a:xfrm>
        </p:spPr>
        <p:txBody>
          <a:bodyPr>
            <a:normAutofit/>
          </a:bodyPr>
          <a:lstStyle/>
          <a:p>
            <a:r>
              <a:rPr lang="en-US" sz="1800" dirty="0"/>
              <a:t>It starts with r0 = 1. It loops, incrementing r0 each time. When r0 reaches 5, it calls subroutine call, which adds 255 to r7 and resets r0 to 1. Control returns to main, and the cycle repeats. So the pattern goes like this:</a:t>
            </a:r>
          </a:p>
          <a:p>
            <a:r>
              <a:rPr lang="en-US" sz="1800" dirty="0"/>
              <a:t>r0: 1 → 2 → 3 → 4 → 5 → (call resets to 1)</a:t>
            </a:r>
          </a:p>
          <a:p>
            <a:r>
              <a:rPr lang="en-US" sz="1800" dirty="0"/>
              <a:t>r7: +255 each time r0 reaches 5</a:t>
            </a:r>
          </a:p>
        </p:txBody>
      </p:sp>
      <p:sp>
        <p:nvSpPr>
          <p:cNvPr id="5" name="TextBox 4">
            <a:extLst>
              <a:ext uri="{FF2B5EF4-FFF2-40B4-BE49-F238E27FC236}">
                <a16:creationId xmlns:a16="http://schemas.microsoft.com/office/drawing/2014/main" id="{A84A8A79-412F-4394-2139-FF1AAAAEDB7A}"/>
              </a:ext>
            </a:extLst>
          </p:cNvPr>
          <p:cNvSpPr txBox="1"/>
          <p:nvPr/>
        </p:nvSpPr>
        <p:spPr>
          <a:xfrm>
            <a:off x="888940" y="2690237"/>
            <a:ext cx="7366119" cy="4031873"/>
          </a:xfrm>
          <a:prstGeom prst="rect">
            <a:avLst/>
          </a:prstGeom>
        </p:spPr>
        <p:style>
          <a:lnRef idx="2">
            <a:schemeClr val="accent1"/>
          </a:lnRef>
          <a:fillRef idx="1">
            <a:schemeClr val="lt1"/>
          </a:fillRef>
          <a:effectRef idx="0">
            <a:schemeClr val="accent1"/>
          </a:effectRef>
          <a:fontRef idx="minor">
            <a:schemeClr val="dk1"/>
          </a:fontRef>
        </p:style>
        <p:txBody>
          <a:bodyPr wrap="none" rtlCol="0">
            <a:spAutoFit/>
          </a:bodyPr>
          <a:lstStyle/>
          <a:p>
            <a:r>
              <a:rPr lang="en-US" sz="1600" dirty="0">
                <a:latin typeface="Consolas" panose="020B0609020204030204" pitchFamily="49" charset="0"/>
                <a:cs typeface="Consolas" panose="020B0609020204030204" pitchFamily="49" charset="0"/>
              </a:rPr>
              <a:t>start:</a:t>
            </a:r>
          </a:p>
          <a:p>
            <a:r>
              <a:rPr lang="en-US" sz="1600" dirty="0">
                <a:latin typeface="Consolas" panose="020B0609020204030204" pitchFamily="49" charset="0"/>
                <a:cs typeface="Consolas" panose="020B0609020204030204" pitchFamily="49" charset="0"/>
              </a:rPr>
              <a:t>        mov     r0, #1       @ start: r0 = 1</a:t>
            </a:r>
          </a:p>
          <a:p>
            <a:endParaRPr lang="en-US" sz="1600" dirty="0">
              <a:latin typeface="Consolas" panose="020B0609020204030204" pitchFamily="49" charset="0"/>
              <a:cs typeface="Consolas" panose="020B0609020204030204" pitchFamily="49" charset="0"/>
            </a:endParaRPr>
          </a:p>
          <a:p>
            <a:r>
              <a:rPr lang="en-US" sz="1600" dirty="0">
                <a:latin typeface="Consolas" panose="020B0609020204030204" pitchFamily="49" charset="0"/>
                <a:cs typeface="Consolas" panose="020B0609020204030204" pitchFamily="49" charset="0"/>
              </a:rPr>
              <a:t>main:</a:t>
            </a:r>
          </a:p>
          <a:p>
            <a:r>
              <a:rPr lang="en-US" sz="1600" dirty="0">
                <a:latin typeface="Consolas" panose="020B0609020204030204" pitchFamily="49" charset="0"/>
                <a:cs typeface="Consolas" panose="020B0609020204030204" pitchFamily="49" charset="0"/>
              </a:rPr>
              <a:t>        add     r0, r0, #1   @ increment r0</a:t>
            </a:r>
          </a:p>
          <a:p>
            <a:r>
              <a:rPr lang="en-US" sz="1600" dirty="0">
                <a:latin typeface="Consolas" panose="020B0609020204030204" pitchFamily="49" charset="0"/>
                <a:cs typeface="Consolas" panose="020B0609020204030204" pitchFamily="49" charset="0"/>
              </a:rPr>
              <a:t>        </a:t>
            </a:r>
            <a:r>
              <a:rPr lang="en-US" sz="1600" dirty="0" err="1">
                <a:latin typeface="Consolas" panose="020B0609020204030204" pitchFamily="49" charset="0"/>
                <a:cs typeface="Consolas" panose="020B0609020204030204" pitchFamily="49" charset="0"/>
              </a:rPr>
              <a:t>cmp</a:t>
            </a:r>
            <a:r>
              <a:rPr lang="en-US" sz="1600" dirty="0">
                <a:latin typeface="Consolas" panose="020B0609020204030204" pitchFamily="49" charset="0"/>
                <a:cs typeface="Consolas" panose="020B0609020204030204" pitchFamily="49" charset="0"/>
              </a:rPr>
              <a:t>     r0, #5       @ compare r0 to 5</a:t>
            </a:r>
          </a:p>
          <a:p>
            <a:r>
              <a:rPr lang="en-US" sz="1600" dirty="0">
                <a:latin typeface="Consolas" panose="020B0609020204030204" pitchFamily="49" charset="0"/>
                <a:cs typeface="Consolas" panose="020B0609020204030204" pitchFamily="49" charset="0"/>
              </a:rPr>
              <a:t>        </a:t>
            </a:r>
            <a:r>
              <a:rPr lang="en-US" sz="1600" dirty="0" err="1">
                <a:latin typeface="Consolas" panose="020B0609020204030204" pitchFamily="49" charset="0"/>
                <a:cs typeface="Consolas" panose="020B0609020204030204" pitchFamily="49" charset="0"/>
              </a:rPr>
              <a:t>bne</a:t>
            </a:r>
            <a:r>
              <a:rPr lang="en-US" sz="1600" dirty="0">
                <a:latin typeface="Consolas" panose="020B0609020204030204" pitchFamily="49" charset="0"/>
                <a:cs typeface="Consolas" panose="020B0609020204030204" pitchFamily="49" charset="0"/>
              </a:rPr>
              <a:t>     skip         @ if not equal, go to skip</a:t>
            </a:r>
          </a:p>
          <a:p>
            <a:r>
              <a:rPr lang="en-US" sz="1600" dirty="0">
                <a:latin typeface="Consolas" panose="020B0609020204030204" pitchFamily="49" charset="0"/>
                <a:cs typeface="Consolas" panose="020B0609020204030204" pitchFamily="49" charset="0"/>
              </a:rPr>
              <a:t>        bl      call         @ if equal, branch-and-link to call</a:t>
            </a:r>
          </a:p>
          <a:p>
            <a:endParaRPr lang="en-US" sz="1600" dirty="0">
              <a:latin typeface="Consolas" panose="020B0609020204030204" pitchFamily="49" charset="0"/>
              <a:cs typeface="Consolas" panose="020B0609020204030204" pitchFamily="49" charset="0"/>
            </a:endParaRPr>
          </a:p>
          <a:p>
            <a:r>
              <a:rPr lang="en-US" sz="1600" dirty="0">
                <a:latin typeface="Consolas" panose="020B0609020204030204" pitchFamily="49" charset="0"/>
                <a:cs typeface="Consolas" panose="020B0609020204030204" pitchFamily="49" charset="0"/>
              </a:rPr>
              <a:t>skip:</a:t>
            </a:r>
          </a:p>
          <a:p>
            <a:r>
              <a:rPr lang="en-US" sz="1600" dirty="0">
                <a:latin typeface="Consolas" panose="020B0609020204030204" pitchFamily="49" charset="0"/>
                <a:cs typeface="Consolas" panose="020B0609020204030204" pitchFamily="49" charset="0"/>
              </a:rPr>
              <a:t>        b       main         @ unconditional branch back to main</a:t>
            </a:r>
          </a:p>
          <a:p>
            <a:endParaRPr lang="en-US" sz="1600" dirty="0">
              <a:latin typeface="Consolas" panose="020B0609020204030204" pitchFamily="49" charset="0"/>
              <a:cs typeface="Consolas" panose="020B0609020204030204" pitchFamily="49" charset="0"/>
            </a:endParaRPr>
          </a:p>
          <a:p>
            <a:r>
              <a:rPr lang="en-US" sz="1600" dirty="0">
                <a:latin typeface="Consolas" panose="020B0609020204030204" pitchFamily="49" charset="0"/>
                <a:cs typeface="Consolas" panose="020B0609020204030204" pitchFamily="49" charset="0"/>
              </a:rPr>
              <a:t>call:</a:t>
            </a:r>
          </a:p>
          <a:p>
            <a:r>
              <a:rPr lang="en-US" sz="1600" dirty="0">
                <a:latin typeface="Consolas" panose="020B0609020204030204" pitchFamily="49" charset="0"/>
                <a:cs typeface="Consolas" panose="020B0609020204030204" pitchFamily="49" charset="0"/>
              </a:rPr>
              <a:t>        add     r7, r7, #255 @ add 255 to r7 (side-effect)</a:t>
            </a:r>
          </a:p>
          <a:p>
            <a:r>
              <a:rPr lang="en-US" sz="1600" dirty="0">
                <a:latin typeface="Consolas" panose="020B0609020204030204" pitchFamily="49" charset="0"/>
                <a:cs typeface="Consolas" panose="020B0609020204030204" pitchFamily="49" charset="0"/>
              </a:rPr>
              <a:t>        mov     r0, #1       @ reset r0 to 1</a:t>
            </a:r>
          </a:p>
          <a:p>
            <a:r>
              <a:rPr lang="en-US" sz="1600" dirty="0">
                <a:latin typeface="Consolas" panose="020B0609020204030204" pitchFamily="49" charset="0"/>
                <a:cs typeface="Consolas" panose="020B0609020204030204" pitchFamily="49" charset="0"/>
              </a:rPr>
              <a:t>        bx      </a:t>
            </a:r>
            <a:r>
              <a:rPr lang="en-US" sz="1600" dirty="0" err="1">
                <a:latin typeface="Consolas" panose="020B0609020204030204" pitchFamily="49" charset="0"/>
                <a:cs typeface="Consolas" panose="020B0609020204030204" pitchFamily="49" charset="0"/>
              </a:rPr>
              <a:t>lr</a:t>
            </a:r>
            <a:r>
              <a:rPr lang="en-US" sz="1600" dirty="0">
                <a:latin typeface="Consolas" panose="020B0609020204030204" pitchFamily="49" charset="0"/>
                <a:cs typeface="Consolas" panose="020B0609020204030204" pitchFamily="49" charset="0"/>
              </a:rPr>
              <a:t>           @ return (branch to link register)</a:t>
            </a:r>
          </a:p>
        </p:txBody>
      </p:sp>
    </p:spTree>
    <p:extLst>
      <p:ext uri="{BB962C8B-B14F-4D97-AF65-F5344CB8AC3E}">
        <p14:creationId xmlns:p14="http://schemas.microsoft.com/office/powerpoint/2010/main" val="3110859270"/>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F91FAD6-E4B6-9B88-FA7A-9F38A7C51248}"/>
              </a:ext>
            </a:extLst>
          </p:cNvPr>
          <p:cNvSpPr>
            <a:spLocks noGrp="1"/>
          </p:cNvSpPr>
          <p:nvPr>
            <p:ph type="title"/>
          </p:nvPr>
        </p:nvSpPr>
        <p:spPr/>
        <p:txBody>
          <a:bodyPr/>
          <a:lstStyle/>
          <a:p>
            <a:r>
              <a:rPr lang="en-US" dirty="0" err="1"/>
              <a:t>toLower</a:t>
            </a:r>
            <a:endParaRPr lang="en-US" dirty="0"/>
          </a:p>
        </p:txBody>
      </p:sp>
      <p:sp>
        <p:nvSpPr>
          <p:cNvPr id="3" name="Slide Number Placeholder 2">
            <a:extLst>
              <a:ext uri="{FF2B5EF4-FFF2-40B4-BE49-F238E27FC236}">
                <a16:creationId xmlns:a16="http://schemas.microsoft.com/office/drawing/2014/main" id="{406B6A81-95A1-E1AF-809E-6F8C58EA574E}"/>
              </a:ext>
            </a:extLst>
          </p:cNvPr>
          <p:cNvSpPr>
            <a:spLocks noGrp="1"/>
          </p:cNvSpPr>
          <p:nvPr>
            <p:ph type="sldNum" sz="quarter" idx="12"/>
          </p:nvPr>
        </p:nvSpPr>
        <p:spPr/>
        <p:txBody>
          <a:bodyPr/>
          <a:lstStyle/>
          <a:p>
            <a:fld id="{EA7C8D44-3667-46F6-9772-CC52308E2A7F}" type="slidenum">
              <a:rPr kumimoji="0" lang="en-US" smtClean="0"/>
              <a:pPr/>
              <a:t>23</a:t>
            </a:fld>
            <a:endParaRPr kumimoji="0" lang="en-US" dirty="0"/>
          </a:p>
        </p:txBody>
      </p:sp>
      <p:graphicFrame>
        <p:nvGraphicFramePr>
          <p:cNvPr id="5" name="Table 4">
            <a:extLst>
              <a:ext uri="{FF2B5EF4-FFF2-40B4-BE49-F238E27FC236}">
                <a16:creationId xmlns:a16="http://schemas.microsoft.com/office/drawing/2014/main" id="{B1EBE5EF-493B-E11A-1B1D-CCABF51AA9D7}"/>
              </a:ext>
            </a:extLst>
          </p:cNvPr>
          <p:cNvGraphicFramePr>
            <a:graphicFrameLocks noGrp="1"/>
          </p:cNvGraphicFramePr>
          <p:nvPr>
            <p:extLst>
              <p:ext uri="{D42A27DB-BD31-4B8C-83A1-F6EECF244321}">
                <p14:modId xmlns:p14="http://schemas.microsoft.com/office/powerpoint/2010/main" val="678379025"/>
              </p:ext>
            </p:extLst>
          </p:nvPr>
        </p:nvGraphicFramePr>
        <p:xfrm>
          <a:off x="228600" y="1385857"/>
          <a:ext cx="4800600" cy="4693920"/>
        </p:xfrm>
        <a:graphic>
          <a:graphicData uri="http://schemas.openxmlformats.org/drawingml/2006/table">
            <a:tbl>
              <a:tblPr firstRow="1" firstCol="1" bandRow="1">
                <a:tableStyleId>{5940675A-B579-460E-94D1-54222C63F5DA}</a:tableStyleId>
              </a:tblPr>
              <a:tblGrid>
                <a:gridCol w="4800600">
                  <a:extLst>
                    <a:ext uri="{9D8B030D-6E8A-4147-A177-3AD203B41FA5}">
                      <a16:colId xmlns:a16="http://schemas.microsoft.com/office/drawing/2014/main" val="20000"/>
                    </a:ext>
                  </a:extLst>
                </a:gridCol>
              </a:tblGrid>
              <a:tr h="175619">
                <a:tc>
                  <a:txBody>
                    <a:bodyPr/>
                    <a:lstStyle/>
                    <a:p>
                      <a:pPr marL="0" marR="0" algn="l">
                        <a:spcBef>
                          <a:spcPts val="0"/>
                        </a:spcBef>
                        <a:spcAft>
                          <a:spcPts val="0"/>
                        </a:spcAft>
                      </a:pPr>
                      <a:r>
                        <a:rPr lang="en-US" sz="1400" b="1" dirty="0">
                          <a:solidFill>
                            <a:schemeClr val="bg1"/>
                          </a:solidFill>
                          <a:effectLst/>
                          <a:latin typeface="Consolas" panose="020B0609020204030204" pitchFamily="49" charset="0"/>
                          <a:cs typeface="Consolas" panose="020B0609020204030204" pitchFamily="49" charset="0"/>
                        </a:rPr>
                        <a:t>Caller Program</a:t>
                      </a:r>
                      <a:endParaRPr lang="en-US" sz="1400" b="1" dirty="0">
                        <a:solidFill>
                          <a:schemeClr val="bg1"/>
                        </a:solidFill>
                        <a:effectLst/>
                        <a:latin typeface="Consolas" panose="020B0609020204030204" pitchFamily="49" charset="0"/>
                        <a:ea typeface="宋体"/>
                        <a:cs typeface="Consolas" panose="020B0609020204030204" pitchFamily="49" charset="0"/>
                      </a:endParaRPr>
                    </a:p>
                  </a:txBody>
                  <a:tcPr marL="68580" marR="68580" marT="0" marB="0">
                    <a:solidFill>
                      <a:schemeClr val="accent1"/>
                    </a:solidFill>
                  </a:tcPr>
                </a:tc>
                <a:extLst>
                  <a:ext uri="{0D108BD9-81ED-4DB2-BD59-A6C34878D82A}">
                    <a16:rowId xmlns:a16="http://schemas.microsoft.com/office/drawing/2014/main" val="10000"/>
                  </a:ext>
                </a:extLst>
              </a:tr>
              <a:tr h="1805581">
                <a:tc>
                  <a:txBody>
                    <a:bodyPr/>
                    <a:lstStyle/>
                    <a:p>
                      <a:r>
                        <a:rPr kumimoji="0" lang="en-US" sz="1400" b="0" i="0" kern="1200" dirty="0">
                          <a:solidFill>
                            <a:schemeClr val="tx1"/>
                          </a:solidFill>
                          <a:effectLst/>
                          <a:latin typeface="Consolas" panose="020B0609020204030204" pitchFamily="49" charset="0"/>
                          <a:ea typeface="+mn-ea"/>
                          <a:cs typeface="+mn-cs"/>
                        </a:rPr>
                        <a:t>#include &lt;</a:t>
                      </a:r>
                      <a:r>
                        <a:rPr kumimoji="0" lang="en-US" sz="1400" b="0" i="0" kern="1200" dirty="0" err="1">
                          <a:solidFill>
                            <a:schemeClr val="tx1"/>
                          </a:solidFill>
                          <a:effectLst/>
                          <a:latin typeface="Consolas" panose="020B0609020204030204" pitchFamily="49" charset="0"/>
                          <a:ea typeface="+mn-ea"/>
                          <a:cs typeface="+mn-cs"/>
                        </a:rPr>
                        <a:t>stdio.h</a:t>
                      </a:r>
                      <a:r>
                        <a:rPr kumimoji="0" lang="en-US" sz="1400" b="0" i="0" kern="1200" dirty="0">
                          <a:solidFill>
                            <a:schemeClr val="tx1"/>
                          </a:solidFill>
                          <a:effectLst/>
                          <a:latin typeface="Consolas" panose="020B0609020204030204" pitchFamily="49" charset="0"/>
                          <a:ea typeface="+mn-ea"/>
                          <a:cs typeface="+mn-cs"/>
                        </a:rPr>
                        <a:t>&gt;</a:t>
                      </a:r>
                    </a:p>
                    <a:p>
                      <a:endParaRPr kumimoji="0" lang="en-US" sz="1400" b="0" i="0" kern="1200" dirty="0">
                        <a:solidFill>
                          <a:schemeClr val="tx1"/>
                        </a:solidFill>
                        <a:effectLst/>
                        <a:latin typeface="Consolas" panose="020B0609020204030204" pitchFamily="49" charset="0"/>
                        <a:ea typeface="+mn-ea"/>
                        <a:cs typeface="+mn-cs"/>
                      </a:endParaRPr>
                    </a:p>
                    <a:p>
                      <a:r>
                        <a:rPr kumimoji="0" lang="en-US" sz="1400" b="1" i="0" kern="1200" dirty="0">
                          <a:solidFill>
                            <a:schemeClr val="tx1"/>
                          </a:solidFill>
                          <a:effectLst/>
                          <a:latin typeface="Consolas" panose="020B0609020204030204" pitchFamily="49" charset="0"/>
                          <a:ea typeface="+mn-ea"/>
                          <a:cs typeface="+mn-cs"/>
                        </a:rPr>
                        <a:t>extern</a:t>
                      </a:r>
                      <a:r>
                        <a:rPr kumimoji="0" lang="en-US" sz="1400" b="0" i="0" kern="1200" dirty="0">
                          <a:solidFill>
                            <a:schemeClr val="tx1"/>
                          </a:solidFill>
                          <a:effectLst/>
                          <a:latin typeface="Consolas" panose="020B0609020204030204" pitchFamily="49" charset="0"/>
                          <a:ea typeface="+mn-ea"/>
                          <a:cs typeface="+mn-cs"/>
                        </a:rPr>
                        <a:t> </a:t>
                      </a:r>
                      <a:r>
                        <a:rPr kumimoji="0" lang="en-US" sz="1400" b="1" i="0" kern="1200" dirty="0">
                          <a:solidFill>
                            <a:schemeClr val="tx1"/>
                          </a:solidFill>
                          <a:effectLst/>
                          <a:latin typeface="Consolas" panose="020B0609020204030204" pitchFamily="49" charset="0"/>
                          <a:ea typeface="+mn-ea"/>
                          <a:cs typeface="+mn-cs"/>
                        </a:rPr>
                        <a:t>int</a:t>
                      </a:r>
                      <a:r>
                        <a:rPr kumimoji="0" lang="en-US" sz="1400" b="0" i="0" kern="1200" dirty="0">
                          <a:solidFill>
                            <a:schemeClr val="tx1"/>
                          </a:solidFill>
                          <a:effectLst/>
                          <a:latin typeface="Consolas" panose="020B0609020204030204" pitchFamily="49" charset="0"/>
                          <a:ea typeface="+mn-ea"/>
                          <a:cs typeface="+mn-cs"/>
                        </a:rPr>
                        <a:t> mystery(</a:t>
                      </a:r>
                      <a:r>
                        <a:rPr kumimoji="0" lang="en-US" sz="1400" b="1" i="0" kern="1200" dirty="0">
                          <a:solidFill>
                            <a:schemeClr val="tx1"/>
                          </a:solidFill>
                          <a:effectLst/>
                          <a:latin typeface="Consolas" panose="020B0609020204030204" pitchFamily="49" charset="0"/>
                          <a:ea typeface="+mn-ea"/>
                          <a:cs typeface="+mn-cs"/>
                        </a:rPr>
                        <a:t>int</a:t>
                      </a:r>
                      <a:r>
                        <a:rPr kumimoji="0" lang="en-US" sz="1400" b="0" i="0" kern="1200" dirty="0">
                          <a:solidFill>
                            <a:schemeClr val="tx1"/>
                          </a:solidFill>
                          <a:effectLst/>
                          <a:latin typeface="Consolas" panose="020B0609020204030204" pitchFamily="49" charset="0"/>
                          <a:ea typeface="+mn-ea"/>
                          <a:cs typeface="+mn-cs"/>
                        </a:rPr>
                        <a:t>); </a:t>
                      </a:r>
                      <a:r>
                        <a:rPr kumimoji="0" lang="en-US" sz="1400" b="0" i="1" kern="1200" dirty="0">
                          <a:solidFill>
                            <a:schemeClr val="tx1"/>
                          </a:solidFill>
                          <a:effectLst/>
                          <a:latin typeface="Consolas" panose="020B0609020204030204" pitchFamily="49" charset="0"/>
                          <a:ea typeface="+mn-ea"/>
                          <a:cs typeface="+mn-cs"/>
                        </a:rPr>
                        <a:t>/* mystery assembler routine */</a:t>
                      </a:r>
                      <a:endParaRPr kumimoji="0" lang="en-US" sz="1400" b="0" i="0" kern="1200" dirty="0">
                        <a:solidFill>
                          <a:schemeClr val="tx1"/>
                        </a:solidFill>
                        <a:effectLst/>
                        <a:latin typeface="Consolas" panose="020B0609020204030204" pitchFamily="49" charset="0"/>
                        <a:ea typeface="+mn-ea"/>
                        <a:cs typeface="+mn-cs"/>
                      </a:endParaRPr>
                    </a:p>
                    <a:p>
                      <a:endParaRPr kumimoji="0" lang="en-US" sz="1400" b="0" i="0" kern="1200" dirty="0">
                        <a:solidFill>
                          <a:schemeClr val="tx1"/>
                        </a:solidFill>
                        <a:effectLst/>
                        <a:latin typeface="Consolas" panose="020B0609020204030204" pitchFamily="49" charset="0"/>
                        <a:ea typeface="+mn-ea"/>
                        <a:cs typeface="+mn-cs"/>
                      </a:endParaRPr>
                    </a:p>
                    <a:p>
                      <a:r>
                        <a:rPr kumimoji="0" lang="en-US" sz="1400" b="1" i="0" kern="1200" dirty="0">
                          <a:solidFill>
                            <a:schemeClr val="tx1"/>
                          </a:solidFill>
                          <a:effectLst/>
                          <a:latin typeface="Consolas" panose="020B0609020204030204" pitchFamily="49" charset="0"/>
                          <a:ea typeface="+mn-ea"/>
                          <a:cs typeface="+mn-cs"/>
                        </a:rPr>
                        <a:t>int</a:t>
                      </a:r>
                      <a:r>
                        <a:rPr kumimoji="0" lang="en-US" sz="1400" b="0" i="0" kern="1200" dirty="0">
                          <a:solidFill>
                            <a:schemeClr val="tx1"/>
                          </a:solidFill>
                          <a:effectLst/>
                          <a:latin typeface="Consolas" panose="020B0609020204030204" pitchFamily="49" charset="0"/>
                          <a:ea typeface="+mn-ea"/>
                          <a:cs typeface="+mn-cs"/>
                        </a:rPr>
                        <a:t> main(</a:t>
                      </a:r>
                      <a:r>
                        <a:rPr kumimoji="0" lang="en-US" sz="1400" b="1" i="0" kern="1200" dirty="0">
                          <a:solidFill>
                            <a:schemeClr val="tx1"/>
                          </a:solidFill>
                          <a:effectLst/>
                          <a:latin typeface="Consolas" panose="020B0609020204030204" pitchFamily="49" charset="0"/>
                          <a:ea typeface="+mn-ea"/>
                          <a:cs typeface="+mn-cs"/>
                        </a:rPr>
                        <a:t>void</a:t>
                      </a:r>
                      <a:r>
                        <a:rPr kumimoji="0" lang="en-US" sz="1400" b="0" i="0" kern="1200" dirty="0">
                          <a:solidFill>
                            <a:schemeClr val="tx1"/>
                          </a:solidFill>
                          <a:effectLst/>
                          <a:latin typeface="Consolas" panose="020B0609020204030204" pitchFamily="49" charset="0"/>
                          <a:ea typeface="+mn-ea"/>
                          <a:cs typeface="+mn-cs"/>
                        </a:rPr>
                        <a:t>)</a:t>
                      </a:r>
                    </a:p>
                    <a:p>
                      <a:r>
                        <a:rPr kumimoji="0" lang="en-US" sz="1400" b="0" i="0" kern="1200" dirty="0">
                          <a:solidFill>
                            <a:schemeClr val="tx1"/>
                          </a:solidFill>
                          <a:effectLst/>
                          <a:latin typeface="Consolas" panose="020B0609020204030204" pitchFamily="49" charset="0"/>
                          <a:ea typeface="+mn-ea"/>
                          <a:cs typeface="+mn-cs"/>
                        </a:rPr>
                        <a:t>{</a:t>
                      </a:r>
                    </a:p>
                    <a:p>
                      <a:r>
                        <a:rPr kumimoji="0" lang="en-US" sz="1400" b="0" i="0" kern="1200" dirty="0">
                          <a:solidFill>
                            <a:schemeClr val="tx1"/>
                          </a:solidFill>
                          <a:effectLst/>
                          <a:latin typeface="Consolas" panose="020B0609020204030204" pitchFamily="49" charset="0"/>
                          <a:ea typeface="+mn-ea"/>
                          <a:cs typeface="+mn-cs"/>
                        </a:rPr>
                        <a:t>    </a:t>
                      </a:r>
                      <a:r>
                        <a:rPr kumimoji="0" lang="en-US" sz="1400" b="1" i="0" kern="1200" dirty="0">
                          <a:solidFill>
                            <a:schemeClr val="tx1"/>
                          </a:solidFill>
                          <a:effectLst/>
                          <a:latin typeface="Consolas" panose="020B0609020204030204" pitchFamily="49" charset="0"/>
                          <a:ea typeface="+mn-ea"/>
                          <a:cs typeface="+mn-cs"/>
                        </a:rPr>
                        <a:t>static</a:t>
                      </a:r>
                      <a:r>
                        <a:rPr kumimoji="0" lang="en-US" sz="1400" b="0" i="0" kern="1200" dirty="0">
                          <a:solidFill>
                            <a:schemeClr val="tx1"/>
                          </a:solidFill>
                          <a:effectLst/>
                          <a:latin typeface="Consolas" panose="020B0609020204030204" pitchFamily="49" charset="0"/>
                          <a:ea typeface="+mn-ea"/>
                          <a:cs typeface="+mn-cs"/>
                        </a:rPr>
                        <a:t> </a:t>
                      </a:r>
                      <a:r>
                        <a:rPr kumimoji="0" lang="en-US" sz="1400" b="1" i="0" kern="1200" dirty="0">
                          <a:solidFill>
                            <a:schemeClr val="tx1"/>
                          </a:solidFill>
                          <a:effectLst/>
                          <a:latin typeface="Consolas" panose="020B0609020204030204" pitchFamily="49" charset="0"/>
                          <a:ea typeface="+mn-ea"/>
                          <a:cs typeface="+mn-cs"/>
                        </a:rPr>
                        <a:t>const</a:t>
                      </a:r>
                      <a:r>
                        <a:rPr kumimoji="0" lang="en-US" sz="1400" b="0" i="0" kern="1200" dirty="0">
                          <a:solidFill>
                            <a:schemeClr val="tx1"/>
                          </a:solidFill>
                          <a:effectLst/>
                          <a:latin typeface="Consolas" panose="020B0609020204030204" pitchFamily="49" charset="0"/>
                          <a:ea typeface="+mn-ea"/>
                          <a:cs typeface="+mn-cs"/>
                        </a:rPr>
                        <a:t> </a:t>
                      </a:r>
                      <a:r>
                        <a:rPr kumimoji="0" lang="en-US" sz="1400" b="1" i="0" kern="1200" dirty="0">
                          <a:solidFill>
                            <a:schemeClr val="tx1"/>
                          </a:solidFill>
                          <a:effectLst/>
                          <a:latin typeface="Consolas" panose="020B0609020204030204" pitchFamily="49" charset="0"/>
                          <a:ea typeface="+mn-ea"/>
                          <a:cs typeface="+mn-cs"/>
                        </a:rPr>
                        <a:t>char</a:t>
                      </a:r>
                      <a:r>
                        <a:rPr kumimoji="0" lang="en-US" sz="1400" b="0" i="0" kern="1200" dirty="0">
                          <a:solidFill>
                            <a:schemeClr val="tx1"/>
                          </a:solidFill>
                          <a:effectLst/>
                          <a:latin typeface="Consolas" panose="020B0609020204030204" pitchFamily="49" charset="0"/>
                          <a:ea typeface="+mn-ea"/>
                          <a:cs typeface="+mn-cs"/>
                        </a:rPr>
                        <a:t> str[] </a:t>
                      </a:r>
                      <a:r>
                        <a:rPr kumimoji="0" lang="en-US" sz="1400" b="1" i="0" kern="1200" dirty="0">
                          <a:solidFill>
                            <a:schemeClr val="tx1"/>
                          </a:solidFill>
                          <a:effectLst/>
                          <a:latin typeface="Consolas" panose="020B0609020204030204" pitchFamily="49" charset="0"/>
                          <a:ea typeface="+mn-ea"/>
                          <a:cs typeface="+mn-cs"/>
                        </a:rPr>
                        <a:t>=</a:t>
                      </a:r>
                      <a:r>
                        <a:rPr kumimoji="0" lang="en-US" sz="1400" b="0" i="0" kern="1200" dirty="0">
                          <a:solidFill>
                            <a:schemeClr val="tx1"/>
                          </a:solidFill>
                          <a:effectLst/>
                          <a:latin typeface="Consolas" panose="020B0609020204030204" pitchFamily="49" charset="0"/>
                          <a:ea typeface="+mn-ea"/>
                          <a:cs typeface="+mn-cs"/>
                        </a:rPr>
                        <a:t> "Hello, World!";</a:t>
                      </a:r>
                    </a:p>
                    <a:p>
                      <a:endParaRPr kumimoji="0" lang="en-US" sz="1400" b="0" i="0" kern="1200" dirty="0">
                        <a:solidFill>
                          <a:schemeClr val="tx1"/>
                        </a:solidFill>
                        <a:effectLst/>
                        <a:latin typeface="Consolas" panose="020B0609020204030204" pitchFamily="49" charset="0"/>
                        <a:ea typeface="+mn-ea"/>
                        <a:cs typeface="+mn-cs"/>
                      </a:endParaRPr>
                    </a:p>
                    <a:p>
                      <a:r>
                        <a:rPr kumimoji="0" lang="en-US" sz="1400" b="0" i="0" kern="1200" dirty="0">
                          <a:solidFill>
                            <a:schemeClr val="tx1"/>
                          </a:solidFill>
                          <a:effectLst/>
                          <a:latin typeface="Consolas" panose="020B0609020204030204" pitchFamily="49" charset="0"/>
                          <a:ea typeface="+mn-ea"/>
                          <a:cs typeface="+mn-cs"/>
                        </a:rPr>
                        <a:t>    </a:t>
                      </a:r>
                      <a:r>
                        <a:rPr kumimoji="0" lang="en-US" sz="1400" b="1" i="0" kern="1200" dirty="0">
                          <a:solidFill>
                            <a:schemeClr val="tx1"/>
                          </a:solidFill>
                          <a:effectLst/>
                          <a:latin typeface="Consolas" panose="020B0609020204030204" pitchFamily="49" charset="0"/>
                          <a:ea typeface="+mn-ea"/>
                          <a:cs typeface="+mn-cs"/>
                        </a:rPr>
                        <a:t>const</a:t>
                      </a:r>
                      <a:r>
                        <a:rPr kumimoji="0" lang="en-US" sz="1400" b="0" i="0" kern="1200" dirty="0">
                          <a:solidFill>
                            <a:schemeClr val="tx1"/>
                          </a:solidFill>
                          <a:effectLst/>
                          <a:latin typeface="Consolas" panose="020B0609020204030204" pitchFamily="49" charset="0"/>
                          <a:ea typeface="+mn-ea"/>
                          <a:cs typeface="+mn-cs"/>
                        </a:rPr>
                        <a:t> </a:t>
                      </a:r>
                      <a:r>
                        <a:rPr kumimoji="0" lang="en-US" sz="1400" b="1" i="0" kern="1200" dirty="0">
                          <a:solidFill>
                            <a:schemeClr val="tx1"/>
                          </a:solidFill>
                          <a:effectLst/>
                          <a:latin typeface="Consolas" panose="020B0609020204030204" pitchFamily="49" charset="0"/>
                          <a:ea typeface="+mn-ea"/>
                          <a:cs typeface="+mn-cs"/>
                        </a:rPr>
                        <a:t>int</a:t>
                      </a:r>
                      <a:r>
                        <a:rPr kumimoji="0" lang="en-US" sz="1400" b="0" i="0" kern="1200" dirty="0">
                          <a:solidFill>
                            <a:schemeClr val="tx1"/>
                          </a:solidFill>
                          <a:effectLst/>
                          <a:latin typeface="Consolas" panose="020B0609020204030204" pitchFamily="49" charset="0"/>
                          <a:ea typeface="+mn-ea"/>
                          <a:cs typeface="+mn-cs"/>
                        </a:rPr>
                        <a:t> </a:t>
                      </a:r>
                      <a:r>
                        <a:rPr kumimoji="0" lang="en-US" sz="1400" b="0" i="0" kern="1200" dirty="0" err="1">
                          <a:solidFill>
                            <a:schemeClr val="tx1"/>
                          </a:solidFill>
                          <a:effectLst/>
                          <a:latin typeface="Consolas" panose="020B0609020204030204" pitchFamily="49" charset="0"/>
                          <a:ea typeface="+mn-ea"/>
                          <a:cs typeface="+mn-cs"/>
                        </a:rPr>
                        <a:t>len</a:t>
                      </a:r>
                      <a:r>
                        <a:rPr kumimoji="0" lang="en-US" sz="1400" b="0" i="0" kern="1200" dirty="0">
                          <a:solidFill>
                            <a:schemeClr val="tx1"/>
                          </a:solidFill>
                          <a:effectLst/>
                          <a:latin typeface="Consolas" panose="020B0609020204030204" pitchFamily="49" charset="0"/>
                          <a:ea typeface="+mn-ea"/>
                          <a:cs typeface="+mn-cs"/>
                        </a:rPr>
                        <a:t> </a:t>
                      </a:r>
                      <a:r>
                        <a:rPr kumimoji="0" lang="en-US" sz="1400" b="1" i="0" kern="1200" dirty="0">
                          <a:solidFill>
                            <a:schemeClr val="tx1"/>
                          </a:solidFill>
                          <a:effectLst/>
                          <a:latin typeface="Consolas" panose="020B0609020204030204" pitchFamily="49" charset="0"/>
                          <a:ea typeface="+mn-ea"/>
                          <a:cs typeface="+mn-cs"/>
                        </a:rPr>
                        <a:t>=</a:t>
                      </a:r>
                      <a:r>
                        <a:rPr kumimoji="0" lang="en-US" sz="1400" b="0" i="0" kern="1200" dirty="0">
                          <a:solidFill>
                            <a:schemeClr val="tx1"/>
                          </a:solidFill>
                          <a:effectLst/>
                          <a:latin typeface="Consolas" panose="020B0609020204030204" pitchFamily="49" charset="0"/>
                          <a:ea typeface="+mn-ea"/>
                          <a:cs typeface="+mn-cs"/>
                        </a:rPr>
                        <a:t> </a:t>
                      </a:r>
                      <a:r>
                        <a:rPr kumimoji="0" lang="en-US" sz="1400" b="1" i="0" kern="1200" dirty="0" err="1">
                          <a:solidFill>
                            <a:schemeClr val="tx1"/>
                          </a:solidFill>
                          <a:effectLst/>
                          <a:latin typeface="Consolas" panose="020B0609020204030204" pitchFamily="49" charset="0"/>
                          <a:ea typeface="+mn-ea"/>
                          <a:cs typeface="+mn-cs"/>
                        </a:rPr>
                        <a:t>sizeof</a:t>
                      </a:r>
                      <a:r>
                        <a:rPr kumimoji="0" lang="en-US" sz="1400" b="0" i="0" kern="1200" dirty="0">
                          <a:solidFill>
                            <a:schemeClr val="tx1"/>
                          </a:solidFill>
                          <a:effectLst/>
                          <a:latin typeface="Consolas" panose="020B0609020204030204" pitchFamily="49" charset="0"/>
                          <a:ea typeface="+mn-ea"/>
                          <a:cs typeface="+mn-cs"/>
                        </a:rPr>
                        <a:t>(str)</a:t>
                      </a:r>
                      <a:r>
                        <a:rPr kumimoji="0" lang="en-US" sz="1400" b="1" i="0" kern="1200" dirty="0">
                          <a:solidFill>
                            <a:schemeClr val="tx1"/>
                          </a:solidFill>
                          <a:effectLst/>
                          <a:latin typeface="Consolas" panose="020B0609020204030204" pitchFamily="49" charset="0"/>
                          <a:ea typeface="+mn-ea"/>
                          <a:cs typeface="+mn-cs"/>
                        </a:rPr>
                        <a:t>/</a:t>
                      </a:r>
                      <a:r>
                        <a:rPr kumimoji="0" lang="en-US" sz="1400" b="1" i="0" kern="1200" dirty="0" err="1">
                          <a:solidFill>
                            <a:schemeClr val="tx1"/>
                          </a:solidFill>
                          <a:effectLst/>
                          <a:latin typeface="Consolas" panose="020B0609020204030204" pitchFamily="49" charset="0"/>
                          <a:ea typeface="+mn-ea"/>
                          <a:cs typeface="+mn-cs"/>
                        </a:rPr>
                        <a:t>sizeof</a:t>
                      </a:r>
                      <a:r>
                        <a:rPr kumimoji="0" lang="en-US" sz="1400" b="0" i="0" kern="1200" dirty="0">
                          <a:solidFill>
                            <a:schemeClr val="tx1"/>
                          </a:solidFill>
                          <a:effectLst/>
                          <a:latin typeface="Consolas" panose="020B0609020204030204" pitchFamily="49" charset="0"/>
                          <a:ea typeface="+mn-ea"/>
                          <a:cs typeface="+mn-cs"/>
                        </a:rPr>
                        <a:t>(str[0]);</a:t>
                      </a:r>
                    </a:p>
                    <a:p>
                      <a:r>
                        <a:rPr kumimoji="0" lang="en-US" sz="1400" b="0" i="0" kern="1200" dirty="0">
                          <a:solidFill>
                            <a:schemeClr val="tx1"/>
                          </a:solidFill>
                          <a:effectLst/>
                          <a:latin typeface="Consolas" panose="020B0609020204030204" pitchFamily="49" charset="0"/>
                          <a:ea typeface="+mn-ea"/>
                          <a:cs typeface="+mn-cs"/>
                        </a:rPr>
                        <a:t>    </a:t>
                      </a:r>
                      <a:r>
                        <a:rPr kumimoji="0" lang="en-US" sz="1400" b="1" i="0" kern="1200" dirty="0">
                          <a:solidFill>
                            <a:schemeClr val="tx1"/>
                          </a:solidFill>
                          <a:effectLst/>
                          <a:latin typeface="Consolas" panose="020B0609020204030204" pitchFamily="49" charset="0"/>
                          <a:ea typeface="+mn-ea"/>
                          <a:cs typeface="+mn-cs"/>
                        </a:rPr>
                        <a:t>char</a:t>
                      </a:r>
                      <a:r>
                        <a:rPr kumimoji="0" lang="en-US" sz="1400" b="0" i="0" kern="1200" dirty="0">
                          <a:solidFill>
                            <a:schemeClr val="tx1"/>
                          </a:solidFill>
                          <a:effectLst/>
                          <a:latin typeface="Consolas" panose="020B0609020204030204" pitchFamily="49" charset="0"/>
                          <a:ea typeface="+mn-ea"/>
                          <a:cs typeface="+mn-cs"/>
                        </a:rPr>
                        <a:t>      </a:t>
                      </a:r>
                      <a:r>
                        <a:rPr kumimoji="0" lang="en-US" sz="1400" b="0" i="0" kern="1200" dirty="0" err="1">
                          <a:solidFill>
                            <a:schemeClr val="tx1"/>
                          </a:solidFill>
                          <a:effectLst/>
                          <a:latin typeface="Consolas" panose="020B0609020204030204" pitchFamily="49" charset="0"/>
                          <a:ea typeface="+mn-ea"/>
                          <a:cs typeface="+mn-cs"/>
                        </a:rPr>
                        <a:t>newstr</a:t>
                      </a:r>
                      <a:r>
                        <a:rPr kumimoji="0" lang="en-US" sz="1400" b="0" i="0" kern="1200" dirty="0">
                          <a:solidFill>
                            <a:schemeClr val="tx1"/>
                          </a:solidFill>
                          <a:effectLst/>
                          <a:latin typeface="Consolas" panose="020B0609020204030204" pitchFamily="49" charset="0"/>
                          <a:ea typeface="+mn-ea"/>
                          <a:cs typeface="+mn-cs"/>
                        </a:rPr>
                        <a:t>[</a:t>
                      </a:r>
                      <a:r>
                        <a:rPr kumimoji="0" lang="en-US" sz="1400" b="0" i="0" kern="1200" dirty="0" err="1">
                          <a:solidFill>
                            <a:schemeClr val="tx1"/>
                          </a:solidFill>
                          <a:effectLst/>
                          <a:latin typeface="Consolas" panose="020B0609020204030204" pitchFamily="49" charset="0"/>
                          <a:ea typeface="+mn-ea"/>
                          <a:cs typeface="+mn-cs"/>
                        </a:rPr>
                        <a:t>len</a:t>
                      </a:r>
                      <a:r>
                        <a:rPr kumimoji="0" lang="en-US" sz="1400" b="0" i="0" kern="1200" dirty="0">
                          <a:solidFill>
                            <a:schemeClr val="tx1"/>
                          </a:solidFill>
                          <a:effectLst/>
                          <a:latin typeface="Consolas" panose="020B0609020204030204" pitchFamily="49" charset="0"/>
                          <a:ea typeface="+mn-ea"/>
                          <a:cs typeface="+mn-cs"/>
                        </a:rPr>
                        <a:t>];</a:t>
                      </a:r>
                    </a:p>
                    <a:p>
                      <a:r>
                        <a:rPr kumimoji="0" lang="en-US" sz="1400" b="0" i="0" kern="1200" dirty="0">
                          <a:solidFill>
                            <a:schemeClr val="tx1"/>
                          </a:solidFill>
                          <a:effectLst/>
                          <a:latin typeface="Consolas" panose="020B0609020204030204" pitchFamily="49" charset="0"/>
                          <a:ea typeface="+mn-ea"/>
                          <a:cs typeface="+mn-cs"/>
                        </a:rPr>
                        <a:t>    </a:t>
                      </a:r>
                      <a:r>
                        <a:rPr kumimoji="0" lang="en-US" sz="1400" b="1" i="0" kern="1200" dirty="0">
                          <a:solidFill>
                            <a:schemeClr val="tx1"/>
                          </a:solidFill>
                          <a:effectLst/>
                          <a:latin typeface="Consolas" panose="020B0609020204030204" pitchFamily="49" charset="0"/>
                          <a:ea typeface="+mn-ea"/>
                          <a:cs typeface="+mn-cs"/>
                        </a:rPr>
                        <a:t>int</a:t>
                      </a:r>
                      <a:r>
                        <a:rPr kumimoji="0" lang="en-US" sz="1400" b="0" i="0" kern="1200" dirty="0">
                          <a:solidFill>
                            <a:schemeClr val="tx1"/>
                          </a:solidFill>
                          <a:effectLst/>
                          <a:latin typeface="Consolas" panose="020B0609020204030204" pitchFamily="49" charset="0"/>
                          <a:ea typeface="+mn-ea"/>
                          <a:cs typeface="+mn-cs"/>
                        </a:rPr>
                        <a:t>       </a:t>
                      </a:r>
                      <a:r>
                        <a:rPr kumimoji="0" lang="en-US" sz="1400" b="0" i="0" kern="1200" dirty="0" err="1">
                          <a:solidFill>
                            <a:schemeClr val="tx1"/>
                          </a:solidFill>
                          <a:effectLst/>
                          <a:latin typeface="Consolas" panose="020B0609020204030204" pitchFamily="49" charset="0"/>
                          <a:ea typeface="+mn-ea"/>
                          <a:cs typeface="+mn-cs"/>
                        </a:rPr>
                        <a:t>i</a:t>
                      </a:r>
                      <a:r>
                        <a:rPr kumimoji="0" lang="en-US" sz="1400" b="0" i="0" kern="1200" dirty="0">
                          <a:solidFill>
                            <a:schemeClr val="tx1"/>
                          </a:solidFill>
                          <a:effectLst/>
                          <a:latin typeface="Consolas" panose="020B0609020204030204" pitchFamily="49" charset="0"/>
                          <a:ea typeface="+mn-ea"/>
                          <a:cs typeface="+mn-cs"/>
                        </a:rPr>
                        <a:t>;</a:t>
                      </a:r>
                    </a:p>
                    <a:p>
                      <a:endParaRPr kumimoji="0" lang="en-US" sz="1400" b="0" i="0" kern="1200" dirty="0">
                        <a:solidFill>
                          <a:schemeClr val="tx1"/>
                        </a:solidFill>
                        <a:effectLst/>
                        <a:latin typeface="Consolas" panose="020B0609020204030204" pitchFamily="49" charset="0"/>
                        <a:ea typeface="+mn-ea"/>
                        <a:cs typeface="+mn-cs"/>
                      </a:endParaRPr>
                    </a:p>
                    <a:p>
                      <a:r>
                        <a:rPr kumimoji="0" lang="en-US" sz="1400" b="0" i="0" kern="1200" dirty="0">
                          <a:solidFill>
                            <a:schemeClr val="tx1"/>
                          </a:solidFill>
                          <a:effectLst/>
                          <a:latin typeface="Consolas" panose="020B0609020204030204" pitchFamily="49" charset="0"/>
                          <a:ea typeface="+mn-ea"/>
                          <a:cs typeface="+mn-cs"/>
                        </a:rPr>
                        <a:t>    </a:t>
                      </a:r>
                      <a:r>
                        <a:rPr kumimoji="0" lang="en-US" sz="1400" b="1" i="0" kern="1200" dirty="0">
                          <a:solidFill>
                            <a:schemeClr val="tx1"/>
                          </a:solidFill>
                          <a:effectLst/>
                          <a:latin typeface="Consolas" panose="020B0609020204030204" pitchFamily="49" charset="0"/>
                          <a:ea typeface="+mn-ea"/>
                          <a:cs typeface="+mn-cs"/>
                        </a:rPr>
                        <a:t>for</a:t>
                      </a:r>
                      <a:r>
                        <a:rPr kumimoji="0" lang="en-US" sz="1400" b="0" i="0" kern="1200" dirty="0">
                          <a:solidFill>
                            <a:schemeClr val="tx1"/>
                          </a:solidFill>
                          <a:effectLst/>
                          <a:latin typeface="Consolas" panose="020B0609020204030204" pitchFamily="49" charset="0"/>
                          <a:ea typeface="+mn-ea"/>
                          <a:cs typeface="+mn-cs"/>
                        </a:rPr>
                        <a:t> (</a:t>
                      </a:r>
                      <a:r>
                        <a:rPr kumimoji="0" lang="en-US" sz="1400" b="0" i="0" kern="1200" dirty="0" err="1">
                          <a:solidFill>
                            <a:schemeClr val="tx1"/>
                          </a:solidFill>
                          <a:effectLst/>
                          <a:latin typeface="Consolas" panose="020B0609020204030204" pitchFamily="49" charset="0"/>
                          <a:ea typeface="+mn-ea"/>
                          <a:cs typeface="+mn-cs"/>
                        </a:rPr>
                        <a:t>i</a:t>
                      </a:r>
                      <a:r>
                        <a:rPr kumimoji="0" lang="en-US" sz="1400" b="0" i="0" kern="1200" dirty="0">
                          <a:solidFill>
                            <a:schemeClr val="tx1"/>
                          </a:solidFill>
                          <a:effectLst/>
                          <a:latin typeface="Consolas" panose="020B0609020204030204" pitchFamily="49" charset="0"/>
                          <a:ea typeface="+mn-ea"/>
                          <a:cs typeface="+mn-cs"/>
                        </a:rPr>
                        <a:t> </a:t>
                      </a:r>
                      <a:r>
                        <a:rPr kumimoji="0" lang="en-US" sz="1400" b="1" i="0" kern="1200" dirty="0">
                          <a:solidFill>
                            <a:schemeClr val="tx1"/>
                          </a:solidFill>
                          <a:effectLst/>
                          <a:latin typeface="Consolas" panose="020B0609020204030204" pitchFamily="49" charset="0"/>
                          <a:ea typeface="+mn-ea"/>
                          <a:cs typeface="+mn-cs"/>
                        </a:rPr>
                        <a:t>=</a:t>
                      </a:r>
                      <a:r>
                        <a:rPr kumimoji="0" lang="en-US" sz="1400" b="0" i="0" kern="1200" dirty="0">
                          <a:solidFill>
                            <a:schemeClr val="tx1"/>
                          </a:solidFill>
                          <a:effectLst/>
                          <a:latin typeface="Consolas" panose="020B0609020204030204" pitchFamily="49" charset="0"/>
                          <a:ea typeface="+mn-ea"/>
                          <a:cs typeface="+mn-cs"/>
                        </a:rPr>
                        <a:t> 0; </a:t>
                      </a:r>
                      <a:r>
                        <a:rPr kumimoji="0" lang="en-US" sz="1400" b="0" i="0" kern="1200" dirty="0" err="1">
                          <a:solidFill>
                            <a:schemeClr val="tx1"/>
                          </a:solidFill>
                          <a:effectLst/>
                          <a:latin typeface="Consolas" panose="020B0609020204030204" pitchFamily="49" charset="0"/>
                          <a:ea typeface="+mn-ea"/>
                          <a:cs typeface="+mn-cs"/>
                        </a:rPr>
                        <a:t>i</a:t>
                      </a:r>
                      <a:r>
                        <a:rPr kumimoji="0" lang="en-US" sz="1400" b="0" i="0" kern="1200" dirty="0">
                          <a:solidFill>
                            <a:schemeClr val="tx1"/>
                          </a:solidFill>
                          <a:effectLst/>
                          <a:latin typeface="Consolas" panose="020B0609020204030204" pitchFamily="49" charset="0"/>
                          <a:ea typeface="+mn-ea"/>
                          <a:cs typeface="+mn-cs"/>
                        </a:rPr>
                        <a:t> </a:t>
                      </a:r>
                      <a:r>
                        <a:rPr kumimoji="0" lang="en-US" sz="1400" b="1" i="0" kern="1200" dirty="0">
                          <a:solidFill>
                            <a:schemeClr val="tx1"/>
                          </a:solidFill>
                          <a:effectLst/>
                          <a:latin typeface="Consolas" panose="020B0609020204030204" pitchFamily="49" charset="0"/>
                          <a:ea typeface="+mn-ea"/>
                          <a:cs typeface="+mn-cs"/>
                        </a:rPr>
                        <a:t>&lt;</a:t>
                      </a:r>
                      <a:r>
                        <a:rPr kumimoji="0" lang="en-US" sz="1400" b="0" i="0" kern="1200" dirty="0">
                          <a:solidFill>
                            <a:schemeClr val="tx1"/>
                          </a:solidFill>
                          <a:effectLst/>
                          <a:latin typeface="Consolas" panose="020B0609020204030204" pitchFamily="49" charset="0"/>
                          <a:ea typeface="+mn-ea"/>
                          <a:cs typeface="+mn-cs"/>
                        </a:rPr>
                        <a:t> </a:t>
                      </a:r>
                      <a:r>
                        <a:rPr kumimoji="0" lang="en-US" sz="1400" b="0" i="0" kern="1200" dirty="0" err="1">
                          <a:solidFill>
                            <a:schemeClr val="tx1"/>
                          </a:solidFill>
                          <a:effectLst/>
                          <a:latin typeface="Consolas" panose="020B0609020204030204" pitchFamily="49" charset="0"/>
                          <a:ea typeface="+mn-ea"/>
                          <a:cs typeface="+mn-cs"/>
                        </a:rPr>
                        <a:t>len</a:t>
                      </a:r>
                      <a:r>
                        <a:rPr kumimoji="0" lang="en-US" sz="1400" b="0" i="0" kern="1200" dirty="0">
                          <a:solidFill>
                            <a:schemeClr val="tx1"/>
                          </a:solidFill>
                          <a:effectLst/>
                          <a:latin typeface="Consolas" panose="020B0609020204030204" pitchFamily="49" charset="0"/>
                          <a:ea typeface="+mn-ea"/>
                          <a:cs typeface="+mn-cs"/>
                        </a:rPr>
                        <a:t>; </a:t>
                      </a:r>
                      <a:r>
                        <a:rPr kumimoji="0" lang="en-US" sz="1400" b="0" i="0" kern="1200" dirty="0" err="1">
                          <a:solidFill>
                            <a:schemeClr val="tx1"/>
                          </a:solidFill>
                          <a:effectLst/>
                          <a:latin typeface="Consolas" panose="020B0609020204030204" pitchFamily="49" charset="0"/>
                          <a:ea typeface="+mn-ea"/>
                          <a:cs typeface="+mn-cs"/>
                        </a:rPr>
                        <a:t>i</a:t>
                      </a:r>
                      <a:r>
                        <a:rPr kumimoji="0" lang="en-US" sz="1400" b="1" i="0" kern="1200" dirty="0">
                          <a:solidFill>
                            <a:schemeClr val="tx1"/>
                          </a:solidFill>
                          <a:effectLst/>
                          <a:latin typeface="Consolas" panose="020B0609020204030204" pitchFamily="49" charset="0"/>
                          <a:ea typeface="+mn-ea"/>
                          <a:cs typeface="+mn-cs"/>
                        </a:rPr>
                        <a:t>++</a:t>
                      </a:r>
                      <a:r>
                        <a:rPr kumimoji="0" lang="en-US" sz="1400" b="0" i="0" kern="1200" dirty="0">
                          <a:solidFill>
                            <a:schemeClr val="tx1"/>
                          </a:solidFill>
                          <a:effectLst/>
                          <a:latin typeface="Consolas" panose="020B0609020204030204" pitchFamily="49" charset="0"/>
                          <a:ea typeface="+mn-ea"/>
                          <a:cs typeface="+mn-cs"/>
                        </a:rPr>
                        <a:t>)</a:t>
                      </a:r>
                    </a:p>
                    <a:p>
                      <a:r>
                        <a:rPr kumimoji="0" lang="en-US" sz="1400" b="0" i="0" kern="1200" dirty="0">
                          <a:solidFill>
                            <a:schemeClr val="tx1"/>
                          </a:solidFill>
                          <a:effectLst/>
                          <a:latin typeface="Consolas" panose="020B0609020204030204" pitchFamily="49" charset="0"/>
                          <a:ea typeface="+mn-ea"/>
                          <a:cs typeface="+mn-cs"/>
                        </a:rPr>
                        <a:t>        </a:t>
                      </a:r>
                      <a:r>
                        <a:rPr kumimoji="0" lang="en-US" sz="1400" b="0" i="0" kern="1200" dirty="0" err="1">
                          <a:solidFill>
                            <a:schemeClr val="tx1"/>
                          </a:solidFill>
                          <a:effectLst/>
                          <a:latin typeface="Consolas" panose="020B0609020204030204" pitchFamily="49" charset="0"/>
                          <a:ea typeface="+mn-ea"/>
                          <a:cs typeface="+mn-cs"/>
                        </a:rPr>
                        <a:t>newstr</a:t>
                      </a:r>
                      <a:r>
                        <a:rPr kumimoji="0" lang="en-US" sz="1400" b="0" i="0" kern="1200" dirty="0">
                          <a:solidFill>
                            <a:schemeClr val="tx1"/>
                          </a:solidFill>
                          <a:effectLst/>
                          <a:latin typeface="Consolas" panose="020B0609020204030204" pitchFamily="49" charset="0"/>
                          <a:ea typeface="+mn-ea"/>
                          <a:cs typeface="+mn-cs"/>
                        </a:rPr>
                        <a:t>[</a:t>
                      </a:r>
                      <a:r>
                        <a:rPr kumimoji="0" lang="en-US" sz="1400" b="0" i="0" kern="1200" dirty="0" err="1">
                          <a:solidFill>
                            <a:schemeClr val="tx1"/>
                          </a:solidFill>
                          <a:effectLst/>
                          <a:latin typeface="Consolas" panose="020B0609020204030204" pitchFamily="49" charset="0"/>
                          <a:ea typeface="+mn-ea"/>
                          <a:cs typeface="+mn-cs"/>
                        </a:rPr>
                        <a:t>i</a:t>
                      </a:r>
                      <a:r>
                        <a:rPr kumimoji="0" lang="en-US" sz="1400" b="0" i="0" kern="1200" dirty="0">
                          <a:solidFill>
                            <a:schemeClr val="tx1"/>
                          </a:solidFill>
                          <a:effectLst/>
                          <a:latin typeface="Consolas" panose="020B0609020204030204" pitchFamily="49" charset="0"/>
                          <a:ea typeface="+mn-ea"/>
                          <a:cs typeface="+mn-cs"/>
                        </a:rPr>
                        <a:t>] </a:t>
                      </a:r>
                      <a:r>
                        <a:rPr kumimoji="0" lang="en-US" sz="1400" b="1" i="0" kern="1200" dirty="0">
                          <a:solidFill>
                            <a:schemeClr val="tx1"/>
                          </a:solidFill>
                          <a:effectLst/>
                          <a:latin typeface="Consolas" panose="020B0609020204030204" pitchFamily="49" charset="0"/>
                          <a:ea typeface="+mn-ea"/>
                          <a:cs typeface="+mn-cs"/>
                        </a:rPr>
                        <a:t>=</a:t>
                      </a:r>
                      <a:r>
                        <a:rPr kumimoji="0" lang="en-US" sz="1400" b="0" i="0" kern="1200" dirty="0">
                          <a:solidFill>
                            <a:schemeClr val="tx1"/>
                          </a:solidFill>
                          <a:effectLst/>
                          <a:latin typeface="Consolas" panose="020B0609020204030204" pitchFamily="49" charset="0"/>
                          <a:ea typeface="+mn-ea"/>
                          <a:cs typeface="+mn-cs"/>
                        </a:rPr>
                        <a:t> </a:t>
                      </a:r>
                      <a:r>
                        <a:rPr kumimoji="0" lang="en-US" sz="1400" b="0" i="0" kern="1200" dirty="0" err="1">
                          <a:solidFill>
                            <a:schemeClr val="tx1"/>
                          </a:solidFill>
                          <a:effectLst/>
                          <a:latin typeface="Consolas" panose="020B0609020204030204" pitchFamily="49" charset="0"/>
                          <a:ea typeface="+mn-ea"/>
                          <a:cs typeface="+mn-cs"/>
                        </a:rPr>
                        <a:t>toLower</a:t>
                      </a:r>
                      <a:r>
                        <a:rPr kumimoji="0" lang="en-US" sz="1400" b="0" i="0" kern="1200" dirty="0">
                          <a:solidFill>
                            <a:schemeClr val="tx1"/>
                          </a:solidFill>
                          <a:effectLst/>
                          <a:latin typeface="Consolas" panose="020B0609020204030204" pitchFamily="49" charset="0"/>
                          <a:ea typeface="+mn-ea"/>
                          <a:cs typeface="+mn-cs"/>
                        </a:rPr>
                        <a:t> (str[</a:t>
                      </a:r>
                      <a:r>
                        <a:rPr kumimoji="0" lang="en-US" sz="1400" b="0" i="0" kern="1200" dirty="0" err="1">
                          <a:solidFill>
                            <a:schemeClr val="tx1"/>
                          </a:solidFill>
                          <a:effectLst/>
                          <a:latin typeface="Consolas" panose="020B0609020204030204" pitchFamily="49" charset="0"/>
                          <a:ea typeface="+mn-ea"/>
                          <a:cs typeface="+mn-cs"/>
                        </a:rPr>
                        <a:t>i</a:t>
                      </a:r>
                      <a:r>
                        <a:rPr kumimoji="0" lang="en-US" sz="1400" b="0" i="0" kern="1200" dirty="0">
                          <a:solidFill>
                            <a:schemeClr val="tx1"/>
                          </a:solidFill>
                          <a:effectLst/>
                          <a:latin typeface="Consolas" panose="020B0609020204030204" pitchFamily="49" charset="0"/>
                          <a:ea typeface="+mn-ea"/>
                          <a:cs typeface="+mn-cs"/>
                        </a:rPr>
                        <a:t>]);</a:t>
                      </a:r>
                    </a:p>
                    <a:p>
                      <a:endParaRPr kumimoji="0" lang="en-US" sz="1400" b="0" i="0" kern="1200" dirty="0">
                        <a:solidFill>
                          <a:schemeClr val="tx1"/>
                        </a:solidFill>
                        <a:effectLst/>
                        <a:latin typeface="Consolas" panose="020B0609020204030204" pitchFamily="49" charset="0"/>
                        <a:ea typeface="+mn-ea"/>
                        <a:cs typeface="+mn-cs"/>
                      </a:endParaRPr>
                    </a:p>
                    <a:p>
                      <a:r>
                        <a:rPr kumimoji="0" lang="en-US" sz="1400" b="0" i="0" kern="1200" dirty="0">
                          <a:solidFill>
                            <a:schemeClr val="tx1"/>
                          </a:solidFill>
                          <a:effectLst/>
                          <a:latin typeface="Consolas" panose="020B0609020204030204" pitchFamily="49" charset="0"/>
                          <a:ea typeface="+mn-ea"/>
                          <a:cs typeface="+mn-cs"/>
                        </a:rPr>
                        <a:t>    </a:t>
                      </a:r>
                      <a:r>
                        <a:rPr kumimoji="0" lang="en-US" sz="1400" b="0" i="0" kern="1200" dirty="0" err="1">
                          <a:solidFill>
                            <a:schemeClr val="tx1"/>
                          </a:solidFill>
                          <a:effectLst/>
                          <a:latin typeface="Consolas" panose="020B0609020204030204" pitchFamily="49" charset="0"/>
                          <a:ea typeface="+mn-ea"/>
                          <a:cs typeface="+mn-cs"/>
                        </a:rPr>
                        <a:t>printf</a:t>
                      </a:r>
                      <a:r>
                        <a:rPr kumimoji="0" lang="en-US" sz="1400" b="0" i="0" kern="1200" dirty="0">
                          <a:solidFill>
                            <a:schemeClr val="tx1"/>
                          </a:solidFill>
                          <a:effectLst/>
                          <a:latin typeface="Consolas" panose="020B0609020204030204" pitchFamily="49" charset="0"/>
                          <a:ea typeface="+mn-ea"/>
                          <a:cs typeface="+mn-cs"/>
                        </a:rPr>
                        <a:t>("%s\n", </a:t>
                      </a:r>
                      <a:r>
                        <a:rPr kumimoji="0" lang="en-US" sz="1400" b="0" i="0" kern="1200" dirty="0" err="1">
                          <a:solidFill>
                            <a:schemeClr val="tx1"/>
                          </a:solidFill>
                          <a:effectLst/>
                          <a:latin typeface="Consolas" panose="020B0609020204030204" pitchFamily="49" charset="0"/>
                          <a:ea typeface="+mn-ea"/>
                          <a:cs typeface="+mn-cs"/>
                        </a:rPr>
                        <a:t>newstr</a:t>
                      </a:r>
                      <a:r>
                        <a:rPr kumimoji="0" lang="en-US" sz="1400" b="0" i="0" kern="1200" dirty="0">
                          <a:solidFill>
                            <a:schemeClr val="tx1"/>
                          </a:solidFill>
                          <a:effectLst/>
                          <a:latin typeface="Consolas" panose="020B0609020204030204" pitchFamily="49" charset="0"/>
                          <a:ea typeface="+mn-ea"/>
                          <a:cs typeface="+mn-cs"/>
                        </a:rPr>
                        <a:t>);</a:t>
                      </a:r>
                    </a:p>
                    <a:p>
                      <a:endParaRPr kumimoji="0" lang="en-US" sz="1400" b="0" i="0" kern="1200" dirty="0">
                        <a:solidFill>
                          <a:schemeClr val="tx1"/>
                        </a:solidFill>
                        <a:effectLst/>
                        <a:latin typeface="Consolas" panose="020B0609020204030204" pitchFamily="49" charset="0"/>
                        <a:ea typeface="+mn-ea"/>
                        <a:cs typeface="+mn-cs"/>
                      </a:endParaRPr>
                    </a:p>
                    <a:p>
                      <a:r>
                        <a:rPr kumimoji="0" lang="en-US" sz="1400" b="0" i="0" kern="1200" dirty="0">
                          <a:solidFill>
                            <a:schemeClr val="tx1"/>
                          </a:solidFill>
                          <a:effectLst/>
                          <a:latin typeface="Consolas" panose="020B0609020204030204" pitchFamily="49" charset="0"/>
                          <a:ea typeface="+mn-ea"/>
                          <a:cs typeface="+mn-cs"/>
                        </a:rPr>
                        <a:t>    </a:t>
                      </a:r>
                      <a:r>
                        <a:rPr kumimoji="0" lang="en-US" sz="1400" b="1" i="0" kern="1200" dirty="0">
                          <a:solidFill>
                            <a:schemeClr val="tx1"/>
                          </a:solidFill>
                          <a:effectLst/>
                          <a:latin typeface="Consolas" panose="020B0609020204030204" pitchFamily="49" charset="0"/>
                          <a:ea typeface="+mn-ea"/>
                          <a:cs typeface="+mn-cs"/>
                        </a:rPr>
                        <a:t>return</a:t>
                      </a:r>
                      <a:r>
                        <a:rPr kumimoji="0" lang="en-US" sz="1400" b="0" i="0" kern="1200" dirty="0">
                          <a:solidFill>
                            <a:schemeClr val="tx1"/>
                          </a:solidFill>
                          <a:effectLst/>
                          <a:latin typeface="Consolas" panose="020B0609020204030204" pitchFamily="49" charset="0"/>
                          <a:ea typeface="+mn-ea"/>
                          <a:cs typeface="+mn-cs"/>
                        </a:rPr>
                        <a:t> 0;</a:t>
                      </a:r>
                    </a:p>
                    <a:p>
                      <a:r>
                        <a:rPr kumimoji="0" lang="en-US" sz="1400" b="0" i="0" kern="1200" dirty="0">
                          <a:solidFill>
                            <a:schemeClr val="tx1"/>
                          </a:solidFill>
                          <a:effectLst/>
                          <a:latin typeface="Consolas" panose="020B0609020204030204" pitchFamily="49" charset="0"/>
                          <a:ea typeface="+mn-ea"/>
                          <a:cs typeface="+mn-cs"/>
                        </a:rPr>
                        <a:t>}</a:t>
                      </a:r>
                    </a:p>
                    <a:p>
                      <a:pPr marL="0" marR="0" algn="l">
                        <a:spcBef>
                          <a:spcPts val="0"/>
                        </a:spcBef>
                        <a:spcAft>
                          <a:spcPts val="0"/>
                        </a:spcAft>
                      </a:pPr>
                      <a:endParaRPr lang="en-US" sz="1400" dirty="0">
                        <a:effectLst/>
                        <a:latin typeface="Consolas" panose="020B0609020204030204" pitchFamily="49" charset="0"/>
                        <a:cs typeface="Consolas" panose="020B0609020204030204" pitchFamily="49" charset="0"/>
                      </a:endParaRPr>
                    </a:p>
                  </a:txBody>
                  <a:tcPr marL="68580" marR="68580" marT="0" marB="0"/>
                </a:tc>
                <a:extLst>
                  <a:ext uri="{0D108BD9-81ED-4DB2-BD59-A6C34878D82A}">
                    <a16:rowId xmlns:a16="http://schemas.microsoft.com/office/drawing/2014/main" val="10001"/>
                  </a:ext>
                </a:extLst>
              </a:tr>
            </a:tbl>
          </a:graphicData>
        </a:graphic>
      </p:graphicFrame>
      <p:graphicFrame>
        <p:nvGraphicFramePr>
          <p:cNvPr id="6" name="Table 5">
            <a:extLst>
              <a:ext uri="{FF2B5EF4-FFF2-40B4-BE49-F238E27FC236}">
                <a16:creationId xmlns:a16="http://schemas.microsoft.com/office/drawing/2014/main" id="{441ADC90-ADB8-D7DD-0AC3-9F57EB29BD9E}"/>
              </a:ext>
            </a:extLst>
          </p:cNvPr>
          <p:cNvGraphicFramePr>
            <a:graphicFrameLocks noGrp="1"/>
          </p:cNvGraphicFramePr>
          <p:nvPr>
            <p:extLst>
              <p:ext uri="{D42A27DB-BD31-4B8C-83A1-F6EECF244321}">
                <p14:modId xmlns:p14="http://schemas.microsoft.com/office/powerpoint/2010/main" val="3797739913"/>
              </p:ext>
            </p:extLst>
          </p:nvPr>
        </p:nvGraphicFramePr>
        <p:xfrm>
          <a:off x="5139813" y="2133601"/>
          <a:ext cx="3657600" cy="1787916"/>
        </p:xfrm>
        <a:graphic>
          <a:graphicData uri="http://schemas.openxmlformats.org/drawingml/2006/table">
            <a:tbl>
              <a:tblPr firstRow="1" firstCol="1" bandRow="1">
                <a:tableStyleId>{5940675A-B579-460E-94D1-54222C63F5DA}</a:tableStyleId>
              </a:tblPr>
              <a:tblGrid>
                <a:gridCol w="3657600">
                  <a:extLst>
                    <a:ext uri="{9D8B030D-6E8A-4147-A177-3AD203B41FA5}">
                      <a16:colId xmlns:a16="http://schemas.microsoft.com/office/drawing/2014/main" val="20000"/>
                    </a:ext>
                  </a:extLst>
                </a:gridCol>
              </a:tblGrid>
              <a:tr h="208524">
                <a:tc>
                  <a:txBody>
                    <a:bodyPr/>
                    <a:lstStyle/>
                    <a:p>
                      <a:pPr marL="0" marR="0" algn="just">
                        <a:spcBef>
                          <a:spcPts val="0"/>
                        </a:spcBef>
                        <a:spcAft>
                          <a:spcPts val="0"/>
                        </a:spcAft>
                      </a:pPr>
                      <a:r>
                        <a:rPr lang="en-US" sz="1600" b="1" dirty="0">
                          <a:solidFill>
                            <a:schemeClr val="bg1"/>
                          </a:solidFill>
                          <a:effectLst/>
                          <a:latin typeface="Consolas" panose="020B0609020204030204" pitchFamily="49" charset="0"/>
                          <a:cs typeface="Consolas" panose="020B0609020204030204" pitchFamily="49" charset="0"/>
                        </a:rPr>
                        <a:t>Calle</a:t>
                      </a:r>
                      <a:r>
                        <a:rPr lang="en-US" altLang="zh-CN" sz="1600" b="1" dirty="0">
                          <a:solidFill>
                            <a:schemeClr val="bg1"/>
                          </a:solidFill>
                          <a:effectLst/>
                          <a:latin typeface="Consolas" panose="020B0609020204030204" pitchFamily="49" charset="0"/>
                          <a:cs typeface="Consolas" panose="020B0609020204030204" pitchFamily="49" charset="0"/>
                        </a:rPr>
                        <a:t>e</a:t>
                      </a:r>
                      <a:r>
                        <a:rPr lang="en-US" sz="1600" b="1" dirty="0">
                          <a:solidFill>
                            <a:schemeClr val="bg1"/>
                          </a:solidFill>
                          <a:effectLst/>
                          <a:latin typeface="Consolas" panose="020B0609020204030204" pitchFamily="49" charset="0"/>
                          <a:cs typeface="Consolas" panose="020B0609020204030204" pitchFamily="49" charset="0"/>
                        </a:rPr>
                        <a:t> Program</a:t>
                      </a:r>
                      <a:endParaRPr lang="en-US" sz="1600" b="1" dirty="0">
                        <a:solidFill>
                          <a:schemeClr val="bg1"/>
                        </a:solidFill>
                        <a:effectLst/>
                        <a:latin typeface="Consolas" panose="020B0609020204030204" pitchFamily="49" charset="0"/>
                        <a:ea typeface="宋体"/>
                        <a:cs typeface="Consolas" panose="020B0609020204030204" pitchFamily="49" charset="0"/>
                      </a:endParaRPr>
                    </a:p>
                  </a:txBody>
                  <a:tcPr marL="68580" marR="68580" marT="0" marB="0">
                    <a:solidFill>
                      <a:schemeClr val="accent1"/>
                    </a:solidFill>
                  </a:tcPr>
                </a:tc>
                <a:extLst>
                  <a:ext uri="{0D108BD9-81ED-4DB2-BD59-A6C34878D82A}">
                    <a16:rowId xmlns:a16="http://schemas.microsoft.com/office/drawing/2014/main" val="10000"/>
                  </a:ext>
                </a:extLst>
              </a:tr>
              <a:tr h="1544076">
                <a:tc>
                  <a:txBody>
                    <a:bodyPr/>
                    <a:lstStyle/>
                    <a:p>
                      <a:r>
                        <a:rPr kumimoji="0" lang="en-US" sz="1400" b="0" i="0" kern="1200" dirty="0">
                          <a:solidFill>
                            <a:schemeClr val="tx1"/>
                          </a:solidFill>
                          <a:effectLst/>
                          <a:latin typeface="Consolas" panose="020B0609020204030204" pitchFamily="49" charset="0"/>
                          <a:ea typeface="+mn-ea"/>
                          <a:cs typeface="+mn-cs"/>
                        </a:rPr>
                        <a:t>int </a:t>
                      </a:r>
                      <a:r>
                        <a:rPr kumimoji="0" lang="en-US" sz="1400" b="0" i="0" kern="1200" dirty="0" err="1">
                          <a:solidFill>
                            <a:schemeClr val="tx1"/>
                          </a:solidFill>
                          <a:effectLst/>
                          <a:latin typeface="Consolas" panose="020B0609020204030204" pitchFamily="49" charset="0"/>
                          <a:ea typeface="+mn-ea"/>
                          <a:cs typeface="+mn-cs"/>
                        </a:rPr>
                        <a:t>toLower</a:t>
                      </a:r>
                      <a:r>
                        <a:rPr kumimoji="0" lang="en-US" sz="1400" b="0" i="0" kern="1200" dirty="0">
                          <a:solidFill>
                            <a:schemeClr val="tx1"/>
                          </a:solidFill>
                          <a:effectLst/>
                          <a:latin typeface="Consolas" panose="020B0609020204030204" pitchFamily="49" charset="0"/>
                          <a:ea typeface="+mn-ea"/>
                          <a:cs typeface="+mn-cs"/>
                        </a:rPr>
                        <a:t> (int c)</a:t>
                      </a:r>
                    </a:p>
                    <a:p>
                      <a:r>
                        <a:rPr kumimoji="0" lang="en-US" sz="1400" b="0" i="0" kern="1200" dirty="0">
                          <a:solidFill>
                            <a:schemeClr val="tx1"/>
                          </a:solidFill>
                          <a:effectLst/>
                          <a:latin typeface="Consolas" panose="020B0609020204030204" pitchFamily="49" charset="0"/>
                          <a:ea typeface="+mn-ea"/>
                          <a:cs typeface="+mn-cs"/>
                        </a:rPr>
                        <a:t>{</a:t>
                      </a:r>
                    </a:p>
                    <a:p>
                      <a:r>
                        <a:rPr kumimoji="0" lang="en-US" sz="1400" b="0" i="0" kern="1200" dirty="0">
                          <a:solidFill>
                            <a:schemeClr val="tx1"/>
                          </a:solidFill>
                          <a:effectLst/>
                          <a:latin typeface="Consolas" panose="020B0609020204030204" pitchFamily="49" charset="0"/>
                          <a:ea typeface="+mn-ea"/>
                          <a:cs typeface="+mn-cs"/>
                        </a:rPr>
                        <a:t>  if (c &gt;= 'A' &amp;&amp; c &lt;= 'Z')</a:t>
                      </a: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400" b="0" i="0" kern="1200" dirty="0">
                          <a:solidFill>
                            <a:schemeClr val="tx1"/>
                          </a:solidFill>
                          <a:effectLst/>
                          <a:latin typeface="Consolas" panose="020B0609020204030204" pitchFamily="49" charset="0"/>
                          <a:ea typeface="+mn-ea"/>
                          <a:cs typeface="+mn-cs"/>
                        </a:rPr>
                        <a:t>     c += 32;  </a:t>
                      </a:r>
                      <a:r>
                        <a:rPr kumimoji="0" lang="en-US" sz="1400" b="0" i="1" kern="1200" dirty="0">
                          <a:solidFill>
                            <a:schemeClr val="tx1"/>
                          </a:solidFill>
                          <a:effectLst/>
                          <a:latin typeface="Consolas" panose="020B0609020204030204" pitchFamily="49" charset="0"/>
                          <a:ea typeface="+mn-ea"/>
                          <a:cs typeface="+mn-cs"/>
                        </a:rPr>
                        <a:t>/*</a:t>
                      </a:r>
                      <a:r>
                        <a:rPr kumimoji="0" lang="en-US" sz="1400" b="0" i="0" kern="1200" dirty="0">
                          <a:solidFill>
                            <a:schemeClr val="tx1"/>
                          </a:solidFill>
                          <a:effectLst/>
                          <a:latin typeface="Consolas" panose="020B0609020204030204" pitchFamily="49" charset="0"/>
                          <a:ea typeface="+mn-ea"/>
                          <a:cs typeface="+mn-cs"/>
                        </a:rPr>
                        <a:t>'a' - ‘A’ = 32 </a:t>
                      </a:r>
                      <a:r>
                        <a:rPr kumimoji="0" lang="en-US" sz="1400" b="0" i="1" kern="1200" dirty="0">
                          <a:solidFill>
                            <a:schemeClr val="tx1"/>
                          </a:solidFill>
                          <a:effectLst/>
                          <a:latin typeface="Consolas" panose="020B0609020204030204" pitchFamily="49" charset="0"/>
                          <a:ea typeface="+mn-ea"/>
                          <a:cs typeface="+mn-cs"/>
                        </a:rPr>
                        <a:t>*/</a:t>
                      </a:r>
                      <a:endParaRPr kumimoji="0" lang="en-US" sz="1400" b="0" i="0" kern="1200" dirty="0">
                        <a:solidFill>
                          <a:schemeClr val="tx1"/>
                        </a:solidFill>
                        <a:effectLst/>
                        <a:latin typeface="Consolas" panose="020B0609020204030204" pitchFamily="49" charset="0"/>
                        <a:ea typeface="+mn-ea"/>
                        <a:cs typeface="+mn-cs"/>
                      </a:endParaRPr>
                    </a:p>
                    <a:p>
                      <a:endParaRPr kumimoji="0" lang="en-US" sz="1400" b="0" i="0" kern="1200" dirty="0">
                        <a:solidFill>
                          <a:schemeClr val="tx1"/>
                        </a:solidFill>
                        <a:effectLst/>
                        <a:latin typeface="Consolas" panose="020B0609020204030204" pitchFamily="49" charset="0"/>
                        <a:ea typeface="+mn-ea"/>
                        <a:cs typeface="+mn-cs"/>
                      </a:endParaRPr>
                    </a:p>
                    <a:p>
                      <a:r>
                        <a:rPr kumimoji="0" lang="en-US" sz="1400" b="0" i="0" kern="1200" dirty="0">
                          <a:solidFill>
                            <a:schemeClr val="tx1"/>
                          </a:solidFill>
                          <a:effectLst/>
                          <a:latin typeface="Consolas" panose="020B0609020204030204" pitchFamily="49" charset="0"/>
                          <a:ea typeface="+mn-ea"/>
                          <a:cs typeface="+mn-cs"/>
                        </a:rPr>
                        <a:t>  return c;</a:t>
                      </a:r>
                    </a:p>
                    <a:p>
                      <a:r>
                        <a:rPr kumimoji="0" lang="en-US" sz="1400" b="0" i="0" kern="1200" dirty="0">
                          <a:solidFill>
                            <a:schemeClr val="tx1"/>
                          </a:solidFill>
                          <a:effectLst/>
                          <a:latin typeface="Consolas" panose="020B0609020204030204" pitchFamily="49" charset="0"/>
                          <a:ea typeface="+mn-ea"/>
                          <a:cs typeface="+mn-cs"/>
                        </a:rPr>
                        <a:t>}</a:t>
                      </a:r>
                    </a:p>
                  </a:txBody>
                  <a:tcPr marL="68580" marR="68580" marT="0" marB="0"/>
                </a:tc>
                <a:extLst>
                  <a:ext uri="{0D108BD9-81ED-4DB2-BD59-A6C34878D82A}">
                    <a16:rowId xmlns:a16="http://schemas.microsoft.com/office/drawing/2014/main" val="10001"/>
                  </a:ext>
                </a:extLst>
              </a:tr>
            </a:tbl>
          </a:graphicData>
        </a:graphic>
      </p:graphicFrame>
      <p:sp>
        <p:nvSpPr>
          <p:cNvPr id="7" name="Content Placeholder 3">
            <a:extLst>
              <a:ext uri="{FF2B5EF4-FFF2-40B4-BE49-F238E27FC236}">
                <a16:creationId xmlns:a16="http://schemas.microsoft.com/office/drawing/2014/main" id="{A8877E1E-4738-45CE-9CC3-2C75B88FD72F}"/>
              </a:ext>
            </a:extLst>
          </p:cNvPr>
          <p:cNvSpPr>
            <a:spLocks noGrp="1"/>
          </p:cNvSpPr>
          <p:nvPr>
            <p:ph sz="quarter" idx="1"/>
          </p:nvPr>
        </p:nvSpPr>
        <p:spPr>
          <a:xfrm>
            <a:off x="5029200" y="1125794"/>
            <a:ext cx="3581400" cy="1115961"/>
          </a:xfrm>
        </p:spPr>
        <p:txBody>
          <a:bodyPr>
            <a:normAutofit fontScale="85000" lnSpcReduction="10000"/>
          </a:bodyPr>
          <a:lstStyle/>
          <a:p>
            <a:r>
              <a:rPr lang="en-US" sz="2000" dirty="0"/>
              <a:t>Consider the following C program that converts all ASCII letters to lower case. Write the </a:t>
            </a:r>
            <a:r>
              <a:rPr lang="en-US" sz="2000" dirty="0" err="1"/>
              <a:t>toLower</a:t>
            </a:r>
            <a:r>
              <a:rPr lang="en-US" sz="2000" dirty="0"/>
              <a:t> function in ARMv7 assembly code.</a:t>
            </a:r>
          </a:p>
        </p:txBody>
      </p:sp>
      <p:graphicFrame>
        <p:nvGraphicFramePr>
          <p:cNvPr id="8" name="Table 7">
            <a:extLst>
              <a:ext uri="{FF2B5EF4-FFF2-40B4-BE49-F238E27FC236}">
                <a16:creationId xmlns:a16="http://schemas.microsoft.com/office/drawing/2014/main" id="{AA01F272-373C-24EF-CF3E-2DDED1980174}"/>
              </a:ext>
            </a:extLst>
          </p:cNvPr>
          <p:cNvGraphicFramePr>
            <a:graphicFrameLocks noGrp="1"/>
          </p:cNvGraphicFramePr>
          <p:nvPr>
            <p:extLst>
              <p:ext uri="{D42A27DB-BD31-4B8C-83A1-F6EECF244321}">
                <p14:modId xmlns:p14="http://schemas.microsoft.com/office/powerpoint/2010/main" val="918362635"/>
              </p:ext>
            </p:extLst>
          </p:nvPr>
        </p:nvGraphicFramePr>
        <p:xfrm>
          <a:off x="5139813" y="4030356"/>
          <a:ext cx="3657600" cy="2049421"/>
        </p:xfrm>
        <a:graphic>
          <a:graphicData uri="http://schemas.openxmlformats.org/drawingml/2006/table">
            <a:tbl>
              <a:tblPr firstRow="1" firstCol="1" bandRow="1">
                <a:tableStyleId>{5940675A-B579-460E-94D1-54222C63F5DA}</a:tableStyleId>
              </a:tblPr>
              <a:tblGrid>
                <a:gridCol w="3657600">
                  <a:extLst>
                    <a:ext uri="{9D8B030D-6E8A-4147-A177-3AD203B41FA5}">
                      <a16:colId xmlns:a16="http://schemas.microsoft.com/office/drawing/2014/main" val="20000"/>
                    </a:ext>
                  </a:extLst>
                </a:gridCol>
              </a:tblGrid>
              <a:tr h="175619">
                <a:tc>
                  <a:txBody>
                    <a:bodyPr/>
                    <a:lstStyle/>
                    <a:p>
                      <a:pPr marL="0" marR="0" algn="just">
                        <a:spcBef>
                          <a:spcPts val="0"/>
                        </a:spcBef>
                        <a:spcAft>
                          <a:spcPts val="0"/>
                        </a:spcAft>
                      </a:pPr>
                      <a:r>
                        <a:rPr lang="en-US" sz="1600" b="1" dirty="0">
                          <a:solidFill>
                            <a:schemeClr val="bg1"/>
                          </a:solidFill>
                          <a:effectLst/>
                          <a:latin typeface="Consolas" panose="020B0609020204030204" pitchFamily="49" charset="0"/>
                          <a:cs typeface="Consolas" panose="020B0609020204030204" pitchFamily="49" charset="0"/>
                        </a:rPr>
                        <a:t>Calle</a:t>
                      </a:r>
                      <a:r>
                        <a:rPr lang="en-US" altLang="zh-CN" sz="1600" b="1" dirty="0">
                          <a:solidFill>
                            <a:schemeClr val="bg1"/>
                          </a:solidFill>
                          <a:effectLst/>
                          <a:latin typeface="Consolas" panose="020B0609020204030204" pitchFamily="49" charset="0"/>
                          <a:cs typeface="Consolas" panose="020B0609020204030204" pitchFamily="49" charset="0"/>
                        </a:rPr>
                        <a:t>e</a:t>
                      </a:r>
                      <a:r>
                        <a:rPr lang="en-US" sz="1600" b="1" dirty="0">
                          <a:solidFill>
                            <a:schemeClr val="bg1"/>
                          </a:solidFill>
                          <a:effectLst/>
                          <a:latin typeface="Consolas" panose="020B0609020204030204" pitchFamily="49" charset="0"/>
                          <a:cs typeface="Consolas" panose="020B0609020204030204" pitchFamily="49" charset="0"/>
                        </a:rPr>
                        <a:t> Program Assembly</a:t>
                      </a:r>
                      <a:endParaRPr lang="en-US" sz="1600" b="1" dirty="0">
                        <a:solidFill>
                          <a:schemeClr val="bg1"/>
                        </a:solidFill>
                        <a:effectLst/>
                        <a:latin typeface="Consolas" panose="020B0609020204030204" pitchFamily="49" charset="0"/>
                        <a:ea typeface="宋体"/>
                        <a:cs typeface="Consolas" panose="020B0609020204030204" pitchFamily="49" charset="0"/>
                      </a:endParaRPr>
                    </a:p>
                  </a:txBody>
                  <a:tcPr marL="68580" marR="68580" marT="0" marB="0">
                    <a:solidFill>
                      <a:schemeClr val="accent1"/>
                    </a:solidFill>
                  </a:tcPr>
                </a:tc>
                <a:extLst>
                  <a:ext uri="{0D108BD9-81ED-4DB2-BD59-A6C34878D82A}">
                    <a16:rowId xmlns:a16="http://schemas.microsoft.com/office/drawing/2014/main" val="10000"/>
                  </a:ext>
                </a:extLst>
              </a:tr>
              <a:tr h="1805581">
                <a:tc>
                  <a:txBody>
                    <a:bodyPr/>
                    <a:lstStyle/>
                    <a:p>
                      <a:r>
                        <a:rPr kumimoji="0" lang="en-US" sz="1400" b="0" i="0" kern="1200" dirty="0">
                          <a:solidFill>
                            <a:schemeClr val="tx1"/>
                          </a:solidFill>
                          <a:effectLst/>
                          <a:latin typeface="Consolas" panose="020B0609020204030204" pitchFamily="49" charset="0"/>
                          <a:ea typeface="+mn-ea"/>
                          <a:cs typeface="+mn-cs"/>
                        </a:rPr>
                        <a:t>    .text</a:t>
                      </a:r>
                    </a:p>
                    <a:p>
                      <a:r>
                        <a:rPr kumimoji="0" lang="en-US" sz="1400" b="0" i="0" kern="1200" dirty="0">
                          <a:solidFill>
                            <a:schemeClr val="tx1"/>
                          </a:solidFill>
                          <a:effectLst/>
                          <a:latin typeface="Consolas" panose="020B0609020204030204" pitchFamily="49" charset="0"/>
                          <a:ea typeface="+mn-ea"/>
                          <a:cs typeface="+mn-cs"/>
                        </a:rPr>
                        <a:t>    .global </a:t>
                      </a:r>
                      <a:r>
                        <a:rPr kumimoji="0" lang="en-US" sz="1400" b="0" i="0" kern="1200" dirty="0" err="1">
                          <a:solidFill>
                            <a:schemeClr val="tx1"/>
                          </a:solidFill>
                          <a:effectLst/>
                          <a:latin typeface="Consolas" panose="020B0609020204030204" pitchFamily="49" charset="0"/>
                          <a:ea typeface="+mn-ea"/>
                          <a:cs typeface="+mn-cs"/>
                        </a:rPr>
                        <a:t>toLower</a:t>
                      </a:r>
                      <a:endParaRPr kumimoji="0" lang="en-US" sz="1400" b="0" i="0" kern="1200" dirty="0">
                        <a:solidFill>
                          <a:schemeClr val="tx1"/>
                        </a:solidFill>
                        <a:effectLst/>
                        <a:latin typeface="Consolas" panose="020B0609020204030204" pitchFamily="49" charset="0"/>
                        <a:ea typeface="+mn-ea"/>
                        <a:cs typeface="+mn-cs"/>
                      </a:endParaRPr>
                    </a:p>
                    <a:p>
                      <a:r>
                        <a:rPr kumimoji="0" lang="en-US" sz="1400" b="0" i="0" kern="1200" dirty="0" err="1">
                          <a:solidFill>
                            <a:schemeClr val="tx1"/>
                          </a:solidFill>
                          <a:effectLst/>
                          <a:latin typeface="Consolas" panose="020B0609020204030204" pitchFamily="49" charset="0"/>
                          <a:ea typeface="+mn-ea"/>
                          <a:cs typeface="+mn-cs"/>
                        </a:rPr>
                        <a:t>toLower</a:t>
                      </a:r>
                      <a:r>
                        <a:rPr kumimoji="0" lang="en-US" sz="1400" b="0" i="0" kern="1200" dirty="0">
                          <a:solidFill>
                            <a:schemeClr val="tx1"/>
                          </a:solidFill>
                          <a:effectLst/>
                          <a:latin typeface="Consolas" panose="020B0609020204030204" pitchFamily="49" charset="0"/>
                          <a:ea typeface="+mn-ea"/>
                          <a:cs typeface="+mn-cs"/>
                        </a:rPr>
                        <a:t>:</a:t>
                      </a:r>
                    </a:p>
                  </a:txBody>
                  <a:tcPr marL="68580" marR="68580" marT="0" marB="0"/>
                </a:tc>
                <a:extLst>
                  <a:ext uri="{0D108BD9-81ED-4DB2-BD59-A6C34878D82A}">
                    <a16:rowId xmlns:a16="http://schemas.microsoft.com/office/drawing/2014/main" val="10001"/>
                  </a:ext>
                </a:extLst>
              </a:tr>
            </a:tbl>
          </a:graphicData>
        </a:graphic>
      </p:graphicFrame>
    </p:spTree>
    <p:extLst>
      <p:ext uri="{BB962C8B-B14F-4D97-AF65-F5344CB8AC3E}">
        <p14:creationId xmlns:p14="http://schemas.microsoft.com/office/powerpoint/2010/main" val="4018749421"/>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5A11246-2B88-B4D4-DF6F-83B838798BE8}"/>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25E58B75-95E0-2541-7E04-055CF0C60C5B}"/>
              </a:ext>
            </a:extLst>
          </p:cNvPr>
          <p:cNvSpPr>
            <a:spLocks noGrp="1"/>
          </p:cNvSpPr>
          <p:nvPr>
            <p:ph type="title"/>
          </p:nvPr>
        </p:nvSpPr>
        <p:spPr/>
        <p:txBody>
          <a:bodyPr/>
          <a:lstStyle/>
          <a:p>
            <a:r>
              <a:rPr lang="en-US" dirty="0" err="1"/>
              <a:t>toLower</a:t>
            </a:r>
            <a:r>
              <a:rPr lang="en-US" dirty="0"/>
              <a:t> ANS</a:t>
            </a:r>
          </a:p>
        </p:txBody>
      </p:sp>
      <p:sp>
        <p:nvSpPr>
          <p:cNvPr id="3" name="Slide Number Placeholder 2">
            <a:extLst>
              <a:ext uri="{FF2B5EF4-FFF2-40B4-BE49-F238E27FC236}">
                <a16:creationId xmlns:a16="http://schemas.microsoft.com/office/drawing/2014/main" id="{2055FFEA-1824-B30B-B2F0-65F1865F3262}"/>
              </a:ext>
            </a:extLst>
          </p:cNvPr>
          <p:cNvSpPr>
            <a:spLocks noGrp="1"/>
          </p:cNvSpPr>
          <p:nvPr>
            <p:ph type="sldNum" sz="quarter" idx="12"/>
          </p:nvPr>
        </p:nvSpPr>
        <p:spPr/>
        <p:txBody>
          <a:bodyPr/>
          <a:lstStyle/>
          <a:p>
            <a:fld id="{EA7C8D44-3667-46F6-9772-CC52308E2A7F}" type="slidenum">
              <a:rPr kumimoji="0" lang="en-US" smtClean="0"/>
              <a:pPr/>
              <a:t>24</a:t>
            </a:fld>
            <a:endParaRPr kumimoji="0" lang="en-US" dirty="0"/>
          </a:p>
        </p:txBody>
      </p:sp>
      <p:graphicFrame>
        <p:nvGraphicFramePr>
          <p:cNvPr id="6" name="Table 5">
            <a:extLst>
              <a:ext uri="{FF2B5EF4-FFF2-40B4-BE49-F238E27FC236}">
                <a16:creationId xmlns:a16="http://schemas.microsoft.com/office/drawing/2014/main" id="{CC203EDA-BA4D-8B0A-42B8-FE11C464F19D}"/>
              </a:ext>
            </a:extLst>
          </p:cNvPr>
          <p:cNvGraphicFramePr>
            <a:graphicFrameLocks noGrp="1"/>
          </p:cNvGraphicFramePr>
          <p:nvPr>
            <p:extLst>
              <p:ext uri="{D42A27DB-BD31-4B8C-83A1-F6EECF244321}">
                <p14:modId xmlns:p14="http://schemas.microsoft.com/office/powerpoint/2010/main" val="4043798945"/>
              </p:ext>
            </p:extLst>
          </p:nvPr>
        </p:nvGraphicFramePr>
        <p:xfrm>
          <a:off x="457200" y="1219200"/>
          <a:ext cx="3657600" cy="1787916"/>
        </p:xfrm>
        <a:graphic>
          <a:graphicData uri="http://schemas.openxmlformats.org/drawingml/2006/table">
            <a:tbl>
              <a:tblPr firstRow="1" firstCol="1" bandRow="1">
                <a:tableStyleId>{5940675A-B579-460E-94D1-54222C63F5DA}</a:tableStyleId>
              </a:tblPr>
              <a:tblGrid>
                <a:gridCol w="3657600">
                  <a:extLst>
                    <a:ext uri="{9D8B030D-6E8A-4147-A177-3AD203B41FA5}">
                      <a16:colId xmlns:a16="http://schemas.microsoft.com/office/drawing/2014/main" val="20000"/>
                    </a:ext>
                  </a:extLst>
                </a:gridCol>
              </a:tblGrid>
              <a:tr h="208524">
                <a:tc>
                  <a:txBody>
                    <a:bodyPr/>
                    <a:lstStyle/>
                    <a:p>
                      <a:pPr marL="0" marR="0" algn="just">
                        <a:spcBef>
                          <a:spcPts val="0"/>
                        </a:spcBef>
                        <a:spcAft>
                          <a:spcPts val="0"/>
                        </a:spcAft>
                      </a:pPr>
                      <a:r>
                        <a:rPr lang="en-US" sz="1600" b="1">
                          <a:solidFill>
                            <a:schemeClr val="bg1"/>
                          </a:solidFill>
                          <a:effectLst/>
                          <a:latin typeface="Consolas" panose="020B0609020204030204" pitchFamily="49" charset="0"/>
                          <a:cs typeface="Consolas" panose="020B0609020204030204" pitchFamily="49" charset="0"/>
                        </a:rPr>
                        <a:t>Calle</a:t>
                      </a:r>
                      <a:r>
                        <a:rPr lang="en-US" altLang="zh-CN" sz="1600" b="1">
                          <a:solidFill>
                            <a:schemeClr val="bg1"/>
                          </a:solidFill>
                          <a:effectLst/>
                          <a:latin typeface="Consolas" panose="020B0609020204030204" pitchFamily="49" charset="0"/>
                          <a:cs typeface="Consolas" panose="020B0609020204030204" pitchFamily="49" charset="0"/>
                        </a:rPr>
                        <a:t>e</a:t>
                      </a:r>
                      <a:r>
                        <a:rPr lang="en-US" sz="1600" b="1">
                          <a:solidFill>
                            <a:schemeClr val="bg1"/>
                          </a:solidFill>
                          <a:effectLst/>
                          <a:latin typeface="Consolas" panose="020B0609020204030204" pitchFamily="49" charset="0"/>
                          <a:cs typeface="Consolas" panose="020B0609020204030204" pitchFamily="49" charset="0"/>
                        </a:rPr>
                        <a:t> Program</a:t>
                      </a:r>
                      <a:endParaRPr lang="en-US" sz="1600" b="1" dirty="0">
                        <a:solidFill>
                          <a:schemeClr val="bg1"/>
                        </a:solidFill>
                        <a:effectLst/>
                        <a:latin typeface="Consolas" panose="020B0609020204030204" pitchFamily="49" charset="0"/>
                        <a:ea typeface="宋体"/>
                        <a:cs typeface="Consolas" panose="020B0609020204030204" pitchFamily="49" charset="0"/>
                      </a:endParaRPr>
                    </a:p>
                  </a:txBody>
                  <a:tcPr marL="68580" marR="68580" marT="0" marB="0">
                    <a:solidFill>
                      <a:schemeClr val="accent1"/>
                    </a:solidFill>
                  </a:tcPr>
                </a:tc>
                <a:extLst>
                  <a:ext uri="{0D108BD9-81ED-4DB2-BD59-A6C34878D82A}">
                    <a16:rowId xmlns:a16="http://schemas.microsoft.com/office/drawing/2014/main" val="10000"/>
                  </a:ext>
                </a:extLst>
              </a:tr>
              <a:tr h="1544076">
                <a:tc>
                  <a:txBody>
                    <a:bodyPr/>
                    <a:lstStyle/>
                    <a:p>
                      <a:r>
                        <a:rPr kumimoji="0" lang="en-US" sz="1400" b="0" i="0" kern="1200" dirty="0">
                          <a:solidFill>
                            <a:schemeClr val="tx1"/>
                          </a:solidFill>
                          <a:effectLst/>
                          <a:latin typeface="Consolas" panose="020B0609020204030204" pitchFamily="49" charset="0"/>
                          <a:ea typeface="+mn-ea"/>
                          <a:cs typeface="+mn-cs"/>
                        </a:rPr>
                        <a:t>int </a:t>
                      </a:r>
                      <a:r>
                        <a:rPr kumimoji="0" lang="en-US" sz="1400" b="0" i="0" kern="1200" dirty="0" err="1">
                          <a:solidFill>
                            <a:schemeClr val="tx1"/>
                          </a:solidFill>
                          <a:effectLst/>
                          <a:latin typeface="Consolas" panose="020B0609020204030204" pitchFamily="49" charset="0"/>
                          <a:ea typeface="+mn-ea"/>
                          <a:cs typeface="+mn-cs"/>
                        </a:rPr>
                        <a:t>toLower</a:t>
                      </a:r>
                      <a:r>
                        <a:rPr kumimoji="0" lang="en-US" sz="1400" b="0" i="0" kern="1200" dirty="0">
                          <a:solidFill>
                            <a:schemeClr val="tx1"/>
                          </a:solidFill>
                          <a:effectLst/>
                          <a:latin typeface="Consolas" panose="020B0609020204030204" pitchFamily="49" charset="0"/>
                          <a:ea typeface="+mn-ea"/>
                          <a:cs typeface="+mn-cs"/>
                        </a:rPr>
                        <a:t> (int c)</a:t>
                      </a:r>
                    </a:p>
                    <a:p>
                      <a:r>
                        <a:rPr kumimoji="0" lang="en-US" sz="1400" b="0" i="0" kern="1200" dirty="0">
                          <a:solidFill>
                            <a:schemeClr val="tx1"/>
                          </a:solidFill>
                          <a:effectLst/>
                          <a:latin typeface="Consolas" panose="020B0609020204030204" pitchFamily="49" charset="0"/>
                          <a:ea typeface="+mn-ea"/>
                          <a:cs typeface="+mn-cs"/>
                        </a:rPr>
                        <a:t>{</a:t>
                      </a:r>
                    </a:p>
                    <a:p>
                      <a:r>
                        <a:rPr kumimoji="0" lang="en-US" sz="1400" b="0" i="0" kern="1200" dirty="0">
                          <a:solidFill>
                            <a:schemeClr val="tx1"/>
                          </a:solidFill>
                          <a:effectLst/>
                          <a:latin typeface="Consolas" panose="020B0609020204030204" pitchFamily="49" charset="0"/>
                          <a:ea typeface="+mn-ea"/>
                          <a:cs typeface="+mn-cs"/>
                        </a:rPr>
                        <a:t>  if (c &gt;= 'A' &amp;&amp; c &lt;= 'Z')</a:t>
                      </a:r>
                    </a:p>
                    <a:p>
                      <a:r>
                        <a:rPr kumimoji="0" lang="en-US" sz="1400" b="0" i="0" kern="1200" dirty="0">
                          <a:solidFill>
                            <a:schemeClr val="tx1"/>
                          </a:solidFill>
                          <a:effectLst/>
                          <a:latin typeface="Consolas" panose="020B0609020204030204" pitchFamily="49" charset="0"/>
                          <a:ea typeface="+mn-ea"/>
                          <a:cs typeface="+mn-cs"/>
                        </a:rPr>
                        <a:t>     c += 32;</a:t>
                      </a:r>
                    </a:p>
                    <a:p>
                      <a:endParaRPr kumimoji="0" lang="en-US" sz="1400" b="0" i="0" kern="1200" dirty="0">
                        <a:solidFill>
                          <a:schemeClr val="tx1"/>
                        </a:solidFill>
                        <a:effectLst/>
                        <a:latin typeface="Consolas" panose="020B0609020204030204" pitchFamily="49" charset="0"/>
                        <a:ea typeface="+mn-ea"/>
                        <a:cs typeface="+mn-cs"/>
                      </a:endParaRPr>
                    </a:p>
                    <a:p>
                      <a:r>
                        <a:rPr kumimoji="0" lang="en-US" sz="1400" b="0" i="0" kern="1200" dirty="0">
                          <a:solidFill>
                            <a:schemeClr val="tx1"/>
                          </a:solidFill>
                          <a:effectLst/>
                          <a:latin typeface="Consolas" panose="020B0609020204030204" pitchFamily="49" charset="0"/>
                          <a:ea typeface="+mn-ea"/>
                          <a:cs typeface="+mn-cs"/>
                        </a:rPr>
                        <a:t>  return c;</a:t>
                      </a:r>
                    </a:p>
                    <a:p>
                      <a:r>
                        <a:rPr kumimoji="0" lang="en-US" sz="1400" b="0" i="0" kern="1200" dirty="0">
                          <a:solidFill>
                            <a:schemeClr val="tx1"/>
                          </a:solidFill>
                          <a:effectLst/>
                          <a:latin typeface="Consolas" panose="020B0609020204030204" pitchFamily="49" charset="0"/>
                          <a:ea typeface="+mn-ea"/>
                          <a:cs typeface="+mn-cs"/>
                        </a:rPr>
                        <a:t>}</a:t>
                      </a:r>
                    </a:p>
                  </a:txBody>
                  <a:tcPr marL="68580" marR="68580" marT="0" marB="0"/>
                </a:tc>
                <a:extLst>
                  <a:ext uri="{0D108BD9-81ED-4DB2-BD59-A6C34878D82A}">
                    <a16:rowId xmlns:a16="http://schemas.microsoft.com/office/drawing/2014/main" val="10001"/>
                  </a:ext>
                </a:extLst>
              </a:tr>
            </a:tbl>
          </a:graphicData>
        </a:graphic>
      </p:graphicFrame>
      <p:graphicFrame>
        <p:nvGraphicFramePr>
          <p:cNvPr id="4" name="Table 3">
            <a:extLst>
              <a:ext uri="{FF2B5EF4-FFF2-40B4-BE49-F238E27FC236}">
                <a16:creationId xmlns:a16="http://schemas.microsoft.com/office/drawing/2014/main" id="{058C7988-0F62-036F-DDF3-1121F4620528}"/>
              </a:ext>
            </a:extLst>
          </p:cNvPr>
          <p:cNvGraphicFramePr>
            <a:graphicFrameLocks noGrp="1"/>
          </p:cNvGraphicFramePr>
          <p:nvPr>
            <p:extLst>
              <p:ext uri="{D42A27DB-BD31-4B8C-83A1-F6EECF244321}">
                <p14:modId xmlns:p14="http://schemas.microsoft.com/office/powerpoint/2010/main" val="1881646543"/>
              </p:ext>
            </p:extLst>
          </p:nvPr>
        </p:nvGraphicFramePr>
        <p:xfrm>
          <a:off x="459658" y="3112813"/>
          <a:ext cx="6474542" cy="2590800"/>
        </p:xfrm>
        <a:graphic>
          <a:graphicData uri="http://schemas.openxmlformats.org/drawingml/2006/table">
            <a:tbl>
              <a:tblPr firstRow="1" firstCol="1" bandRow="1">
                <a:tableStyleId>{5940675A-B579-460E-94D1-54222C63F5DA}</a:tableStyleId>
              </a:tblPr>
              <a:tblGrid>
                <a:gridCol w="6474542">
                  <a:extLst>
                    <a:ext uri="{9D8B030D-6E8A-4147-A177-3AD203B41FA5}">
                      <a16:colId xmlns:a16="http://schemas.microsoft.com/office/drawing/2014/main" val="20000"/>
                    </a:ext>
                  </a:extLst>
                </a:gridCol>
              </a:tblGrid>
              <a:tr h="175619">
                <a:tc>
                  <a:txBody>
                    <a:bodyPr/>
                    <a:lstStyle/>
                    <a:p>
                      <a:pPr marL="0" marR="0" algn="just">
                        <a:spcBef>
                          <a:spcPts val="0"/>
                        </a:spcBef>
                        <a:spcAft>
                          <a:spcPts val="0"/>
                        </a:spcAft>
                      </a:pPr>
                      <a:r>
                        <a:rPr lang="en-US" sz="1600" b="1" dirty="0">
                          <a:solidFill>
                            <a:schemeClr val="bg1"/>
                          </a:solidFill>
                          <a:effectLst/>
                          <a:latin typeface="Consolas" panose="020B0609020204030204" pitchFamily="49" charset="0"/>
                          <a:cs typeface="Consolas" panose="020B0609020204030204" pitchFamily="49" charset="0"/>
                        </a:rPr>
                        <a:t>Calle</a:t>
                      </a:r>
                      <a:r>
                        <a:rPr lang="en-US" altLang="zh-CN" sz="1600" b="1" dirty="0">
                          <a:solidFill>
                            <a:schemeClr val="bg1"/>
                          </a:solidFill>
                          <a:effectLst/>
                          <a:latin typeface="Consolas" panose="020B0609020204030204" pitchFamily="49" charset="0"/>
                          <a:cs typeface="Consolas" panose="020B0609020204030204" pitchFamily="49" charset="0"/>
                        </a:rPr>
                        <a:t>e</a:t>
                      </a:r>
                      <a:r>
                        <a:rPr lang="en-US" sz="1600" b="1" dirty="0">
                          <a:solidFill>
                            <a:schemeClr val="bg1"/>
                          </a:solidFill>
                          <a:effectLst/>
                          <a:latin typeface="Consolas" panose="020B0609020204030204" pitchFamily="49" charset="0"/>
                          <a:cs typeface="Consolas" panose="020B0609020204030204" pitchFamily="49" charset="0"/>
                        </a:rPr>
                        <a:t> Program Assembly</a:t>
                      </a:r>
                      <a:endParaRPr lang="en-US" sz="1600" b="1" dirty="0">
                        <a:solidFill>
                          <a:schemeClr val="bg1"/>
                        </a:solidFill>
                        <a:effectLst/>
                        <a:latin typeface="Consolas" panose="020B0609020204030204" pitchFamily="49" charset="0"/>
                        <a:ea typeface="宋体"/>
                        <a:cs typeface="Consolas" panose="020B0609020204030204" pitchFamily="49" charset="0"/>
                      </a:endParaRPr>
                    </a:p>
                  </a:txBody>
                  <a:tcPr marL="68580" marR="68580" marT="0" marB="0">
                    <a:solidFill>
                      <a:schemeClr val="accent1"/>
                    </a:solidFill>
                  </a:tcPr>
                </a:tc>
                <a:extLst>
                  <a:ext uri="{0D108BD9-81ED-4DB2-BD59-A6C34878D82A}">
                    <a16:rowId xmlns:a16="http://schemas.microsoft.com/office/drawing/2014/main" val="10000"/>
                  </a:ext>
                </a:extLst>
              </a:tr>
              <a:tr h="1805581">
                <a:tc>
                  <a:txBody>
                    <a:bodyPr/>
                    <a:lstStyle/>
                    <a:p>
                      <a:r>
                        <a:rPr kumimoji="0" lang="en-US" sz="1400" b="0" i="0" kern="1200" dirty="0">
                          <a:solidFill>
                            <a:schemeClr val="tx1"/>
                          </a:solidFill>
                          <a:effectLst/>
                          <a:latin typeface="Consolas" panose="020B0609020204030204" pitchFamily="49" charset="0"/>
                          <a:ea typeface="+mn-ea"/>
                          <a:cs typeface="+mn-cs"/>
                        </a:rPr>
                        <a:t> .text</a:t>
                      </a:r>
                    </a:p>
                    <a:p>
                      <a:r>
                        <a:rPr kumimoji="0" lang="en-US" sz="1400" b="0" i="0" kern="1200" dirty="0">
                          <a:solidFill>
                            <a:schemeClr val="tx1"/>
                          </a:solidFill>
                          <a:effectLst/>
                          <a:latin typeface="Consolas" panose="020B0609020204030204" pitchFamily="49" charset="0"/>
                          <a:ea typeface="+mn-ea"/>
                          <a:cs typeface="+mn-cs"/>
                        </a:rPr>
                        <a:t>    .global </a:t>
                      </a:r>
                      <a:r>
                        <a:rPr kumimoji="0" lang="en-US" sz="1400" b="0" i="0" kern="1200" dirty="0" err="1">
                          <a:solidFill>
                            <a:schemeClr val="tx1"/>
                          </a:solidFill>
                          <a:effectLst/>
                          <a:latin typeface="Consolas" panose="020B0609020204030204" pitchFamily="49" charset="0"/>
                          <a:ea typeface="+mn-ea"/>
                          <a:cs typeface="+mn-cs"/>
                        </a:rPr>
                        <a:t>toLower</a:t>
                      </a:r>
                      <a:endParaRPr kumimoji="0" lang="en-US" sz="1400" b="0" i="0" kern="1200" dirty="0">
                        <a:solidFill>
                          <a:schemeClr val="tx1"/>
                        </a:solidFill>
                        <a:effectLst/>
                        <a:latin typeface="Consolas" panose="020B0609020204030204" pitchFamily="49" charset="0"/>
                        <a:ea typeface="+mn-ea"/>
                        <a:cs typeface="+mn-cs"/>
                      </a:endParaRPr>
                    </a:p>
                    <a:p>
                      <a:r>
                        <a:rPr kumimoji="0" lang="en-US" sz="1400" b="0" i="0" kern="1200" dirty="0" err="1">
                          <a:solidFill>
                            <a:schemeClr val="tx1"/>
                          </a:solidFill>
                          <a:effectLst/>
                          <a:latin typeface="Consolas" panose="020B0609020204030204" pitchFamily="49" charset="0"/>
                          <a:ea typeface="+mn-ea"/>
                          <a:cs typeface="+mn-cs"/>
                        </a:rPr>
                        <a:t>toLower</a:t>
                      </a:r>
                      <a:r>
                        <a:rPr kumimoji="0" lang="en-US" sz="1400" b="0" i="0" kern="1200" dirty="0">
                          <a:solidFill>
                            <a:schemeClr val="tx1"/>
                          </a:solidFill>
                          <a:effectLst/>
                          <a:latin typeface="Consolas" panose="020B0609020204030204" pitchFamily="49" charset="0"/>
                          <a:ea typeface="+mn-ea"/>
                          <a:cs typeface="+mn-cs"/>
                        </a:rPr>
                        <a:t>: </a:t>
                      </a:r>
                    </a:p>
                    <a:p>
                      <a:r>
                        <a:rPr kumimoji="0" lang="en-US" sz="1400" b="0" i="0" kern="1200" dirty="0">
                          <a:solidFill>
                            <a:schemeClr val="tx1"/>
                          </a:solidFill>
                          <a:effectLst/>
                          <a:latin typeface="Consolas" panose="020B0609020204030204" pitchFamily="49" charset="0"/>
                          <a:ea typeface="+mn-ea"/>
                          <a:cs typeface="+mn-cs"/>
                        </a:rPr>
                        <a:t>    </a:t>
                      </a:r>
                      <a:r>
                        <a:rPr kumimoji="0" lang="en-US" sz="1400" b="0" i="0" kern="1200" dirty="0" err="1">
                          <a:solidFill>
                            <a:schemeClr val="tx1"/>
                          </a:solidFill>
                          <a:effectLst/>
                          <a:latin typeface="Consolas" panose="020B0609020204030204" pitchFamily="49" charset="0"/>
                          <a:ea typeface="+mn-ea"/>
                          <a:cs typeface="+mn-cs"/>
                        </a:rPr>
                        <a:t>cmp</a:t>
                      </a:r>
                      <a:r>
                        <a:rPr kumimoji="0" lang="en-US" sz="1400" b="0" i="0" kern="1200" dirty="0">
                          <a:solidFill>
                            <a:schemeClr val="tx1"/>
                          </a:solidFill>
                          <a:effectLst/>
                          <a:latin typeface="Consolas" panose="020B0609020204030204" pitchFamily="49" charset="0"/>
                          <a:ea typeface="+mn-ea"/>
                          <a:cs typeface="+mn-cs"/>
                        </a:rPr>
                        <a:t>     r0, #'A'                @ if c &lt; 'A' -&gt; </a:t>
                      </a:r>
                      <a:r>
                        <a:rPr kumimoji="0" lang="en-US" sz="1400" b="0" i="0" kern="1200" dirty="0" err="1">
                          <a:solidFill>
                            <a:schemeClr val="tx1"/>
                          </a:solidFill>
                          <a:effectLst/>
                          <a:latin typeface="Consolas" panose="020B0609020204030204" pitchFamily="49" charset="0"/>
                          <a:ea typeface="+mn-ea"/>
                          <a:cs typeface="+mn-cs"/>
                        </a:rPr>
                        <a:t>skip_adjust</a:t>
                      </a:r>
                      <a:endParaRPr kumimoji="0" lang="en-US" sz="1400" b="0" i="0" kern="1200" dirty="0">
                        <a:solidFill>
                          <a:schemeClr val="tx1"/>
                        </a:solidFill>
                        <a:effectLst/>
                        <a:latin typeface="Consolas" panose="020B0609020204030204" pitchFamily="49" charset="0"/>
                        <a:ea typeface="+mn-ea"/>
                        <a:cs typeface="+mn-cs"/>
                      </a:endParaRPr>
                    </a:p>
                    <a:p>
                      <a:r>
                        <a:rPr kumimoji="0" lang="en-US" sz="1400" b="0" i="0" kern="1200" dirty="0">
                          <a:solidFill>
                            <a:schemeClr val="tx1"/>
                          </a:solidFill>
                          <a:effectLst/>
                          <a:latin typeface="Consolas" panose="020B0609020204030204" pitchFamily="49" charset="0"/>
                          <a:ea typeface="+mn-ea"/>
                          <a:cs typeface="+mn-cs"/>
                        </a:rPr>
                        <a:t>    </a:t>
                      </a:r>
                      <a:r>
                        <a:rPr kumimoji="0" lang="en-US" sz="1400" b="0" i="0" kern="1200" dirty="0" err="1">
                          <a:solidFill>
                            <a:schemeClr val="tx1"/>
                          </a:solidFill>
                          <a:effectLst/>
                          <a:latin typeface="Consolas" panose="020B0609020204030204" pitchFamily="49" charset="0"/>
                          <a:ea typeface="+mn-ea"/>
                          <a:cs typeface="+mn-cs"/>
                        </a:rPr>
                        <a:t>blt</a:t>
                      </a:r>
                      <a:r>
                        <a:rPr kumimoji="0" lang="en-US" sz="1400" b="0" i="0" kern="1200" dirty="0">
                          <a:solidFill>
                            <a:schemeClr val="tx1"/>
                          </a:solidFill>
                          <a:effectLst/>
                          <a:latin typeface="Consolas" panose="020B0609020204030204" pitchFamily="49" charset="0"/>
                          <a:ea typeface="+mn-ea"/>
                          <a:cs typeface="+mn-cs"/>
                        </a:rPr>
                        <a:t>     </a:t>
                      </a:r>
                      <a:r>
                        <a:rPr kumimoji="0" lang="en-US" sz="1400" b="0" i="0" kern="1200" dirty="0" err="1">
                          <a:solidFill>
                            <a:schemeClr val="tx1"/>
                          </a:solidFill>
                          <a:effectLst/>
                          <a:latin typeface="Consolas" panose="020B0609020204030204" pitchFamily="49" charset="0"/>
                          <a:ea typeface="+mn-ea"/>
                          <a:cs typeface="+mn-cs"/>
                        </a:rPr>
                        <a:t>skip_adjust</a:t>
                      </a:r>
                      <a:endParaRPr kumimoji="0" lang="en-US" sz="1400" b="0" i="0" kern="1200" dirty="0">
                        <a:solidFill>
                          <a:schemeClr val="tx1"/>
                        </a:solidFill>
                        <a:effectLst/>
                        <a:latin typeface="Consolas" panose="020B0609020204030204" pitchFamily="49" charset="0"/>
                        <a:ea typeface="+mn-ea"/>
                        <a:cs typeface="+mn-cs"/>
                      </a:endParaRPr>
                    </a:p>
                    <a:p>
                      <a:r>
                        <a:rPr kumimoji="0" lang="en-US" sz="1400" b="0" i="0" kern="1200" dirty="0">
                          <a:solidFill>
                            <a:schemeClr val="tx1"/>
                          </a:solidFill>
                          <a:effectLst/>
                          <a:latin typeface="Consolas" panose="020B0609020204030204" pitchFamily="49" charset="0"/>
                          <a:ea typeface="+mn-ea"/>
                          <a:cs typeface="+mn-cs"/>
                        </a:rPr>
                        <a:t>    </a:t>
                      </a:r>
                      <a:r>
                        <a:rPr kumimoji="0" lang="en-US" sz="1400" b="0" i="0" kern="1200" dirty="0" err="1">
                          <a:solidFill>
                            <a:schemeClr val="tx1"/>
                          </a:solidFill>
                          <a:effectLst/>
                          <a:latin typeface="Consolas" panose="020B0609020204030204" pitchFamily="49" charset="0"/>
                          <a:ea typeface="+mn-ea"/>
                          <a:cs typeface="+mn-cs"/>
                        </a:rPr>
                        <a:t>cmp</a:t>
                      </a:r>
                      <a:r>
                        <a:rPr kumimoji="0" lang="en-US" sz="1400" b="0" i="0" kern="1200" dirty="0">
                          <a:solidFill>
                            <a:schemeClr val="tx1"/>
                          </a:solidFill>
                          <a:effectLst/>
                          <a:latin typeface="Consolas" panose="020B0609020204030204" pitchFamily="49" charset="0"/>
                          <a:ea typeface="+mn-ea"/>
                          <a:cs typeface="+mn-cs"/>
                        </a:rPr>
                        <a:t>     r0, #'Z'                @ if c &gt; 'Z' -&gt; </a:t>
                      </a:r>
                      <a:r>
                        <a:rPr kumimoji="0" lang="en-US" sz="1400" b="0" i="0" kern="1200" dirty="0" err="1">
                          <a:solidFill>
                            <a:schemeClr val="tx1"/>
                          </a:solidFill>
                          <a:effectLst/>
                          <a:latin typeface="Consolas" panose="020B0609020204030204" pitchFamily="49" charset="0"/>
                          <a:ea typeface="+mn-ea"/>
                          <a:cs typeface="+mn-cs"/>
                        </a:rPr>
                        <a:t>skip_adjust</a:t>
                      </a:r>
                      <a:endParaRPr kumimoji="0" lang="en-US" sz="1400" b="0" i="0" kern="1200" dirty="0">
                        <a:solidFill>
                          <a:schemeClr val="tx1"/>
                        </a:solidFill>
                        <a:effectLst/>
                        <a:latin typeface="Consolas" panose="020B0609020204030204" pitchFamily="49" charset="0"/>
                        <a:ea typeface="+mn-ea"/>
                        <a:cs typeface="+mn-cs"/>
                      </a:endParaRPr>
                    </a:p>
                    <a:p>
                      <a:r>
                        <a:rPr kumimoji="0" lang="en-US" sz="1400" b="0" i="0" kern="1200" dirty="0">
                          <a:solidFill>
                            <a:schemeClr val="tx1"/>
                          </a:solidFill>
                          <a:effectLst/>
                          <a:latin typeface="Consolas" panose="020B0609020204030204" pitchFamily="49" charset="0"/>
                          <a:ea typeface="+mn-ea"/>
                          <a:cs typeface="+mn-cs"/>
                        </a:rPr>
                        <a:t>    </a:t>
                      </a:r>
                      <a:r>
                        <a:rPr kumimoji="0" lang="en-US" sz="1400" b="0" i="0" kern="1200" dirty="0" err="1">
                          <a:solidFill>
                            <a:schemeClr val="tx1"/>
                          </a:solidFill>
                          <a:effectLst/>
                          <a:latin typeface="Consolas" panose="020B0609020204030204" pitchFamily="49" charset="0"/>
                          <a:ea typeface="+mn-ea"/>
                          <a:cs typeface="+mn-cs"/>
                        </a:rPr>
                        <a:t>bgt</a:t>
                      </a:r>
                      <a:r>
                        <a:rPr kumimoji="0" lang="en-US" sz="1400" b="0" i="0" kern="1200" dirty="0">
                          <a:solidFill>
                            <a:schemeClr val="tx1"/>
                          </a:solidFill>
                          <a:effectLst/>
                          <a:latin typeface="Consolas" panose="020B0609020204030204" pitchFamily="49" charset="0"/>
                          <a:ea typeface="+mn-ea"/>
                          <a:cs typeface="+mn-cs"/>
                        </a:rPr>
                        <a:t>     </a:t>
                      </a:r>
                      <a:r>
                        <a:rPr kumimoji="0" lang="en-US" sz="1400" b="0" i="0" kern="1200" dirty="0" err="1">
                          <a:solidFill>
                            <a:schemeClr val="tx1"/>
                          </a:solidFill>
                          <a:effectLst/>
                          <a:latin typeface="Consolas" panose="020B0609020204030204" pitchFamily="49" charset="0"/>
                          <a:ea typeface="+mn-ea"/>
                          <a:cs typeface="+mn-cs"/>
                        </a:rPr>
                        <a:t>skip_adjust</a:t>
                      </a:r>
                      <a:endParaRPr kumimoji="0" lang="en-US" sz="1400" b="0" i="0" kern="1200" dirty="0">
                        <a:solidFill>
                          <a:schemeClr val="tx1"/>
                        </a:solidFill>
                        <a:effectLst/>
                        <a:latin typeface="Consolas" panose="020B0609020204030204" pitchFamily="49" charset="0"/>
                        <a:ea typeface="+mn-ea"/>
                        <a:cs typeface="+mn-cs"/>
                      </a:endParaRPr>
                    </a:p>
                    <a:p>
                      <a:r>
                        <a:rPr kumimoji="0" lang="en-US" sz="1400" b="0" i="0" kern="1200" dirty="0">
                          <a:solidFill>
                            <a:schemeClr val="tx1"/>
                          </a:solidFill>
                          <a:effectLst/>
                          <a:latin typeface="Consolas" panose="020B0609020204030204" pitchFamily="49" charset="0"/>
                          <a:ea typeface="+mn-ea"/>
                          <a:cs typeface="+mn-cs"/>
                        </a:rPr>
                        <a:t>    add     r0, r0, #32             @ c += 32 = 'a' - 'A'</a:t>
                      </a:r>
                    </a:p>
                    <a:p>
                      <a:endParaRPr kumimoji="0" lang="en-US" sz="1400" b="0" i="0" kern="1200" dirty="0">
                        <a:solidFill>
                          <a:schemeClr val="tx1"/>
                        </a:solidFill>
                        <a:effectLst/>
                        <a:latin typeface="Consolas" panose="020B0609020204030204" pitchFamily="49" charset="0"/>
                        <a:ea typeface="+mn-ea"/>
                        <a:cs typeface="+mn-cs"/>
                      </a:endParaRPr>
                    </a:p>
                    <a:p>
                      <a:r>
                        <a:rPr kumimoji="0" lang="en-US" sz="1400" b="0" i="0" kern="1200" dirty="0" err="1">
                          <a:solidFill>
                            <a:schemeClr val="tx1"/>
                          </a:solidFill>
                          <a:effectLst/>
                          <a:latin typeface="Consolas" panose="020B0609020204030204" pitchFamily="49" charset="0"/>
                          <a:ea typeface="+mn-ea"/>
                          <a:cs typeface="+mn-cs"/>
                        </a:rPr>
                        <a:t>skip_adjust</a:t>
                      </a:r>
                      <a:r>
                        <a:rPr kumimoji="0" lang="en-US" sz="1400" b="0" i="0" kern="1200" dirty="0">
                          <a:solidFill>
                            <a:schemeClr val="tx1"/>
                          </a:solidFill>
                          <a:effectLst/>
                          <a:latin typeface="Consolas" panose="020B0609020204030204" pitchFamily="49" charset="0"/>
                          <a:ea typeface="+mn-ea"/>
                          <a:cs typeface="+mn-cs"/>
                        </a:rPr>
                        <a:t>:</a:t>
                      </a:r>
                    </a:p>
                    <a:p>
                      <a:r>
                        <a:rPr kumimoji="0" lang="en-US" sz="1400" b="0" i="0" kern="1200" dirty="0">
                          <a:solidFill>
                            <a:schemeClr val="tx1"/>
                          </a:solidFill>
                          <a:effectLst/>
                          <a:latin typeface="Consolas" panose="020B0609020204030204" pitchFamily="49" charset="0"/>
                          <a:ea typeface="+mn-ea"/>
                          <a:cs typeface="+mn-cs"/>
                        </a:rPr>
                        <a:t>    bx      </a:t>
                      </a:r>
                      <a:r>
                        <a:rPr kumimoji="0" lang="en-US" sz="1400" b="0" i="0" kern="1200" dirty="0" err="1">
                          <a:solidFill>
                            <a:schemeClr val="tx1"/>
                          </a:solidFill>
                          <a:effectLst/>
                          <a:latin typeface="Consolas" panose="020B0609020204030204" pitchFamily="49" charset="0"/>
                          <a:ea typeface="+mn-ea"/>
                          <a:cs typeface="+mn-cs"/>
                        </a:rPr>
                        <a:t>lr</a:t>
                      </a:r>
                      <a:endParaRPr kumimoji="0" lang="en-US" sz="1400" b="0" i="0" kern="1200" dirty="0">
                        <a:solidFill>
                          <a:schemeClr val="tx1"/>
                        </a:solidFill>
                        <a:effectLst/>
                        <a:latin typeface="Consolas" panose="020B0609020204030204" pitchFamily="49" charset="0"/>
                        <a:ea typeface="+mn-ea"/>
                        <a:cs typeface="+mn-cs"/>
                      </a:endParaRPr>
                    </a:p>
                  </a:txBody>
                  <a:tcPr marL="68580" marR="68580" marT="0" marB="0"/>
                </a:tc>
                <a:extLst>
                  <a:ext uri="{0D108BD9-81ED-4DB2-BD59-A6C34878D82A}">
                    <a16:rowId xmlns:a16="http://schemas.microsoft.com/office/drawing/2014/main" val="10001"/>
                  </a:ext>
                </a:extLst>
              </a:tr>
            </a:tbl>
          </a:graphicData>
        </a:graphic>
      </p:graphicFrame>
    </p:spTree>
    <p:extLst>
      <p:ext uri="{BB962C8B-B14F-4D97-AF65-F5344CB8AC3E}">
        <p14:creationId xmlns:p14="http://schemas.microsoft.com/office/powerpoint/2010/main" val="623618619"/>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D6E065B-6E1F-B821-412C-FD0AA6D6FFAC}"/>
              </a:ext>
            </a:extLst>
          </p:cNvPr>
          <p:cNvSpPr>
            <a:spLocks noGrp="1"/>
          </p:cNvSpPr>
          <p:nvPr>
            <p:ph type="title"/>
          </p:nvPr>
        </p:nvSpPr>
        <p:spPr/>
        <p:txBody>
          <a:bodyPr/>
          <a:lstStyle/>
          <a:p>
            <a:pPr algn="ctr"/>
            <a:r>
              <a:rPr lang="en-US" dirty="0">
                <a:solidFill>
                  <a:srgbClr val="C00000"/>
                </a:solidFill>
              </a:rPr>
              <a:t>Separator Page</a:t>
            </a:r>
          </a:p>
        </p:txBody>
      </p:sp>
      <p:sp>
        <p:nvSpPr>
          <p:cNvPr id="3" name="Slide Number Placeholder 2">
            <a:extLst>
              <a:ext uri="{FF2B5EF4-FFF2-40B4-BE49-F238E27FC236}">
                <a16:creationId xmlns:a16="http://schemas.microsoft.com/office/drawing/2014/main" id="{AD736B6C-17FB-16E1-408B-AB3C19FF2650}"/>
              </a:ext>
            </a:extLst>
          </p:cNvPr>
          <p:cNvSpPr>
            <a:spLocks noGrp="1"/>
          </p:cNvSpPr>
          <p:nvPr>
            <p:ph type="sldNum" sz="quarter" idx="12"/>
          </p:nvPr>
        </p:nvSpPr>
        <p:spPr/>
        <p:txBody>
          <a:bodyPr/>
          <a:lstStyle/>
          <a:p>
            <a:fld id="{EA7C8D44-3667-46F6-9772-CC52308E2A7F}" type="slidenum">
              <a:rPr kumimoji="0" lang="en-US" smtClean="0"/>
              <a:pPr/>
              <a:t>25</a:t>
            </a:fld>
            <a:endParaRPr kumimoji="0" lang="en-US" dirty="0"/>
          </a:p>
        </p:txBody>
      </p:sp>
      <p:sp>
        <p:nvSpPr>
          <p:cNvPr id="4" name="Content Placeholder 3">
            <a:extLst>
              <a:ext uri="{FF2B5EF4-FFF2-40B4-BE49-F238E27FC236}">
                <a16:creationId xmlns:a16="http://schemas.microsoft.com/office/drawing/2014/main" id="{0C9C6FA3-D066-E5DA-E405-23B7F5B00998}"/>
              </a:ext>
            </a:extLst>
          </p:cNvPr>
          <p:cNvSpPr>
            <a:spLocks noGrp="1"/>
          </p:cNvSpPr>
          <p:nvPr>
            <p:ph sz="quarter" idx="1"/>
          </p:nvPr>
        </p:nvSpPr>
        <p:spPr/>
        <p:txBody>
          <a:bodyPr>
            <a:normAutofit/>
          </a:bodyPr>
          <a:lstStyle/>
          <a:p>
            <a:r>
              <a:rPr lang="en-US" altLang="zh-CN" sz="4000" dirty="0">
                <a:solidFill>
                  <a:srgbClr val="C00000"/>
                </a:solidFill>
              </a:rPr>
              <a:t>The following slides will not be covered in the exam</a:t>
            </a:r>
            <a:endParaRPr lang="en-US" sz="4000" dirty="0">
              <a:solidFill>
                <a:srgbClr val="C00000"/>
              </a:solidFill>
            </a:endParaRPr>
          </a:p>
        </p:txBody>
      </p:sp>
    </p:spTree>
    <p:extLst>
      <p:ext uri="{BB962C8B-B14F-4D97-AF65-F5344CB8AC3E}">
        <p14:creationId xmlns:p14="http://schemas.microsoft.com/office/powerpoint/2010/main" val="780454370"/>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40EADDE-B5E4-F571-7D39-10F7E6EFD50E}"/>
              </a:ext>
            </a:extLst>
          </p:cNvPr>
          <p:cNvSpPr>
            <a:spLocks noGrp="1"/>
          </p:cNvSpPr>
          <p:nvPr>
            <p:ph type="title"/>
          </p:nvPr>
        </p:nvSpPr>
        <p:spPr/>
        <p:txBody>
          <a:bodyPr/>
          <a:lstStyle/>
          <a:p>
            <a:r>
              <a:rPr lang="en-US" dirty="0"/>
              <a:t>If Then Else</a:t>
            </a:r>
          </a:p>
        </p:txBody>
      </p:sp>
      <p:sp>
        <p:nvSpPr>
          <p:cNvPr id="3" name="Slide Number Placeholder 2">
            <a:extLst>
              <a:ext uri="{FF2B5EF4-FFF2-40B4-BE49-F238E27FC236}">
                <a16:creationId xmlns:a16="http://schemas.microsoft.com/office/drawing/2014/main" id="{F09614DF-7D37-017A-6AE1-CB37C3AAF956}"/>
              </a:ext>
            </a:extLst>
          </p:cNvPr>
          <p:cNvSpPr>
            <a:spLocks noGrp="1"/>
          </p:cNvSpPr>
          <p:nvPr>
            <p:ph type="sldNum" sz="quarter" idx="12"/>
          </p:nvPr>
        </p:nvSpPr>
        <p:spPr/>
        <p:txBody>
          <a:bodyPr/>
          <a:lstStyle/>
          <a:p>
            <a:fld id="{EA7C8D44-3667-46F6-9772-CC52308E2A7F}" type="slidenum">
              <a:rPr kumimoji="0" lang="en-US" smtClean="0"/>
              <a:pPr/>
              <a:t>26</a:t>
            </a:fld>
            <a:endParaRPr kumimoji="0" lang="en-US" dirty="0"/>
          </a:p>
        </p:txBody>
      </p:sp>
      <p:sp>
        <p:nvSpPr>
          <p:cNvPr id="4" name="Content Placeholder 3">
            <a:extLst>
              <a:ext uri="{FF2B5EF4-FFF2-40B4-BE49-F238E27FC236}">
                <a16:creationId xmlns:a16="http://schemas.microsoft.com/office/drawing/2014/main" id="{86CB5709-ADC9-6526-7743-1565742B86E0}"/>
              </a:ext>
            </a:extLst>
          </p:cNvPr>
          <p:cNvSpPr>
            <a:spLocks noGrp="1"/>
          </p:cNvSpPr>
          <p:nvPr>
            <p:ph sz="quarter" idx="1"/>
          </p:nvPr>
        </p:nvSpPr>
        <p:spPr/>
        <p:txBody>
          <a:bodyPr>
            <a:normAutofit/>
          </a:bodyPr>
          <a:lstStyle/>
          <a:p>
            <a:r>
              <a:rPr lang="en-US" dirty="0"/>
              <a:t>Translate the following program into ARMv7 assembly. </a:t>
            </a:r>
          </a:p>
          <a:p>
            <a:endParaRPr lang="en-US" dirty="0"/>
          </a:p>
        </p:txBody>
      </p:sp>
      <p:graphicFrame>
        <p:nvGraphicFramePr>
          <p:cNvPr id="5" name="Table 4">
            <a:extLst>
              <a:ext uri="{FF2B5EF4-FFF2-40B4-BE49-F238E27FC236}">
                <a16:creationId xmlns:a16="http://schemas.microsoft.com/office/drawing/2014/main" id="{D029E53D-EF51-C81E-B5A8-ACE61F697AF7}"/>
              </a:ext>
            </a:extLst>
          </p:cNvPr>
          <p:cNvGraphicFramePr>
            <a:graphicFrameLocks noGrp="1"/>
          </p:cNvGraphicFramePr>
          <p:nvPr>
            <p:extLst>
              <p:ext uri="{D42A27DB-BD31-4B8C-83A1-F6EECF244321}">
                <p14:modId xmlns:p14="http://schemas.microsoft.com/office/powerpoint/2010/main" val="112046773"/>
              </p:ext>
            </p:extLst>
          </p:nvPr>
        </p:nvGraphicFramePr>
        <p:xfrm>
          <a:off x="1295400" y="2438400"/>
          <a:ext cx="6400800" cy="1706880"/>
        </p:xfrm>
        <a:graphic>
          <a:graphicData uri="http://schemas.openxmlformats.org/drawingml/2006/table">
            <a:tbl>
              <a:tblPr firstRow="1" firstCol="1" bandRow="1">
                <a:tableStyleId>{5940675A-B579-460E-94D1-54222C63F5DA}</a:tableStyleId>
              </a:tblPr>
              <a:tblGrid>
                <a:gridCol w="3200400">
                  <a:extLst>
                    <a:ext uri="{9D8B030D-6E8A-4147-A177-3AD203B41FA5}">
                      <a16:colId xmlns:a16="http://schemas.microsoft.com/office/drawing/2014/main" val="2763064386"/>
                    </a:ext>
                  </a:extLst>
                </a:gridCol>
                <a:gridCol w="3200400">
                  <a:extLst>
                    <a:ext uri="{9D8B030D-6E8A-4147-A177-3AD203B41FA5}">
                      <a16:colId xmlns:a16="http://schemas.microsoft.com/office/drawing/2014/main" val="717490994"/>
                    </a:ext>
                  </a:extLst>
                </a:gridCol>
              </a:tblGrid>
              <a:tr h="197961">
                <a:tc>
                  <a:txBody>
                    <a:bodyPr/>
                    <a:lstStyle/>
                    <a:p>
                      <a:pPr marL="0" marR="0" algn="just">
                        <a:spcBef>
                          <a:spcPts val="0"/>
                        </a:spcBef>
                        <a:spcAft>
                          <a:spcPts val="0"/>
                        </a:spcAft>
                      </a:pPr>
                      <a:r>
                        <a:rPr lang="en-US" sz="1400" b="1" dirty="0">
                          <a:solidFill>
                            <a:schemeClr val="bg1"/>
                          </a:solidFill>
                          <a:effectLst/>
                          <a:latin typeface="Consolas" panose="020B0609020204030204" pitchFamily="49" charset="0"/>
                          <a:ea typeface="宋体"/>
                          <a:cs typeface="Consolas" panose="020B0609020204030204" pitchFamily="49" charset="0"/>
                        </a:rPr>
                        <a:t>C Program </a:t>
                      </a:r>
                    </a:p>
                  </a:txBody>
                  <a:tcPr marL="68580" marR="68580" marT="0" marB="0">
                    <a:solidFill>
                      <a:schemeClr val="accent1"/>
                    </a:solidFill>
                  </a:tcPr>
                </a:tc>
                <a:tc>
                  <a:txBody>
                    <a:bodyPr/>
                    <a:lstStyle/>
                    <a:p>
                      <a:pPr marL="0" marR="0" algn="just">
                        <a:spcBef>
                          <a:spcPts val="0"/>
                        </a:spcBef>
                        <a:spcAft>
                          <a:spcPts val="0"/>
                        </a:spcAft>
                      </a:pPr>
                      <a:r>
                        <a:rPr lang="en-US" sz="1400" b="1" dirty="0">
                          <a:solidFill>
                            <a:schemeClr val="bg1"/>
                          </a:solidFill>
                          <a:effectLst/>
                          <a:latin typeface="Consolas" panose="020B0609020204030204" pitchFamily="49" charset="0"/>
                          <a:cs typeface="Consolas" panose="020B0609020204030204" pitchFamily="49" charset="0"/>
                        </a:rPr>
                        <a:t>Assembly Program</a:t>
                      </a:r>
                      <a:endParaRPr lang="en-US" sz="1400" b="1" dirty="0">
                        <a:solidFill>
                          <a:schemeClr val="bg1"/>
                        </a:solidFill>
                        <a:effectLst/>
                        <a:latin typeface="Consolas" panose="020B0609020204030204" pitchFamily="49" charset="0"/>
                        <a:ea typeface="宋体"/>
                        <a:cs typeface="Consolas" panose="020B0609020204030204" pitchFamily="49" charset="0"/>
                      </a:endParaRPr>
                    </a:p>
                  </a:txBody>
                  <a:tcPr marL="68580" marR="68580" marT="0" marB="0">
                    <a:solidFill>
                      <a:schemeClr val="accent1"/>
                    </a:solidFill>
                  </a:tcPr>
                </a:tc>
                <a:extLst>
                  <a:ext uri="{0D108BD9-81ED-4DB2-BD59-A6C34878D82A}">
                    <a16:rowId xmlns:a16="http://schemas.microsoft.com/office/drawing/2014/main" val="499141511"/>
                  </a:ext>
                </a:extLst>
              </a:tr>
              <a:tr h="1385729">
                <a:tc>
                  <a:txBody>
                    <a:bodyPr/>
                    <a:lstStyle/>
                    <a:p>
                      <a:r>
                        <a:rPr lang="en-US" sz="1400" dirty="0"/>
                        <a:t>int foo(int x, int y) {</a:t>
                      </a:r>
                    </a:p>
                    <a:p>
                      <a:r>
                        <a:rPr lang="en-US" sz="1400" dirty="0"/>
                        <a:t>if (</a:t>
                      </a:r>
                      <a:r>
                        <a:rPr lang="en-US" sz="1400" dirty="0" err="1"/>
                        <a:t>x+y</a:t>
                      </a:r>
                      <a:r>
                        <a:rPr lang="en-US" sz="1400" dirty="0"/>
                        <a:t> &lt; 0) </a:t>
                      </a:r>
                    </a:p>
                    <a:p>
                      <a:r>
                        <a:rPr lang="en-US" sz="1400" dirty="0"/>
                        <a:t>  return 0;</a:t>
                      </a:r>
                    </a:p>
                    <a:p>
                      <a:r>
                        <a:rPr lang="en-US" sz="1400" dirty="0"/>
                        <a:t>else </a:t>
                      </a:r>
                    </a:p>
                    <a:p>
                      <a:r>
                        <a:rPr lang="en-US" sz="1400" dirty="0"/>
                        <a:t>  return 1;</a:t>
                      </a:r>
                    </a:p>
                    <a:p>
                      <a:r>
                        <a:rPr lang="en-US" sz="1400" dirty="0"/>
                        <a:t>}</a:t>
                      </a:r>
                    </a:p>
                    <a:p>
                      <a:endParaRPr lang="en-US" sz="1400" dirty="0"/>
                    </a:p>
                  </a:txBody>
                  <a:tcPr marL="68580" marR="68580" marT="0" marB="0"/>
                </a:tc>
                <a:tc>
                  <a:txBody>
                    <a:bodyPr/>
                    <a:lstStyle/>
                    <a:p>
                      <a:r>
                        <a:rPr lang="en-US" sz="1400" dirty="0"/>
                        <a:t>@ int foo(int x, int y) - returns 0 if (</a:t>
                      </a:r>
                      <a:r>
                        <a:rPr lang="en-US" sz="1400" dirty="0" err="1"/>
                        <a:t>x+y</a:t>
                      </a:r>
                      <a:r>
                        <a:rPr lang="en-US" sz="1400" dirty="0"/>
                        <a:t>) &lt; 0, else 1</a:t>
                      </a:r>
                    </a:p>
                    <a:p>
                      <a:r>
                        <a:rPr lang="en-US" sz="1400" dirty="0"/>
                        <a:t>@ x in r0, y in r1, return in r0</a:t>
                      </a:r>
                    </a:p>
                    <a:p>
                      <a:r>
                        <a:rPr lang="en-US" sz="1400" dirty="0"/>
                        <a:t>foo:</a:t>
                      </a:r>
                    </a:p>
                    <a:p>
                      <a:r>
                        <a:rPr lang="en-US" sz="1400" dirty="0"/>
                        <a:t>  …</a:t>
                      </a:r>
                    </a:p>
                    <a:p>
                      <a:r>
                        <a:rPr lang="en-US" sz="1400" dirty="0"/>
                        <a:t>  BX </a:t>
                      </a:r>
                      <a:r>
                        <a:rPr lang="en-US" sz="1400" dirty="0" err="1"/>
                        <a:t>lr</a:t>
                      </a:r>
                      <a:endParaRPr lang="en-US" sz="1400" dirty="0"/>
                    </a:p>
                  </a:txBody>
                  <a:tcPr marL="68580" marR="68580" marT="0" marB="0"/>
                </a:tc>
                <a:extLst>
                  <a:ext uri="{0D108BD9-81ED-4DB2-BD59-A6C34878D82A}">
                    <a16:rowId xmlns:a16="http://schemas.microsoft.com/office/drawing/2014/main" val="3148403928"/>
                  </a:ext>
                </a:extLst>
              </a:tr>
            </a:tbl>
          </a:graphicData>
        </a:graphic>
      </p:graphicFrame>
    </p:spTree>
    <p:extLst>
      <p:ext uri="{BB962C8B-B14F-4D97-AF65-F5344CB8AC3E}">
        <p14:creationId xmlns:p14="http://schemas.microsoft.com/office/powerpoint/2010/main" val="1767069891"/>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94D12DC-0F10-83D1-ABB7-CBAA3C868C79}"/>
              </a:ext>
            </a:extLst>
          </p:cNvPr>
          <p:cNvSpPr>
            <a:spLocks noGrp="1"/>
          </p:cNvSpPr>
          <p:nvPr>
            <p:ph type="title"/>
          </p:nvPr>
        </p:nvSpPr>
        <p:spPr>
          <a:xfrm>
            <a:off x="457200" y="135890"/>
            <a:ext cx="8229600" cy="924027"/>
          </a:xfrm>
        </p:spPr>
        <p:txBody>
          <a:bodyPr>
            <a:normAutofit/>
          </a:bodyPr>
          <a:lstStyle/>
          <a:p>
            <a:r>
              <a:rPr lang="en-US" dirty="0"/>
              <a:t>If Then Else ANS</a:t>
            </a:r>
          </a:p>
        </p:txBody>
      </p:sp>
      <p:sp>
        <p:nvSpPr>
          <p:cNvPr id="3" name="Slide Number Placeholder 2">
            <a:extLst>
              <a:ext uri="{FF2B5EF4-FFF2-40B4-BE49-F238E27FC236}">
                <a16:creationId xmlns:a16="http://schemas.microsoft.com/office/drawing/2014/main" id="{15F21901-5D89-CA2E-1399-0FE05B68EBA5}"/>
              </a:ext>
            </a:extLst>
          </p:cNvPr>
          <p:cNvSpPr>
            <a:spLocks noGrp="1"/>
          </p:cNvSpPr>
          <p:nvPr>
            <p:ph type="sldNum" sz="quarter" idx="12"/>
          </p:nvPr>
        </p:nvSpPr>
        <p:spPr/>
        <p:txBody>
          <a:bodyPr/>
          <a:lstStyle/>
          <a:p>
            <a:fld id="{EA7C8D44-3667-46F6-9772-CC52308E2A7F}" type="slidenum">
              <a:rPr kumimoji="0" lang="en-US" smtClean="0"/>
              <a:pPr/>
              <a:t>27</a:t>
            </a:fld>
            <a:endParaRPr kumimoji="0" lang="en-US" dirty="0"/>
          </a:p>
        </p:txBody>
      </p:sp>
      <p:graphicFrame>
        <p:nvGraphicFramePr>
          <p:cNvPr id="5" name="Table 4">
            <a:extLst>
              <a:ext uri="{FF2B5EF4-FFF2-40B4-BE49-F238E27FC236}">
                <a16:creationId xmlns:a16="http://schemas.microsoft.com/office/drawing/2014/main" id="{93A61E9E-B8DB-6D7F-89B8-C01FADC19FE2}"/>
              </a:ext>
            </a:extLst>
          </p:cNvPr>
          <p:cNvGraphicFramePr>
            <a:graphicFrameLocks noGrp="1"/>
          </p:cNvGraphicFramePr>
          <p:nvPr>
            <p:extLst>
              <p:ext uri="{D42A27DB-BD31-4B8C-83A1-F6EECF244321}">
                <p14:modId xmlns:p14="http://schemas.microsoft.com/office/powerpoint/2010/main" val="3547717032"/>
              </p:ext>
            </p:extLst>
          </p:nvPr>
        </p:nvGraphicFramePr>
        <p:xfrm>
          <a:off x="381000" y="1231490"/>
          <a:ext cx="4114800" cy="1706880"/>
        </p:xfrm>
        <a:graphic>
          <a:graphicData uri="http://schemas.openxmlformats.org/drawingml/2006/table">
            <a:tbl>
              <a:tblPr firstRow="1" firstCol="1" bandRow="1">
                <a:tableStyleId>{5940675A-B579-460E-94D1-54222C63F5DA}</a:tableStyleId>
              </a:tblPr>
              <a:tblGrid>
                <a:gridCol w="4114800">
                  <a:extLst>
                    <a:ext uri="{9D8B030D-6E8A-4147-A177-3AD203B41FA5}">
                      <a16:colId xmlns:a16="http://schemas.microsoft.com/office/drawing/2014/main" val="20000"/>
                    </a:ext>
                  </a:extLst>
                </a:gridCol>
              </a:tblGrid>
              <a:tr h="200818">
                <a:tc>
                  <a:txBody>
                    <a:bodyPr/>
                    <a:lstStyle/>
                    <a:p>
                      <a:pPr marL="0" marR="0" algn="just">
                        <a:spcBef>
                          <a:spcPts val="0"/>
                        </a:spcBef>
                        <a:spcAft>
                          <a:spcPts val="0"/>
                        </a:spcAft>
                      </a:pPr>
                      <a:r>
                        <a:rPr lang="en-US" sz="1400" b="1" dirty="0">
                          <a:solidFill>
                            <a:schemeClr val="bg1"/>
                          </a:solidFill>
                          <a:effectLst/>
                          <a:latin typeface="Consolas" panose="020B0609020204030204" pitchFamily="49" charset="0"/>
                          <a:cs typeface="Consolas" panose="020B0609020204030204" pitchFamily="49" charset="0"/>
                        </a:rPr>
                        <a:t>Straight-line with conditional execution</a:t>
                      </a:r>
                      <a:endParaRPr lang="en-US" sz="1400" b="1" dirty="0">
                        <a:solidFill>
                          <a:schemeClr val="bg1"/>
                        </a:solidFill>
                        <a:effectLst/>
                        <a:latin typeface="Consolas" panose="020B0609020204030204" pitchFamily="49" charset="0"/>
                        <a:ea typeface="宋体"/>
                        <a:cs typeface="Consolas" panose="020B0609020204030204" pitchFamily="49" charset="0"/>
                      </a:endParaRPr>
                    </a:p>
                  </a:txBody>
                  <a:tcPr marL="68580" marR="68580" marT="0" marB="0">
                    <a:solidFill>
                      <a:schemeClr val="accent1"/>
                    </a:solidFill>
                  </a:tcPr>
                </a:tc>
                <a:extLst>
                  <a:ext uri="{0D108BD9-81ED-4DB2-BD59-A6C34878D82A}">
                    <a16:rowId xmlns:a16="http://schemas.microsoft.com/office/drawing/2014/main" val="10000"/>
                  </a:ext>
                </a:extLst>
              </a:tr>
              <a:tr h="1473501">
                <a:tc>
                  <a:txBody>
                    <a:bodyPr/>
                    <a:lstStyle/>
                    <a:p>
                      <a:r>
                        <a:rPr lang="en-US" sz="1400" dirty="0"/>
                        <a:t>foo:</a:t>
                      </a:r>
                      <a:br>
                        <a:rPr lang="en-US" sz="1400" dirty="0"/>
                      </a:br>
                      <a:r>
                        <a:rPr lang="en-US" sz="1400" dirty="0"/>
                        <a:t>    ADD     r2, r0, r1      ; r2 = x + y</a:t>
                      </a:r>
                      <a:br>
                        <a:rPr lang="en-US" sz="1400" dirty="0"/>
                      </a:br>
                      <a:r>
                        <a:rPr lang="en-US" sz="1400" dirty="0"/>
                        <a:t>    CMP     r2, #0          ; sets N,Z,V,C for signed compare to 0</a:t>
                      </a:r>
                      <a:br>
                        <a:rPr lang="en-US" sz="1400" dirty="0"/>
                      </a:br>
                      <a:r>
                        <a:rPr lang="en-US" sz="1400" dirty="0"/>
                        <a:t>    MOVLT   r0, #0        ; if (</a:t>
                      </a:r>
                      <a:r>
                        <a:rPr lang="en-US" sz="1400" dirty="0" err="1"/>
                        <a:t>x+y</a:t>
                      </a:r>
                      <a:r>
                        <a:rPr lang="en-US" sz="1400" dirty="0"/>
                        <a:t>) &lt; 0 -&gt; r0 = 0</a:t>
                      </a:r>
                      <a:br>
                        <a:rPr lang="en-US" sz="1400" dirty="0"/>
                      </a:br>
                      <a:r>
                        <a:rPr lang="en-US" sz="1400" dirty="0"/>
                        <a:t>    MOVGE   r0, #1       ; else r0 = 1</a:t>
                      </a:r>
                      <a:br>
                        <a:rPr lang="en-US" sz="1400" dirty="0"/>
                      </a:br>
                      <a:r>
                        <a:rPr lang="en-US" sz="1400" dirty="0"/>
                        <a:t>    BX      </a:t>
                      </a:r>
                      <a:r>
                        <a:rPr lang="en-US" sz="1400" dirty="0" err="1"/>
                        <a:t>lr</a:t>
                      </a:r>
                      <a:endParaRPr lang="en-US" sz="1400" dirty="0"/>
                    </a:p>
                  </a:txBody>
                  <a:tcPr marL="68580" marR="68580" marT="0" marB="0"/>
                </a:tc>
                <a:extLst>
                  <a:ext uri="{0D108BD9-81ED-4DB2-BD59-A6C34878D82A}">
                    <a16:rowId xmlns:a16="http://schemas.microsoft.com/office/drawing/2014/main" val="10001"/>
                  </a:ext>
                </a:extLst>
              </a:tr>
            </a:tbl>
          </a:graphicData>
        </a:graphic>
      </p:graphicFrame>
      <p:graphicFrame>
        <p:nvGraphicFramePr>
          <p:cNvPr id="6" name="Table 5">
            <a:extLst>
              <a:ext uri="{FF2B5EF4-FFF2-40B4-BE49-F238E27FC236}">
                <a16:creationId xmlns:a16="http://schemas.microsoft.com/office/drawing/2014/main" id="{08860993-5A4A-FDF2-164A-269A21C1476C}"/>
              </a:ext>
            </a:extLst>
          </p:cNvPr>
          <p:cNvGraphicFramePr>
            <a:graphicFrameLocks noGrp="1"/>
          </p:cNvGraphicFramePr>
          <p:nvPr>
            <p:extLst>
              <p:ext uri="{D42A27DB-BD31-4B8C-83A1-F6EECF244321}">
                <p14:modId xmlns:p14="http://schemas.microsoft.com/office/powerpoint/2010/main" val="3430121529"/>
              </p:ext>
            </p:extLst>
          </p:nvPr>
        </p:nvGraphicFramePr>
        <p:xfrm>
          <a:off x="381000" y="3203842"/>
          <a:ext cx="4114800" cy="2133600"/>
        </p:xfrm>
        <a:graphic>
          <a:graphicData uri="http://schemas.openxmlformats.org/drawingml/2006/table">
            <a:tbl>
              <a:tblPr firstRow="1" firstCol="1" bandRow="1">
                <a:tableStyleId>{5940675A-B579-460E-94D1-54222C63F5DA}</a:tableStyleId>
              </a:tblPr>
              <a:tblGrid>
                <a:gridCol w="4114800">
                  <a:extLst>
                    <a:ext uri="{9D8B030D-6E8A-4147-A177-3AD203B41FA5}">
                      <a16:colId xmlns:a16="http://schemas.microsoft.com/office/drawing/2014/main" val="20000"/>
                    </a:ext>
                  </a:extLst>
                </a:gridCol>
              </a:tblGrid>
              <a:tr h="200818">
                <a:tc>
                  <a:txBody>
                    <a:bodyPr/>
                    <a:lstStyle/>
                    <a:p>
                      <a:pPr marL="0" marR="0" algn="just">
                        <a:spcBef>
                          <a:spcPts val="0"/>
                        </a:spcBef>
                        <a:spcAft>
                          <a:spcPts val="0"/>
                        </a:spcAft>
                      </a:pPr>
                      <a:r>
                        <a:rPr lang="en-US" sz="1400" b="1" dirty="0">
                          <a:solidFill>
                            <a:schemeClr val="bg1"/>
                          </a:solidFill>
                          <a:effectLst/>
                          <a:latin typeface="Consolas" panose="020B0609020204030204" pitchFamily="49" charset="0"/>
                          <a:ea typeface="宋体"/>
                          <a:cs typeface="Consolas" panose="020B0609020204030204" pitchFamily="49" charset="0"/>
                        </a:rPr>
                        <a:t>Conditional branch to label w/ CMP</a:t>
                      </a:r>
                    </a:p>
                  </a:txBody>
                  <a:tcPr marL="68580" marR="68580" marT="0" marB="0">
                    <a:solidFill>
                      <a:schemeClr val="accent1"/>
                    </a:solidFill>
                  </a:tcPr>
                </a:tc>
                <a:extLst>
                  <a:ext uri="{0D108BD9-81ED-4DB2-BD59-A6C34878D82A}">
                    <a16:rowId xmlns:a16="http://schemas.microsoft.com/office/drawing/2014/main" val="10000"/>
                  </a:ext>
                </a:extLst>
              </a:tr>
              <a:tr h="1473501">
                <a:tc>
                  <a:txBody>
                    <a:bodyPr/>
                    <a:lstStyle/>
                    <a:p>
                      <a:r>
                        <a:rPr lang="en-US" sz="1400" dirty="0"/>
                        <a:t>foo:</a:t>
                      </a:r>
                      <a:br>
                        <a:rPr lang="en-US" sz="1400" dirty="0"/>
                      </a:br>
                      <a:r>
                        <a:rPr lang="en-US" sz="1400" dirty="0"/>
                        <a:t>    ADD     r2, r0, r1</a:t>
                      </a:r>
                      <a:br>
                        <a:rPr lang="en-US" sz="1400" dirty="0"/>
                      </a:br>
                      <a:r>
                        <a:rPr lang="en-US" sz="1400" dirty="0"/>
                        <a:t>    CMP     r2, #0</a:t>
                      </a:r>
                      <a:br>
                        <a:rPr lang="en-US" sz="1400" dirty="0"/>
                      </a:br>
                      <a:r>
                        <a:rPr lang="en-US" sz="1400" dirty="0"/>
                        <a:t>    BLT     .</a:t>
                      </a:r>
                      <a:r>
                        <a:rPr lang="en-US" sz="1400" dirty="0" err="1"/>
                        <a:t>Lneg</a:t>
                      </a:r>
                      <a:br>
                        <a:rPr lang="en-US" sz="1400" dirty="0"/>
                      </a:br>
                      <a:r>
                        <a:rPr lang="en-US" sz="1400" dirty="0"/>
                        <a:t>    MOV     r0, #1</a:t>
                      </a:r>
                      <a:br>
                        <a:rPr lang="en-US" sz="1400" dirty="0"/>
                      </a:br>
                      <a:r>
                        <a:rPr lang="en-US" sz="1400" dirty="0"/>
                        <a:t>    BX      </a:t>
                      </a:r>
                      <a:r>
                        <a:rPr lang="en-US" sz="1400" dirty="0" err="1"/>
                        <a:t>lr</a:t>
                      </a:r>
                      <a:br>
                        <a:rPr lang="en-US" sz="1400" dirty="0"/>
                      </a:br>
                      <a:r>
                        <a:rPr lang="en-US" sz="1400" dirty="0"/>
                        <a:t>.</a:t>
                      </a:r>
                      <a:r>
                        <a:rPr lang="en-US" sz="1400" dirty="0" err="1"/>
                        <a:t>Lneg</a:t>
                      </a:r>
                      <a:r>
                        <a:rPr lang="en-US" sz="1400" dirty="0"/>
                        <a:t>:</a:t>
                      </a:r>
                      <a:br>
                        <a:rPr lang="en-US" sz="1400" dirty="0"/>
                      </a:br>
                      <a:r>
                        <a:rPr lang="en-US" sz="1400" dirty="0"/>
                        <a:t>    MOV     r0, #0</a:t>
                      </a:r>
                      <a:br>
                        <a:rPr lang="en-US" sz="1400" dirty="0"/>
                      </a:br>
                      <a:r>
                        <a:rPr lang="en-US" sz="1400" dirty="0"/>
                        <a:t>    BX      </a:t>
                      </a:r>
                      <a:r>
                        <a:rPr lang="en-US" sz="1400" dirty="0" err="1"/>
                        <a:t>lr</a:t>
                      </a:r>
                      <a:endParaRPr lang="pt-BR" sz="1400" dirty="0"/>
                    </a:p>
                  </a:txBody>
                  <a:tcPr marL="68580" marR="68580" marT="0" marB="0"/>
                </a:tc>
                <a:extLst>
                  <a:ext uri="{0D108BD9-81ED-4DB2-BD59-A6C34878D82A}">
                    <a16:rowId xmlns:a16="http://schemas.microsoft.com/office/drawing/2014/main" val="10001"/>
                  </a:ext>
                </a:extLst>
              </a:tr>
            </a:tbl>
          </a:graphicData>
        </a:graphic>
      </p:graphicFrame>
      <p:graphicFrame>
        <p:nvGraphicFramePr>
          <p:cNvPr id="8" name="Table 7">
            <a:extLst>
              <a:ext uri="{FF2B5EF4-FFF2-40B4-BE49-F238E27FC236}">
                <a16:creationId xmlns:a16="http://schemas.microsoft.com/office/drawing/2014/main" id="{4FA0E8AC-8701-8160-EFCF-45E03B551C1C}"/>
              </a:ext>
            </a:extLst>
          </p:cNvPr>
          <p:cNvGraphicFramePr>
            <a:graphicFrameLocks noGrp="1"/>
          </p:cNvGraphicFramePr>
          <p:nvPr>
            <p:extLst>
              <p:ext uri="{D42A27DB-BD31-4B8C-83A1-F6EECF244321}">
                <p14:modId xmlns:p14="http://schemas.microsoft.com/office/powerpoint/2010/main" val="231938974"/>
              </p:ext>
            </p:extLst>
          </p:nvPr>
        </p:nvGraphicFramePr>
        <p:xfrm>
          <a:off x="4724400" y="1219200"/>
          <a:ext cx="4114800" cy="1706880"/>
        </p:xfrm>
        <a:graphic>
          <a:graphicData uri="http://schemas.openxmlformats.org/drawingml/2006/table">
            <a:tbl>
              <a:tblPr firstRow="1" firstCol="1" bandRow="1">
                <a:tableStyleId>{5940675A-B579-460E-94D1-54222C63F5DA}</a:tableStyleId>
              </a:tblPr>
              <a:tblGrid>
                <a:gridCol w="4114800">
                  <a:extLst>
                    <a:ext uri="{9D8B030D-6E8A-4147-A177-3AD203B41FA5}">
                      <a16:colId xmlns:a16="http://schemas.microsoft.com/office/drawing/2014/main" val="20000"/>
                    </a:ext>
                  </a:extLst>
                </a:gridCol>
              </a:tblGrid>
              <a:tr h="200818">
                <a:tc>
                  <a:txBody>
                    <a:bodyPr/>
                    <a:lstStyle/>
                    <a:p>
                      <a:pPr marL="0" marR="0" algn="just">
                        <a:spcBef>
                          <a:spcPts val="0"/>
                        </a:spcBef>
                        <a:spcAft>
                          <a:spcPts val="0"/>
                        </a:spcAft>
                      </a:pPr>
                      <a:r>
                        <a:rPr lang="en-US" sz="1400" b="1" dirty="0">
                          <a:solidFill>
                            <a:schemeClr val="bg1"/>
                          </a:solidFill>
                          <a:effectLst/>
                          <a:latin typeface="Consolas" panose="020B0609020204030204" pitchFamily="49" charset="0"/>
                          <a:ea typeface="宋体"/>
                          <a:cs typeface="Consolas" panose="020B0609020204030204" pitchFamily="49" charset="0"/>
                        </a:rPr>
                        <a:t>Combine add and compare with ADDS</a:t>
                      </a:r>
                    </a:p>
                  </a:txBody>
                  <a:tcPr marL="68580" marR="68580" marT="0" marB="0">
                    <a:solidFill>
                      <a:schemeClr val="accent1"/>
                    </a:solidFill>
                  </a:tcPr>
                </a:tc>
                <a:extLst>
                  <a:ext uri="{0D108BD9-81ED-4DB2-BD59-A6C34878D82A}">
                    <a16:rowId xmlns:a16="http://schemas.microsoft.com/office/drawing/2014/main" val="10000"/>
                  </a:ext>
                </a:extLst>
              </a:tr>
              <a:tr h="1473501">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400" dirty="0"/>
                        <a:t>foo:</a:t>
                      </a:r>
                      <a:br>
                        <a:rPr lang="en-US" sz="1400" dirty="0"/>
                      </a:br>
                      <a:r>
                        <a:rPr lang="en-US" sz="1400" dirty="0"/>
                        <a:t>    ADDS    r2, r0, r1         ; r2 = x + y, sets flags from the sum</a:t>
                      </a:r>
                      <a:br>
                        <a:rPr lang="en-US" sz="1400" dirty="0"/>
                      </a:br>
                      <a:r>
                        <a:rPr lang="en-US" sz="1400" dirty="0"/>
                        <a:t>    MOVMI   r0, #0             ; MI means N=1 (negative)</a:t>
                      </a:r>
                      <a:br>
                        <a:rPr lang="en-US" sz="1400" dirty="0"/>
                      </a:br>
                      <a:r>
                        <a:rPr lang="en-US" sz="1400" dirty="0"/>
                        <a:t>    MOVPL   r0, #1             ; PL means N=0 (non-negative)</a:t>
                      </a:r>
                      <a:br>
                        <a:rPr lang="en-US" sz="1400" dirty="0"/>
                      </a:br>
                      <a:r>
                        <a:rPr lang="en-US" sz="1400" dirty="0"/>
                        <a:t>    BX      </a:t>
                      </a:r>
                      <a:r>
                        <a:rPr lang="en-US" sz="1400" dirty="0" err="1"/>
                        <a:t>lr</a:t>
                      </a:r>
                      <a:endParaRPr lang="en-US" sz="1400" dirty="0"/>
                    </a:p>
                  </a:txBody>
                  <a:tcPr marL="68580" marR="68580" marT="0" marB="0"/>
                </a:tc>
                <a:extLst>
                  <a:ext uri="{0D108BD9-81ED-4DB2-BD59-A6C34878D82A}">
                    <a16:rowId xmlns:a16="http://schemas.microsoft.com/office/drawing/2014/main" val="10001"/>
                  </a:ext>
                </a:extLst>
              </a:tr>
            </a:tbl>
          </a:graphicData>
        </a:graphic>
      </p:graphicFrame>
      <p:graphicFrame>
        <p:nvGraphicFramePr>
          <p:cNvPr id="9" name="Table 8">
            <a:extLst>
              <a:ext uri="{FF2B5EF4-FFF2-40B4-BE49-F238E27FC236}">
                <a16:creationId xmlns:a16="http://schemas.microsoft.com/office/drawing/2014/main" id="{744A4DBD-405A-5BB5-8DFC-2B3CDF03BE0C}"/>
              </a:ext>
            </a:extLst>
          </p:cNvPr>
          <p:cNvGraphicFramePr>
            <a:graphicFrameLocks noGrp="1"/>
          </p:cNvGraphicFramePr>
          <p:nvPr>
            <p:extLst>
              <p:ext uri="{D42A27DB-BD31-4B8C-83A1-F6EECF244321}">
                <p14:modId xmlns:p14="http://schemas.microsoft.com/office/powerpoint/2010/main" val="234074655"/>
              </p:ext>
            </p:extLst>
          </p:nvPr>
        </p:nvGraphicFramePr>
        <p:xfrm>
          <a:off x="4724400" y="2971800"/>
          <a:ext cx="4114800" cy="1390304"/>
        </p:xfrm>
        <a:graphic>
          <a:graphicData uri="http://schemas.openxmlformats.org/drawingml/2006/table">
            <a:tbl>
              <a:tblPr firstRow="1" firstCol="1" bandRow="1">
                <a:tableStyleId>{5940675A-B579-460E-94D1-54222C63F5DA}</a:tableStyleId>
              </a:tblPr>
              <a:tblGrid>
                <a:gridCol w="4114800">
                  <a:extLst>
                    <a:ext uri="{9D8B030D-6E8A-4147-A177-3AD203B41FA5}">
                      <a16:colId xmlns:a16="http://schemas.microsoft.com/office/drawing/2014/main" val="20000"/>
                    </a:ext>
                  </a:extLst>
                </a:gridCol>
              </a:tblGrid>
              <a:tr h="170419">
                <a:tc>
                  <a:txBody>
                    <a:bodyPr/>
                    <a:lstStyle/>
                    <a:p>
                      <a:pPr marL="0" marR="0" algn="just">
                        <a:spcBef>
                          <a:spcPts val="0"/>
                        </a:spcBef>
                        <a:spcAft>
                          <a:spcPts val="0"/>
                        </a:spcAft>
                      </a:pPr>
                      <a:r>
                        <a:rPr lang="pt-BR" sz="1400" b="1" dirty="0">
                          <a:solidFill>
                            <a:schemeClr val="bg1"/>
                          </a:solidFill>
                          <a:effectLst/>
                          <a:latin typeface="Consolas" panose="020B0609020204030204" pitchFamily="49" charset="0"/>
                          <a:ea typeface="宋体"/>
                          <a:cs typeface="Consolas" panose="020B0609020204030204" pitchFamily="49" charset="0"/>
                        </a:rPr>
                        <a:t>No temp register r2, reuse r0</a:t>
                      </a:r>
                      <a:endParaRPr lang="en-US" sz="1400" b="1" dirty="0">
                        <a:solidFill>
                          <a:schemeClr val="bg1"/>
                        </a:solidFill>
                        <a:effectLst/>
                        <a:latin typeface="Consolas" panose="020B0609020204030204" pitchFamily="49" charset="0"/>
                        <a:ea typeface="宋体"/>
                        <a:cs typeface="Consolas" panose="020B0609020204030204" pitchFamily="49" charset="0"/>
                      </a:endParaRPr>
                    </a:p>
                  </a:txBody>
                  <a:tcPr marL="68580" marR="68580" marT="0" marB="0">
                    <a:solidFill>
                      <a:schemeClr val="accent1"/>
                    </a:solidFill>
                  </a:tcPr>
                </a:tc>
                <a:extLst>
                  <a:ext uri="{0D108BD9-81ED-4DB2-BD59-A6C34878D82A}">
                    <a16:rowId xmlns:a16="http://schemas.microsoft.com/office/drawing/2014/main" val="10000"/>
                  </a:ext>
                </a:extLst>
              </a:tr>
              <a:tr h="1176944">
                <a:tc>
                  <a:txBody>
                    <a:bodyPr/>
                    <a:lstStyle/>
                    <a:p>
                      <a:r>
                        <a:rPr lang="en-US" sz="1400" dirty="0"/>
                        <a:t>foo:</a:t>
                      </a:r>
                      <a:br>
                        <a:rPr lang="en-US" sz="1400" dirty="0"/>
                      </a:br>
                      <a:r>
                        <a:rPr lang="en-US" sz="1400" dirty="0"/>
                        <a:t>    ADDS    r0, r0, r1          ; r0 = x + y, flags set</a:t>
                      </a:r>
                      <a:br>
                        <a:rPr lang="en-US" sz="1400" dirty="0"/>
                      </a:br>
                      <a:r>
                        <a:rPr lang="en-US" sz="1400" dirty="0"/>
                        <a:t>    MOVMI   r0, #0</a:t>
                      </a:r>
                      <a:br>
                        <a:rPr lang="en-US" sz="1400" dirty="0"/>
                      </a:br>
                      <a:r>
                        <a:rPr lang="en-US" sz="1400" dirty="0"/>
                        <a:t>    MOVPL   r0, #1</a:t>
                      </a:r>
                      <a:br>
                        <a:rPr lang="en-US" sz="1400" dirty="0"/>
                      </a:br>
                      <a:r>
                        <a:rPr lang="en-US" sz="1400" dirty="0"/>
                        <a:t>    BX      </a:t>
                      </a:r>
                      <a:r>
                        <a:rPr lang="en-US" sz="1400" dirty="0" err="1"/>
                        <a:t>lr</a:t>
                      </a:r>
                      <a:endParaRPr lang="en-US" sz="1400" dirty="0"/>
                    </a:p>
                  </a:txBody>
                  <a:tcPr marL="68580" marR="68580" marT="0" marB="0"/>
                </a:tc>
                <a:extLst>
                  <a:ext uri="{0D108BD9-81ED-4DB2-BD59-A6C34878D82A}">
                    <a16:rowId xmlns:a16="http://schemas.microsoft.com/office/drawing/2014/main" val="10001"/>
                  </a:ext>
                </a:extLst>
              </a:tr>
            </a:tbl>
          </a:graphicData>
        </a:graphic>
      </p:graphicFrame>
      <p:graphicFrame>
        <p:nvGraphicFramePr>
          <p:cNvPr id="10" name="Table 9">
            <a:extLst>
              <a:ext uri="{FF2B5EF4-FFF2-40B4-BE49-F238E27FC236}">
                <a16:creationId xmlns:a16="http://schemas.microsoft.com/office/drawing/2014/main" id="{26CF4D69-C211-B553-B73A-1E1C0BCFC6C4}"/>
              </a:ext>
            </a:extLst>
          </p:cNvPr>
          <p:cNvGraphicFramePr>
            <a:graphicFrameLocks noGrp="1"/>
          </p:cNvGraphicFramePr>
          <p:nvPr>
            <p:extLst>
              <p:ext uri="{D42A27DB-BD31-4B8C-83A1-F6EECF244321}">
                <p14:modId xmlns:p14="http://schemas.microsoft.com/office/powerpoint/2010/main" val="2867381829"/>
              </p:ext>
            </p:extLst>
          </p:nvPr>
        </p:nvGraphicFramePr>
        <p:xfrm>
          <a:off x="4724400" y="4411873"/>
          <a:ext cx="4114800" cy="1920240"/>
        </p:xfrm>
        <a:graphic>
          <a:graphicData uri="http://schemas.openxmlformats.org/drawingml/2006/table">
            <a:tbl>
              <a:tblPr firstRow="1" firstCol="1" bandRow="1">
                <a:tableStyleId>{5940675A-B579-460E-94D1-54222C63F5DA}</a:tableStyleId>
              </a:tblPr>
              <a:tblGrid>
                <a:gridCol w="4114800">
                  <a:extLst>
                    <a:ext uri="{9D8B030D-6E8A-4147-A177-3AD203B41FA5}">
                      <a16:colId xmlns:a16="http://schemas.microsoft.com/office/drawing/2014/main" val="20000"/>
                    </a:ext>
                  </a:extLst>
                </a:gridCol>
              </a:tblGrid>
              <a:tr h="200818">
                <a:tc>
                  <a:txBody>
                    <a:bodyPr/>
                    <a:lstStyle/>
                    <a:p>
                      <a:pPr marL="0" marR="0" algn="just">
                        <a:spcBef>
                          <a:spcPts val="0"/>
                        </a:spcBef>
                        <a:spcAft>
                          <a:spcPts val="0"/>
                        </a:spcAft>
                      </a:pPr>
                      <a:r>
                        <a:rPr lang="en-US" sz="1400" b="1" dirty="0">
                          <a:solidFill>
                            <a:schemeClr val="bg1"/>
                          </a:solidFill>
                          <a:effectLst/>
                          <a:latin typeface="Consolas" panose="020B0609020204030204" pitchFamily="49" charset="0"/>
                          <a:ea typeface="宋体"/>
                          <a:cs typeface="Consolas" panose="020B0609020204030204" pitchFamily="49" charset="0"/>
                        </a:rPr>
                        <a:t>Conditional branch </a:t>
                      </a:r>
                      <a:r>
                        <a:rPr lang="en-US" sz="1400" b="1">
                          <a:solidFill>
                            <a:schemeClr val="bg1"/>
                          </a:solidFill>
                          <a:effectLst/>
                          <a:latin typeface="Consolas" panose="020B0609020204030204" pitchFamily="49" charset="0"/>
                          <a:ea typeface="宋体"/>
                          <a:cs typeface="Consolas" panose="020B0609020204030204" pitchFamily="49" charset="0"/>
                        </a:rPr>
                        <a:t>to label w/ ADDS</a:t>
                      </a:r>
                      <a:endParaRPr lang="en-US" sz="1400" b="1" dirty="0">
                        <a:solidFill>
                          <a:schemeClr val="bg1"/>
                        </a:solidFill>
                        <a:effectLst/>
                        <a:latin typeface="Consolas" panose="020B0609020204030204" pitchFamily="49" charset="0"/>
                        <a:ea typeface="宋体"/>
                        <a:cs typeface="Consolas" panose="020B0609020204030204" pitchFamily="49" charset="0"/>
                      </a:endParaRPr>
                    </a:p>
                  </a:txBody>
                  <a:tcPr marL="68580" marR="68580" marT="0" marB="0">
                    <a:solidFill>
                      <a:schemeClr val="accent1"/>
                    </a:solidFill>
                  </a:tcPr>
                </a:tc>
                <a:extLst>
                  <a:ext uri="{0D108BD9-81ED-4DB2-BD59-A6C34878D82A}">
                    <a16:rowId xmlns:a16="http://schemas.microsoft.com/office/drawing/2014/main" val="10000"/>
                  </a:ext>
                </a:extLst>
              </a:tr>
              <a:tr h="1473501">
                <a:tc>
                  <a:txBody>
                    <a:bodyPr/>
                    <a:lstStyle/>
                    <a:p>
                      <a:r>
                        <a:rPr lang="en-US" sz="1400" dirty="0"/>
                        <a:t>foo:</a:t>
                      </a:r>
                      <a:br>
                        <a:rPr lang="en-US" sz="1400" dirty="0"/>
                      </a:br>
                      <a:r>
                        <a:rPr lang="en-US" sz="1400" dirty="0"/>
                        <a:t>    ADDS    r2, r0, r1</a:t>
                      </a:r>
                      <a:br>
                        <a:rPr lang="en-US" sz="1400" dirty="0"/>
                      </a:br>
                      <a:r>
                        <a:rPr lang="en-US" sz="1400" dirty="0"/>
                        <a:t>    BMI       .</a:t>
                      </a:r>
                      <a:r>
                        <a:rPr lang="en-US" sz="1400" dirty="0" err="1"/>
                        <a:t>Lneg</a:t>
                      </a:r>
                      <a:r>
                        <a:rPr lang="en-US" sz="1400" dirty="0"/>
                        <a:t>            ; if negative</a:t>
                      </a:r>
                      <a:br>
                        <a:rPr lang="en-US" sz="1400" dirty="0"/>
                      </a:br>
                      <a:r>
                        <a:rPr lang="en-US" sz="1400" dirty="0"/>
                        <a:t>    MOV    r0, #1</a:t>
                      </a:r>
                      <a:br>
                        <a:rPr lang="en-US" sz="1400" dirty="0"/>
                      </a:br>
                      <a:r>
                        <a:rPr lang="en-US" sz="1400" dirty="0"/>
                        <a:t>    BX      </a:t>
                      </a:r>
                      <a:r>
                        <a:rPr lang="en-US" sz="1400" dirty="0" err="1"/>
                        <a:t>lr</a:t>
                      </a:r>
                      <a:br>
                        <a:rPr lang="en-US" sz="1400" dirty="0"/>
                      </a:br>
                      <a:r>
                        <a:rPr lang="en-US" sz="1400" dirty="0"/>
                        <a:t>.</a:t>
                      </a:r>
                      <a:r>
                        <a:rPr lang="en-US" sz="1400" dirty="0" err="1"/>
                        <a:t>Lneg</a:t>
                      </a:r>
                      <a:r>
                        <a:rPr lang="en-US" sz="1400" dirty="0"/>
                        <a:t>: </a:t>
                      </a:r>
                    </a:p>
                    <a:p>
                      <a:pPr marL="0" indent="0">
                        <a:buNone/>
                      </a:pPr>
                      <a:r>
                        <a:rPr lang="en-US" sz="1400" dirty="0"/>
                        <a:t>          MOV    r0, #0</a:t>
                      </a:r>
                      <a:br>
                        <a:rPr lang="en-US" sz="1400" dirty="0"/>
                      </a:br>
                      <a:r>
                        <a:rPr lang="en-US" sz="1400" dirty="0"/>
                        <a:t>          BX      </a:t>
                      </a:r>
                      <a:r>
                        <a:rPr lang="en-US" sz="1400" dirty="0" err="1"/>
                        <a:t>lr</a:t>
                      </a:r>
                      <a:endParaRPr lang="en-US" sz="1400" dirty="0"/>
                    </a:p>
                  </a:txBody>
                  <a:tcPr marL="68580" marR="68580" marT="0" marB="0"/>
                </a:tc>
                <a:extLst>
                  <a:ext uri="{0D108BD9-81ED-4DB2-BD59-A6C34878D82A}">
                    <a16:rowId xmlns:a16="http://schemas.microsoft.com/office/drawing/2014/main" val="10001"/>
                  </a:ext>
                </a:extLst>
              </a:tr>
            </a:tbl>
          </a:graphicData>
        </a:graphic>
      </p:graphicFrame>
    </p:spTree>
    <p:extLst>
      <p:ext uri="{BB962C8B-B14F-4D97-AF65-F5344CB8AC3E}">
        <p14:creationId xmlns:p14="http://schemas.microsoft.com/office/powerpoint/2010/main" val="3387447015"/>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56DF89D-8DCD-F432-1E58-FAB096FB80C5}"/>
              </a:ext>
            </a:extLst>
          </p:cNvPr>
          <p:cNvSpPr>
            <a:spLocks noGrp="1"/>
          </p:cNvSpPr>
          <p:nvPr>
            <p:ph type="title"/>
          </p:nvPr>
        </p:nvSpPr>
        <p:spPr/>
        <p:txBody>
          <a:bodyPr/>
          <a:lstStyle/>
          <a:p>
            <a:r>
              <a:rPr lang="en-US" dirty="0"/>
              <a:t>Factorial</a:t>
            </a:r>
          </a:p>
        </p:txBody>
      </p:sp>
      <p:sp>
        <p:nvSpPr>
          <p:cNvPr id="3" name="Slide Number Placeholder 2">
            <a:extLst>
              <a:ext uri="{FF2B5EF4-FFF2-40B4-BE49-F238E27FC236}">
                <a16:creationId xmlns:a16="http://schemas.microsoft.com/office/drawing/2014/main" id="{ED177E67-749A-4929-DF9E-A6F535A2290B}"/>
              </a:ext>
            </a:extLst>
          </p:cNvPr>
          <p:cNvSpPr>
            <a:spLocks noGrp="1"/>
          </p:cNvSpPr>
          <p:nvPr>
            <p:ph type="sldNum" sz="quarter" idx="12"/>
          </p:nvPr>
        </p:nvSpPr>
        <p:spPr/>
        <p:txBody>
          <a:bodyPr/>
          <a:lstStyle/>
          <a:p>
            <a:fld id="{EA7C8D44-3667-46F6-9772-CC52308E2A7F}" type="slidenum">
              <a:rPr kumimoji="0" lang="en-US" smtClean="0"/>
              <a:pPr/>
              <a:t>28</a:t>
            </a:fld>
            <a:endParaRPr kumimoji="0" lang="en-US" dirty="0"/>
          </a:p>
        </p:txBody>
      </p:sp>
      <p:sp>
        <p:nvSpPr>
          <p:cNvPr id="4" name="Content Placeholder 3">
            <a:extLst>
              <a:ext uri="{FF2B5EF4-FFF2-40B4-BE49-F238E27FC236}">
                <a16:creationId xmlns:a16="http://schemas.microsoft.com/office/drawing/2014/main" id="{591F8C61-3E91-895F-2C57-5743F12F4706}"/>
              </a:ext>
            </a:extLst>
          </p:cNvPr>
          <p:cNvSpPr>
            <a:spLocks noGrp="1"/>
          </p:cNvSpPr>
          <p:nvPr>
            <p:ph sz="quarter" idx="1"/>
          </p:nvPr>
        </p:nvSpPr>
        <p:spPr>
          <a:xfrm>
            <a:off x="457200" y="1219200"/>
            <a:ext cx="8229600" cy="943610"/>
          </a:xfrm>
        </p:spPr>
        <p:txBody>
          <a:bodyPr>
            <a:normAutofit fontScale="85000" lnSpcReduction="20000"/>
          </a:bodyPr>
          <a:lstStyle/>
          <a:p>
            <a:r>
              <a:rPr lang="en-US" dirty="0"/>
              <a:t>Fill in the blanks (marked TODO) for the assembly programs for calculating the factorial of a number, corresponding to the following C programs. One iterative version, one recursive version.</a:t>
            </a:r>
          </a:p>
        </p:txBody>
      </p:sp>
      <p:sp>
        <p:nvSpPr>
          <p:cNvPr id="5" name="Content Placeholder 3">
            <a:extLst>
              <a:ext uri="{FF2B5EF4-FFF2-40B4-BE49-F238E27FC236}">
                <a16:creationId xmlns:a16="http://schemas.microsoft.com/office/drawing/2014/main" id="{8A76ECE7-0B5A-383E-0091-ADC927BEEC87}"/>
              </a:ext>
            </a:extLst>
          </p:cNvPr>
          <p:cNvSpPr txBox="1">
            <a:spLocks/>
          </p:cNvSpPr>
          <p:nvPr/>
        </p:nvSpPr>
        <p:spPr>
          <a:xfrm>
            <a:off x="4724400" y="2162810"/>
            <a:ext cx="3962400" cy="3794760"/>
          </a:xfrm>
          <a:prstGeom prst="rect">
            <a:avLst/>
          </a:prstGeom>
          <a:ln>
            <a:solidFill>
              <a:schemeClr val="tx1"/>
            </a:solidFill>
          </a:ln>
        </p:spPr>
        <p:txBody>
          <a:bodyPr vert="horz">
            <a:normAutofit/>
          </a:bodyPr>
          <a:lstStyle>
            <a:lvl1pPr marL="274320" indent="-274320" algn="l" rtl="0" eaLnBrk="1" latinLnBrk="0" hangingPunct="1">
              <a:spcBef>
                <a:spcPts val="600"/>
              </a:spcBef>
              <a:buClr>
                <a:schemeClr val="accent1"/>
              </a:buClr>
              <a:buSzPct val="76000"/>
              <a:buFont typeface="Wingdings 3"/>
              <a:buChar char=""/>
              <a:defRPr kumimoji="0" sz="2600" kern="1200">
                <a:solidFill>
                  <a:schemeClr val="tx1"/>
                </a:solidFill>
                <a:latin typeface="+mn-lt"/>
                <a:ea typeface="+mn-ea"/>
                <a:cs typeface="+mn-cs"/>
              </a:defRPr>
            </a:lvl1pPr>
            <a:lvl2pPr marL="548640" indent="-274320" algn="l" rtl="0" eaLnBrk="1" latinLnBrk="0" hangingPunct="1">
              <a:spcBef>
                <a:spcPts val="500"/>
              </a:spcBef>
              <a:buClr>
                <a:schemeClr val="accent2"/>
              </a:buClr>
              <a:buSzPct val="76000"/>
              <a:buFont typeface="Wingdings 3"/>
              <a:buChar char=""/>
              <a:defRPr kumimoji="0" sz="2300" kern="1200">
                <a:solidFill>
                  <a:schemeClr val="tx2"/>
                </a:solidFill>
                <a:latin typeface="+mn-lt"/>
                <a:ea typeface="+mn-ea"/>
                <a:cs typeface="+mn-cs"/>
              </a:defRPr>
            </a:lvl2pPr>
            <a:lvl3pPr marL="822960" indent="-228600" algn="l" rtl="0" eaLnBrk="1" latinLnBrk="0" hangingPunct="1">
              <a:spcBef>
                <a:spcPts val="500"/>
              </a:spcBef>
              <a:buClr>
                <a:schemeClr val="bg1">
                  <a:shade val="50000"/>
                </a:schemeClr>
              </a:buClr>
              <a:buSzPct val="76000"/>
              <a:buFont typeface="Wingdings 3"/>
              <a:buChar char=""/>
              <a:defRPr kumimoji="0" sz="2000" kern="1200">
                <a:solidFill>
                  <a:schemeClr val="tx1"/>
                </a:solidFill>
                <a:latin typeface="+mn-lt"/>
                <a:ea typeface="+mn-ea"/>
                <a:cs typeface="+mn-cs"/>
              </a:defRPr>
            </a:lvl3pPr>
            <a:lvl4pPr marL="1097280" indent="-228600" algn="l" rtl="0" eaLnBrk="1" latinLnBrk="0" hangingPunct="1">
              <a:spcBef>
                <a:spcPts val="400"/>
              </a:spcBef>
              <a:buClr>
                <a:schemeClr val="accent2">
                  <a:shade val="75000"/>
                </a:schemeClr>
              </a:buClr>
              <a:buSzPct val="70000"/>
              <a:buFont typeface="Wingdings"/>
              <a:buChar char=""/>
              <a:defRPr kumimoji="0" sz="1800" kern="1200">
                <a:solidFill>
                  <a:schemeClr val="tx1"/>
                </a:solidFill>
                <a:latin typeface="+mn-lt"/>
                <a:ea typeface="+mn-ea"/>
                <a:cs typeface="+mn-cs"/>
              </a:defRPr>
            </a:lvl4pPr>
            <a:lvl5pPr marL="1371600" indent="-228600" algn="l" rtl="0" eaLnBrk="1" latinLnBrk="0" hangingPunct="1">
              <a:spcBef>
                <a:spcPts val="300"/>
              </a:spcBef>
              <a:buClr>
                <a:schemeClr val="accent2"/>
              </a:buClr>
              <a:buSzPct val="70000"/>
              <a:buFont typeface="Wingdings"/>
              <a:buChar char=""/>
              <a:defRPr kumimoji="0" sz="1600" kern="1200">
                <a:solidFill>
                  <a:schemeClr val="tx1"/>
                </a:solidFill>
                <a:latin typeface="+mn-lt"/>
                <a:ea typeface="+mn-ea"/>
                <a:cs typeface="+mn-cs"/>
              </a:defRPr>
            </a:lvl5pPr>
            <a:lvl6pPr marL="1645920" indent="-182880" algn="l" rtl="0" eaLnBrk="1" latinLnBrk="0" hangingPunct="1">
              <a:spcBef>
                <a:spcPts val="300"/>
              </a:spcBef>
              <a:buClr>
                <a:srgbClr val="9FB8CD">
                  <a:shade val="75000"/>
                </a:srgbClr>
              </a:buClr>
              <a:buSzPct val="75000"/>
              <a:buFont typeface="Wingdings 3"/>
              <a:buChar char=""/>
              <a:defRPr kumimoji="0" lang="en-US" sz="1600" kern="1200" smtClean="0">
                <a:solidFill>
                  <a:schemeClr val="tx1"/>
                </a:solidFill>
                <a:latin typeface="+mn-lt"/>
                <a:ea typeface="+mn-ea"/>
                <a:cs typeface="+mn-cs"/>
              </a:defRPr>
            </a:lvl6pPr>
            <a:lvl7pPr marL="1828800" indent="-182880" algn="l" rtl="0" eaLnBrk="1" latinLnBrk="0" hangingPunct="1">
              <a:spcBef>
                <a:spcPts val="300"/>
              </a:spcBef>
              <a:buClr>
                <a:srgbClr val="727CA3">
                  <a:shade val="75000"/>
                </a:srgbClr>
              </a:buClr>
              <a:buSzPct val="75000"/>
              <a:buFont typeface="Wingdings 3"/>
              <a:buChar char=""/>
              <a:defRPr kumimoji="0" lang="en-US" sz="1400" kern="1200" smtClean="0">
                <a:solidFill>
                  <a:schemeClr val="tx1"/>
                </a:solidFill>
                <a:latin typeface="+mn-lt"/>
                <a:ea typeface="+mn-ea"/>
                <a:cs typeface="+mn-cs"/>
              </a:defRPr>
            </a:lvl7pPr>
            <a:lvl8pPr marL="2011680" indent="-182880" algn="l" rtl="0" eaLnBrk="1" latinLnBrk="0" hangingPunct="1">
              <a:spcBef>
                <a:spcPts val="300"/>
              </a:spcBef>
              <a:buClr>
                <a:prstClr val="white">
                  <a:shade val="50000"/>
                </a:prstClr>
              </a:buClr>
              <a:buSzPct val="75000"/>
              <a:buFont typeface="Wingdings 3"/>
              <a:buChar char=""/>
              <a:defRPr kumimoji="0" lang="en-US" sz="1400" kern="1200" smtClean="0">
                <a:solidFill>
                  <a:schemeClr val="tx1"/>
                </a:solidFill>
                <a:latin typeface="+mn-lt"/>
                <a:ea typeface="+mn-ea"/>
                <a:cs typeface="+mn-cs"/>
              </a:defRPr>
            </a:lvl8pPr>
            <a:lvl9pPr marL="2194560" indent="-182880" algn="l" rtl="0" eaLnBrk="1" latinLnBrk="0" hangingPunct="1">
              <a:spcBef>
                <a:spcPts val="300"/>
              </a:spcBef>
              <a:buClr>
                <a:srgbClr val="9FB8CD"/>
              </a:buClr>
              <a:buSzPct val="75000"/>
              <a:buFont typeface="Wingdings 3"/>
              <a:buChar char=""/>
              <a:defRPr kumimoji="0" lang="en-US" sz="1200" kern="1200" smtClean="0">
                <a:solidFill>
                  <a:schemeClr val="tx1"/>
                </a:solidFill>
                <a:latin typeface="+mn-lt"/>
                <a:ea typeface="+mn-ea"/>
                <a:cs typeface="+mn-cs"/>
              </a:defRPr>
            </a:lvl9pPr>
          </a:lstStyle>
          <a:p>
            <a:pPr marL="0" indent="0">
              <a:buNone/>
            </a:pPr>
            <a:r>
              <a:rPr lang="en-US" sz="1800" dirty="0"/>
              <a:t>//Recursive version</a:t>
            </a:r>
          </a:p>
          <a:p>
            <a:pPr marL="0" indent="0">
              <a:buNone/>
            </a:pPr>
            <a:r>
              <a:rPr lang="en-US" sz="1800" dirty="0"/>
              <a:t>#include &lt;</a:t>
            </a:r>
            <a:r>
              <a:rPr lang="en-US" sz="1800" dirty="0" err="1"/>
              <a:t>stdint.h</a:t>
            </a:r>
            <a:r>
              <a:rPr lang="en-US" sz="1800" dirty="0"/>
              <a:t>&gt;</a:t>
            </a:r>
          </a:p>
          <a:p>
            <a:pPr marL="0" indent="0">
              <a:buNone/>
            </a:pPr>
            <a:endParaRPr lang="en-US" sz="1800" dirty="0"/>
          </a:p>
          <a:p>
            <a:pPr marL="0" indent="0">
              <a:buNone/>
            </a:pPr>
            <a:r>
              <a:rPr lang="en-US" sz="1800" dirty="0"/>
              <a:t>uint32_t </a:t>
            </a:r>
            <a:r>
              <a:rPr lang="en-US" sz="1800" dirty="0" err="1"/>
              <a:t>fact_rec</a:t>
            </a:r>
            <a:r>
              <a:rPr lang="en-US" sz="1800" dirty="0"/>
              <a:t>(uint32_t n) {</a:t>
            </a:r>
          </a:p>
          <a:p>
            <a:pPr marL="0" indent="0">
              <a:buNone/>
            </a:pPr>
            <a:r>
              <a:rPr lang="en-US" sz="1800" dirty="0"/>
              <a:t>    if (n &lt;= 1) {</a:t>
            </a:r>
          </a:p>
          <a:p>
            <a:pPr marL="0" indent="0">
              <a:buNone/>
            </a:pPr>
            <a:r>
              <a:rPr lang="en-US" sz="1800" dirty="0"/>
              <a:t>        return 1;</a:t>
            </a:r>
          </a:p>
          <a:p>
            <a:pPr marL="0" indent="0">
              <a:buNone/>
            </a:pPr>
            <a:r>
              <a:rPr lang="en-US" sz="1800" dirty="0"/>
              <a:t>    }</a:t>
            </a:r>
          </a:p>
          <a:p>
            <a:pPr marL="0" indent="0">
              <a:buNone/>
            </a:pPr>
            <a:r>
              <a:rPr lang="en-US" sz="1800" dirty="0"/>
              <a:t>    return n * </a:t>
            </a:r>
            <a:r>
              <a:rPr lang="en-US" sz="1800" dirty="0" err="1"/>
              <a:t>fact_rec</a:t>
            </a:r>
            <a:r>
              <a:rPr lang="en-US" sz="1800" dirty="0"/>
              <a:t>(n - 1);</a:t>
            </a:r>
          </a:p>
          <a:p>
            <a:pPr marL="0" indent="0">
              <a:buNone/>
            </a:pPr>
            <a:r>
              <a:rPr lang="en-US" sz="1800" dirty="0"/>
              <a:t>}</a:t>
            </a:r>
          </a:p>
        </p:txBody>
      </p:sp>
      <p:sp>
        <p:nvSpPr>
          <p:cNvPr id="6" name="Content Placeholder 3">
            <a:extLst>
              <a:ext uri="{FF2B5EF4-FFF2-40B4-BE49-F238E27FC236}">
                <a16:creationId xmlns:a16="http://schemas.microsoft.com/office/drawing/2014/main" id="{45D15B45-A356-638A-35FB-768B7AA8995D}"/>
              </a:ext>
            </a:extLst>
          </p:cNvPr>
          <p:cNvSpPr txBox="1">
            <a:spLocks/>
          </p:cNvSpPr>
          <p:nvPr/>
        </p:nvSpPr>
        <p:spPr>
          <a:xfrm>
            <a:off x="685800" y="2162810"/>
            <a:ext cx="3810000" cy="4251960"/>
          </a:xfrm>
          <a:prstGeom prst="rect">
            <a:avLst/>
          </a:prstGeom>
          <a:ln>
            <a:solidFill>
              <a:schemeClr val="tx1"/>
            </a:solidFill>
          </a:ln>
        </p:spPr>
        <p:txBody>
          <a:bodyPr vert="horz">
            <a:normAutofit fontScale="70000" lnSpcReduction="20000"/>
          </a:bodyPr>
          <a:lstStyle>
            <a:lvl1pPr marL="274320" indent="-274320" algn="l" rtl="0" eaLnBrk="1" latinLnBrk="0" hangingPunct="1">
              <a:spcBef>
                <a:spcPts val="600"/>
              </a:spcBef>
              <a:buClr>
                <a:schemeClr val="accent1"/>
              </a:buClr>
              <a:buSzPct val="76000"/>
              <a:buFont typeface="Wingdings 3"/>
              <a:buChar char=""/>
              <a:defRPr kumimoji="0" sz="2600" kern="1200">
                <a:solidFill>
                  <a:schemeClr val="tx1"/>
                </a:solidFill>
                <a:latin typeface="+mn-lt"/>
                <a:ea typeface="+mn-ea"/>
                <a:cs typeface="+mn-cs"/>
              </a:defRPr>
            </a:lvl1pPr>
            <a:lvl2pPr marL="548640" indent="-274320" algn="l" rtl="0" eaLnBrk="1" latinLnBrk="0" hangingPunct="1">
              <a:spcBef>
                <a:spcPts val="500"/>
              </a:spcBef>
              <a:buClr>
                <a:schemeClr val="accent2"/>
              </a:buClr>
              <a:buSzPct val="76000"/>
              <a:buFont typeface="Wingdings 3"/>
              <a:buChar char=""/>
              <a:defRPr kumimoji="0" sz="2300" kern="1200">
                <a:solidFill>
                  <a:schemeClr val="tx2"/>
                </a:solidFill>
                <a:latin typeface="+mn-lt"/>
                <a:ea typeface="+mn-ea"/>
                <a:cs typeface="+mn-cs"/>
              </a:defRPr>
            </a:lvl2pPr>
            <a:lvl3pPr marL="822960" indent="-228600" algn="l" rtl="0" eaLnBrk="1" latinLnBrk="0" hangingPunct="1">
              <a:spcBef>
                <a:spcPts val="500"/>
              </a:spcBef>
              <a:buClr>
                <a:schemeClr val="bg1">
                  <a:shade val="50000"/>
                </a:schemeClr>
              </a:buClr>
              <a:buSzPct val="76000"/>
              <a:buFont typeface="Wingdings 3"/>
              <a:buChar char=""/>
              <a:defRPr kumimoji="0" sz="2000" kern="1200">
                <a:solidFill>
                  <a:schemeClr val="tx1"/>
                </a:solidFill>
                <a:latin typeface="+mn-lt"/>
                <a:ea typeface="+mn-ea"/>
                <a:cs typeface="+mn-cs"/>
              </a:defRPr>
            </a:lvl3pPr>
            <a:lvl4pPr marL="1097280" indent="-228600" algn="l" rtl="0" eaLnBrk="1" latinLnBrk="0" hangingPunct="1">
              <a:spcBef>
                <a:spcPts val="400"/>
              </a:spcBef>
              <a:buClr>
                <a:schemeClr val="accent2">
                  <a:shade val="75000"/>
                </a:schemeClr>
              </a:buClr>
              <a:buSzPct val="70000"/>
              <a:buFont typeface="Wingdings"/>
              <a:buChar char=""/>
              <a:defRPr kumimoji="0" sz="1800" kern="1200">
                <a:solidFill>
                  <a:schemeClr val="tx1"/>
                </a:solidFill>
                <a:latin typeface="+mn-lt"/>
                <a:ea typeface="+mn-ea"/>
                <a:cs typeface="+mn-cs"/>
              </a:defRPr>
            </a:lvl4pPr>
            <a:lvl5pPr marL="1371600" indent="-228600" algn="l" rtl="0" eaLnBrk="1" latinLnBrk="0" hangingPunct="1">
              <a:spcBef>
                <a:spcPts val="300"/>
              </a:spcBef>
              <a:buClr>
                <a:schemeClr val="accent2"/>
              </a:buClr>
              <a:buSzPct val="70000"/>
              <a:buFont typeface="Wingdings"/>
              <a:buChar char=""/>
              <a:defRPr kumimoji="0" sz="1600" kern="1200">
                <a:solidFill>
                  <a:schemeClr val="tx1"/>
                </a:solidFill>
                <a:latin typeface="+mn-lt"/>
                <a:ea typeface="+mn-ea"/>
                <a:cs typeface="+mn-cs"/>
              </a:defRPr>
            </a:lvl5pPr>
            <a:lvl6pPr marL="1645920" indent="-182880" algn="l" rtl="0" eaLnBrk="1" latinLnBrk="0" hangingPunct="1">
              <a:spcBef>
                <a:spcPts val="300"/>
              </a:spcBef>
              <a:buClr>
                <a:srgbClr val="9FB8CD">
                  <a:shade val="75000"/>
                </a:srgbClr>
              </a:buClr>
              <a:buSzPct val="75000"/>
              <a:buFont typeface="Wingdings 3"/>
              <a:buChar char=""/>
              <a:defRPr kumimoji="0" lang="en-US" sz="1600" kern="1200" smtClean="0">
                <a:solidFill>
                  <a:schemeClr val="tx1"/>
                </a:solidFill>
                <a:latin typeface="+mn-lt"/>
                <a:ea typeface="+mn-ea"/>
                <a:cs typeface="+mn-cs"/>
              </a:defRPr>
            </a:lvl6pPr>
            <a:lvl7pPr marL="1828800" indent="-182880" algn="l" rtl="0" eaLnBrk="1" latinLnBrk="0" hangingPunct="1">
              <a:spcBef>
                <a:spcPts val="300"/>
              </a:spcBef>
              <a:buClr>
                <a:srgbClr val="727CA3">
                  <a:shade val="75000"/>
                </a:srgbClr>
              </a:buClr>
              <a:buSzPct val="75000"/>
              <a:buFont typeface="Wingdings 3"/>
              <a:buChar char=""/>
              <a:defRPr kumimoji="0" lang="en-US" sz="1400" kern="1200" smtClean="0">
                <a:solidFill>
                  <a:schemeClr val="tx1"/>
                </a:solidFill>
                <a:latin typeface="+mn-lt"/>
                <a:ea typeface="+mn-ea"/>
                <a:cs typeface="+mn-cs"/>
              </a:defRPr>
            </a:lvl7pPr>
            <a:lvl8pPr marL="2011680" indent="-182880" algn="l" rtl="0" eaLnBrk="1" latinLnBrk="0" hangingPunct="1">
              <a:spcBef>
                <a:spcPts val="300"/>
              </a:spcBef>
              <a:buClr>
                <a:prstClr val="white">
                  <a:shade val="50000"/>
                </a:prstClr>
              </a:buClr>
              <a:buSzPct val="75000"/>
              <a:buFont typeface="Wingdings 3"/>
              <a:buChar char=""/>
              <a:defRPr kumimoji="0" lang="en-US" sz="1400" kern="1200" smtClean="0">
                <a:solidFill>
                  <a:schemeClr val="tx1"/>
                </a:solidFill>
                <a:latin typeface="+mn-lt"/>
                <a:ea typeface="+mn-ea"/>
                <a:cs typeface="+mn-cs"/>
              </a:defRPr>
            </a:lvl8pPr>
            <a:lvl9pPr marL="2194560" indent="-182880" algn="l" rtl="0" eaLnBrk="1" latinLnBrk="0" hangingPunct="1">
              <a:spcBef>
                <a:spcPts val="300"/>
              </a:spcBef>
              <a:buClr>
                <a:srgbClr val="9FB8CD"/>
              </a:buClr>
              <a:buSzPct val="75000"/>
              <a:buFont typeface="Wingdings 3"/>
              <a:buChar char=""/>
              <a:defRPr kumimoji="0" lang="en-US" sz="1200" kern="1200" smtClean="0">
                <a:solidFill>
                  <a:schemeClr val="tx1"/>
                </a:solidFill>
                <a:latin typeface="+mn-lt"/>
                <a:ea typeface="+mn-ea"/>
                <a:cs typeface="+mn-cs"/>
              </a:defRPr>
            </a:lvl9pPr>
          </a:lstStyle>
          <a:p>
            <a:pPr marL="0" indent="0">
              <a:buNone/>
            </a:pPr>
            <a:r>
              <a:rPr lang="en-US" dirty="0"/>
              <a:t>//Iterative version</a:t>
            </a:r>
          </a:p>
          <a:p>
            <a:pPr marL="0" indent="0">
              <a:buNone/>
            </a:pPr>
            <a:r>
              <a:rPr lang="en-US" dirty="0"/>
              <a:t>#include &lt;</a:t>
            </a:r>
            <a:r>
              <a:rPr lang="en-US" dirty="0" err="1"/>
              <a:t>stdint.h</a:t>
            </a:r>
            <a:r>
              <a:rPr lang="en-US" dirty="0"/>
              <a:t>&gt;</a:t>
            </a:r>
          </a:p>
          <a:p>
            <a:pPr marL="0" indent="0">
              <a:buNone/>
            </a:pPr>
            <a:endParaRPr lang="en-US" dirty="0"/>
          </a:p>
          <a:p>
            <a:pPr marL="0" indent="0">
              <a:buNone/>
            </a:pPr>
            <a:r>
              <a:rPr lang="en-US" dirty="0"/>
              <a:t>uint32_t </a:t>
            </a:r>
            <a:r>
              <a:rPr lang="en-US" dirty="0" err="1"/>
              <a:t>fact_iter</a:t>
            </a:r>
            <a:r>
              <a:rPr lang="en-US" dirty="0"/>
              <a:t>(uint32_t n) {</a:t>
            </a:r>
          </a:p>
          <a:p>
            <a:pPr marL="0" indent="0">
              <a:buNone/>
            </a:pPr>
            <a:r>
              <a:rPr lang="en-US" dirty="0"/>
              <a:t>    uint32_t acc = 1;</a:t>
            </a:r>
          </a:p>
          <a:p>
            <a:pPr marL="0" indent="0">
              <a:buNone/>
            </a:pPr>
            <a:r>
              <a:rPr lang="en-US" dirty="0"/>
              <a:t>    if (n &lt;= 1) {</a:t>
            </a:r>
          </a:p>
          <a:p>
            <a:pPr marL="0" indent="0">
              <a:buNone/>
            </a:pPr>
            <a:r>
              <a:rPr lang="en-US" dirty="0"/>
              <a:t>        return 1;</a:t>
            </a:r>
          </a:p>
          <a:p>
            <a:pPr marL="0" indent="0">
              <a:buNone/>
            </a:pPr>
            <a:r>
              <a:rPr lang="en-US" dirty="0"/>
              <a:t>    }</a:t>
            </a:r>
          </a:p>
          <a:p>
            <a:pPr marL="0" indent="0">
              <a:buNone/>
            </a:pPr>
            <a:r>
              <a:rPr lang="en-US" dirty="0"/>
              <a:t>    while (n &gt; 1) {</a:t>
            </a:r>
          </a:p>
          <a:p>
            <a:pPr marL="0" indent="0">
              <a:buNone/>
            </a:pPr>
            <a:r>
              <a:rPr lang="en-US" dirty="0"/>
              <a:t>        acc *= n;</a:t>
            </a:r>
          </a:p>
          <a:p>
            <a:pPr marL="0" indent="0">
              <a:buNone/>
            </a:pPr>
            <a:r>
              <a:rPr lang="en-US" dirty="0"/>
              <a:t>        n -= 1;</a:t>
            </a:r>
          </a:p>
          <a:p>
            <a:pPr marL="0" indent="0">
              <a:buNone/>
            </a:pPr>
            <a:r>
              <a:rPr lang="en-US" dirty="0"/>
              <a:t>    }</a:t>
            </a:r>
          </a:p>
          <a:p>
            <a:pPr marL="0" indent="0">
              <a:buNone/>
            </a:pPr>
            <a:r>
              <a:rPr lang="en-US" dirty="0"/>
              <a:t>    return acc;</a:t>
            </a:r>
          </a:p>
          <a:p>
            <a:pPr marL="0" indent="0">
              <a:buNone/>
            </a:pPr>
            <a:r>
              <a:rPr lang="en-US" dirty="0"/>
              <a:t>}</a:t>
            </a:r>
          </a:p>
        </p:txBody>
      </p:sp>
    </p:spTree>
    <p:extLst>
      <p:ext uri="{BB962C8B-B14F-4D97-AF65-F5344CB8AC3E}">
        <p14:creationId xmlns:p14="http://schemas.microsoft.com/office/powerpoint/2010/main" val="2707139683"/>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AB26404-63EE-CB5A-481A-AD6B0B09C23D}"/>
              </a:ext>
            </a:extLst>
          </p:cNvPr>
          <p:cNvSpPr>
            <a:spLocks noGrp="1"/>
          </p:cNvSpPr>
          <p:nvPr>
            <p:ph type="title"/>
          </p:nvPr>
        </p:nvSpPr>
        <p:spPr/>
        <p:txBody>
          <a:bodyPr/>
          <a:lstStyle/>
          <a:p>
            <a:r>
              <a:rPr lang="en-US" dirty="0"/>
              <a:t>Factorial</a:t>
            </a:r>
          </a:p>
        </p:txBody>
      </p:sp>
      <p:sp>
        <p:nvSpPr>
          <p:cNvPr id="3" name="Slide Number Placeholder 2">
            <a:extLst>
              <a:ext uri="{FF2B5EF4-FFF2-40B4-BE49-F238E27FC236}">
                <a16:creationId xmlns:a16="http://schemas.microsoft.com/office/drawing/2014/main" id="{923D6100-04EF-AD50-41F7-0624A60BB679}"/>
              </a:ext>
            </a:extLst>
          </p:cNvPr>
          <p:cNvSpPr>
            <a:spLocks noGrp="1"/>
          </p:cNvSpPr>
          <p:nvPr>
            <p:ph type="sldNum" sz="quarter" idx="12"/>
          </p:nvPr>
        </p:nvSpPr>
        <p:spPr/>
        <p:txBody>
          <a:bodyPr/>
          <a:lstStyle/>
          <a:p>
            <a:fld id="{EA7C8D44-3667-46F6-9772-CC52308E2A7F}" type="slidenum">
              <a:rPr kumimoji="0" lang="en-US" smtClean="0"/>
              <a:pPr/>
              <a:t>29</a:t>
            </a:fld>
            <a:endParaRPr kumimoji="0" lang="en-US" dirty="0"/>
          </a:p>
        </p:txBody>
      </p:sp>
      <p:sp>
        <p:nvSpPr>
          <p:cNvPr id="4" name="Content Placeholder 3">
            <a:extLst>
              <a:ext uri="{FF2B5EF4-FFF2-40B4-BE49-F238E27FC236}">
                <a16:creationId xmlns:a16="http://schemas.microsoft.com/office/drawing/2014/main" id="{C2EFFC15-913C-F5C8-F67E-5B2B5295992D}"/>
              </a:ext>
            </a:extLst>
          </p:cNvPr>
          <p:cNvSpPr>
            <a:spLocks noGrp="1"/>
          </p:cNvSpPr>
          <p:nvPr>
            <p:ph sz="quarter" idx="1"/>
          </p:nvPr>
        </p:nvSpPr>
        <p:spPr>
          <a:xfrm>
            <a:off x="228600" y="1219200"/>
            <a:ext cx="3886200" cy="4572000"/>
          </a:xfrm>
          <a:ln>
            <a:solidFill>
              <a:schemeClr val="tx1"/>
            </a:solidFill>
          </a:ln>
        </p:spPr>
        <p:txBody>
          <a:bodyPr>
            <a:normAutofit fontScale="55000" lnSpcReduction="20000"/>
          </a:bodyPr>
          <a:lstStyle/>
          <a:p>
            <a:pPr marL="0" indent="0">
              <a:buNone/>
            </a:pPr>
            <a:r>
              <a:rPr lang="en-US" dirty="0"/>
              <a:t>% uint32_t </a:t>
            </a:r>
            <a:r>
              <a:rPr lang="en-US" dirty="0" err="1"/>
              <a:t>fact_iter</a:t>
            </a:r>
            <a:r>
              <a:rPr lang="en-US" dirty="0"/>
              <a:t>(uint32_t n); iterative version</a:t>
            </a:r>
          </a:p>
          <a:p>
            <a:pPr marL="0" indent="0">
              <a:buNone/>
            </a:pPr>
            <a:r>
              <a:rPr lang="en-US" dirty="0"/>
              <a:t>% r0 = n, returns r0 = n!</a:t>
            </a:r>
          </a:p>
          <a:p>
            <a:pPr marL="0" indent="0">
              <a:buNone/>
            </a:pPr>
            <a:r>
              <a:rPr lang="en-US" dirty="0"/>
              <a:t>    .global </a:t>
            </a:r>
            <a:r>
              <a:rPr lang="en-US" dirty="0" err="1"/>
              <a:t>fact_iter</a:t>
            </a:r>
            <a:endParaRPr lang="en-US" dirty="0"/>
          </a:p>
          <a:p>
            <a:pPr marL="0" indent="0">
              <a:buNone/>
            </a:pPr>
            <a:r>
              <a:rPr lang="en-US" dirty="0" err="1"/>
              <a:t>fact_iter</a:t>
            </a:r>
            <a:r>
              <a:rPr lang="en-US" dirty="0"/>
              <a:t>:</a:t>
            </a:r>
          </a:p>
          <a:p>
            <a:pPr marL="0" indent="0">
              <a:buNone/>
            </a:pPr>
            <a:r>
              <a:rPr lang="en-US" dirty="0"/>
              <a:t>    PUSH    {r4, </a:t>
            </a:r>
            <a:r>
              <a:rPr lang="en-US" dirty="0" err="1"/>
              <a:t>lr</a:t>
            </a:r>
            <a:r>
              <a:rPr lang="en-US" dirty="0"/>
              <a:t>}        % save callee-saved we’ll use and return </a:t>
            </a:r>
            <a:r>
              <a:rPr lang="en-US" dirty="0" err="1"/>
              <a:t>addr</a:t>
            </a:r>
            <a:endParaRPr lang="en-US" dirty="0"/>
          </a:p>
          <a:p>
            <a:pPr marL="0" indent="0">
              <a:buNone/>
            </a:pPr>
            <a:r>
              <a:rPr lang="en-US" dirty="0"/>
              <a:t>    MOV    r1, r0          % r1 = n (loop counter)</a:t>
            </a:r>
          </a:p>
          <a:p>
            <a:pPr marL="0" indent="0">
              <a:buNone/>
            </a:pPr>
            <a:r>
              <a:rPr lang="en-US" dirty="0"/>
              <a:t>    MOV    r0, #1         % r0 = acc = 1</a:t>
            </a:r>
          </a:p>
          <a:p>
            <a:pPr marL="0" indent="0">
              <a:buNone/>
            </a:pPr>
            <a:r>
              <a:rPr lang="en-US" dirty="0"/>
              <a:t>    CMP     r1, #1</a:t>
            </a:r>
          </a:p>
          <a:p>
            <a:pPr marL="0" indent="0">
              <a:buNone/>
            </a:pPr>
            <a:r>
              <a:rPr lang="en-US" dirty="0"/>
              <a:t>    BLS     .</a:t>
            </a:r>
            <a:r>
              <a:rPr lang="en-US" dirty="0" err="1"/>
              <a:t>Ldone_iter</a:t>
            </a:r>
            <a:r>
              <a:rPr lang="en-US" dirty="0"/>
              <a:t>       % if n &lt;= 1, return 1</a:t>
            </a:r>
          </a:p>
          <a:p>
            <a:pPr marL="0" indent="0">
              <a:buNone/>
            </a:pPr>
            <a:r>
              <a:rPr lang="en-US" dirty="0"/>
              <a:t>                                      %(unsigned compare)</a:t>
            </a:r>
          </a:p>
          <a:p>
            <a:pPr marL="0" indent="0">
              <a:buNone/>
            </a:pPr>
            <a:r>
              <a:rPr lang="en-US" dirty="0"/>
              <a:t>.</a:t>
            </a:r>
            <a:r>
              <a:rPr lang="en-US" dirty="0" err="1"/>
              <a:t>Lloop_iter</a:t>
            </a:r>
            <a:r>
              <a:rPr lang="en-US" dirty="0"/>
              <a:t>:</a:t>
            </a:r>
          </a:p>
          <a:p>
            <a:pPr marL="0" indent="0">
              <a:buNone/>
            </a:pPr>
            <a:r>
              <a:rPr lang="en-US" dirty="0"/>
              <a:t>    % TODO</a:t>
            </a:r>
          </a:p>
          <a:p>
            <a:pPr marL="0" indent="0">
              <a:buNone/>
            </a:pPr>
            <a:r>
              <a:rPr lang="en-US" dirty="0"/>
              <a:t>.</a:t>
            </a:r>
            <a:r>
              <a:rPr lang="en-US" dirty="0" err="1"/>
              <a:t>Ldone_iter</a:t>
            </a:r>
            <a:r>
              <a:rPr lang="en-US" dirty="0"/>
              <a:t>:</a:t>
            </a:r>
          </a:p>
          <a:p>
            <a:pPr marL="0" indent="0">
              <a:buNone/>
            </a:pPr>
            <a:r>
              <a:rPr lang="en-US" dirty="0"/>
              <a:t>    POP     {r4, </a:t>
            </a:r>
            <a:r>
              <a:rPr lang="en-US" dirty="0" err="1"/>
              <a:t>lr</a:t>
            </a:r>
            <a:r>
              <a:rPr lang="en-US" dirty="0"/>
              <a:t>}</a:t>
            </a:r>
          </a:p>
          <a:p>
            <a:pPr marL="0" indent="0">
              <a:buNone/>
            </a:pPr>
            <a:r>
              <a:rPr lang="en-US" dirty="0"/>
              <a:t>    BX      </a:t>
            </a:r>
            <a:r>
              <a:rPr lang="en-US" dirty="0" err="1"/>
              <a:t>lr</a:t>
            </a:r>
            <a:endParaRPr lang="en-US" dirty="0"/>
          </a:p>
        </p:txBody>
      </p:sp>
      <p:sp>
        <p:nvSpPr>
          <p:cNvPr id="5" name="Content Placeholder 3">
            <a:extLst>
              <a:ext uri="{FF2B5EF4-FFF2-40B4-BE49-F238E27FC236}">
                <a16:creationId xmlns:a16="http://schemas.microsoft.com/office/drawing/2014/main" id="{B60DE175-89CF-1980-2FF5-09D118299DF7}"/>
              </a:ext>
            </a:extLst>
          </p:cNvPr>
          <p:cNvSpPr txBox="1">
            <a:spLocks/>
          </p:cNvSpPr>
          <p:nvPr/>
        </p:nvSpPr>
        <p:spPr>
          <a:xfrm>
            <a:off x="4267200" y="1219200"/>
            <a:ext cx="4800600" cy="5334000"/>
          </a:xfrm>
          <a:prstGeom prst="rect">
            <a:avLst/>
          </a:prstGeom>
          <a:ln>
            <a:solidFill>
              <a:schemeClr val="tx1"/>
            </a:solidFill>
          </a:ln>
        </p:spPr>
        <p:txBody>
          <a:bodyPr vert="horz">
            <a:normAutofit fontScale="47500" lnSpcReduction="20000"/>
          </a:bodyPr>
          <a:lstStyle>
            <a:lvl1pPr marL="274320" indent="-274320" algn="l" rtl="0" eaLnBrk="1" latinLnBrk="0" hangingPunct="1">
              <a:spcBef>
                <a:spcPts val="600"/>
              </a:spcBef>
              <a:buClr>
                <a:schemeClr val="accent1"/>
              </a:buClr>
              <a:buSzPct val="76000"/>
              <a:buFont typeface="Wingdings 3"/>
              <a:buChar char=""/>
              <a:defRPr kumimoji="0" sz="2600" kern="1200">
                <a:solidFill>
                  <a:schemeClr val="tx1"/>
                </a:solidFill>
                <a:latin typeface="+mn-lt"/>
                <a:ea typeface="+mn-ea"/>
                <a:cs typeface="+mn-cs"/>
              </a:defRPr>
            </a:lvl1pPr>
            <a:lvl2pPr marL="548640" indent="-274320" algn="l" rtl="0" eaLnBrk="1" latinLnBrk="0" hangingPunct="1">
              <a:spcBef>
                <a:spcPts val="500"/>
              </a:spcBef>
              <a:buClr>
                <a:schemeClr val="accent2"/>
              </a:buClr>
              <a:buSzPct val="76000"/>
              <a:buFont typeface="Wingdings 3"/>
              <a:buChar char=""/>
              <a:defRPr kumimoji="0" sz="2300" kern="1200">
                <a:solidFill>
                  <a:schemeClr val="tx2"/>
                </a:solidFill>
                <a:latin typeface="+mn-lt"/>
                <a:ea typeface="+mn-ea"/>
                <a:cs typeface="+mn-cs"/>
              </a:defRPr>
            </a:lvl2pPr>
            <a:lvl3pPr marL="822960" indent="-228600" algn="l" rtl="0" eaLnBrk="1" latinLnBrk="0" hangingPunct="1">
              <a:spcBef>
                <a:spcPts val="500"/>
              </a:spcBef>
              <a:buClr>
                <a:schemeClr val="bg1">
                  <a:shade val="50000"/>
                </a:schemeClr>
              </a:buClr>
              <a:buSzPct val="76000"/>
              <a:buFont typeface="Wingdings 3"/>
              <a:buChar char=""/>
              <a:defRPr kumimoji="0" sz="2000" kern="1200">
                <a:solidFill>
                  <a:schemeClr val="tx1"/>
                </a:solidFill>
                <a:latin typeface="+mn-lt"/>
                <a:ea typeface="+mn-ea"/>
                <a:cs typeface="+mn-cs"/>
              </a:defRPr>
            </a:lvl3pPr>
            <a:lvl4pPr marL="1097280" indent="-228600" algn="l" rtl="0" eaLnBrk="1" latinLnBrk="0" hangingPunct="1">
              <a:spcBef>
                <a:spcPts val="400"/>
              </a:spcBef>
              <a:buClr>
                <a:schemeClr val="accent2">
                  <a:shade val="75000"/>
                </a:schemeClr>
              </a:buClr>
              <a:buSzPct val="70000"/>
              <a:buFont typeface="Wingdings"/>
              <a:buChar char=""/>
              <a:defRPr kumimoji="0" sz="1800" kern="1200">
                <a:solidFill>
                  <a:schemeClr val="tx1"/>
                </a:solidFill>
                <a:latin typeface="+mn-lt"/>
                <a:ea typeface="+mn-ea"/>
                <a:cs typeface="+mn-cs"/>
              </a:defRPr>
            </a:lvl4pPr>
            <a:lvl5pPr marL="1371600" indent="-228600" algn="l" rtl="0" eaLnBrk="1" latinLnBrk="0" hangingPunct="1">
              <a:spcBef>
                <a:spcPts val="300"/>
              </a:spcBef>
              <a:buClr>
                <a:schemeClr val="accent2"/>
              </a:buClr>
              <a:buSzPct val="70000"/>
              <a:buFont typeface="Wingdings"/>
              <a:buChar char=""/>
              <a:defRPr kumimoji="0" sz="1600" kern="1200">
                <a:solidFill>
                  <a:schemeClr val="tx1"/>
                </a:solidFill>
                <a:latin typeface="+mn-lt"/>
                <a:ea typeface="+mn-ea"/>
                <a:cs typeface="+mn-cs"/>
              </a:defRPr>
            </a:lvl5pPr>
            <a:lvl6pPr marL="1645920" indent="-182880" algn="l" rtl="0" eaLnBrk="1" latinLnBrk="0" hangingPunct="1">
              <a:spcBef>
                <a:spcPts val="300"/>
              </a:spcBef>
              <a:buClr>
                <a:srgbClr val="9FB8CD">
                  <a:shade val="75000"/>
                </a:srgbClr>
              </a:buClr>
              <a:buSzPct val="75000"/>
              <a:buFont typeface="Wingdings 3"/>
              <a:buChar char=""/>
              <a:defRPr kumimoji="0" lang="en-US" sz="1600" kern="1200" smtClean="0">
                <a:solidFill>
                  <a:schemeClr val="tx1"/>
                </a:solidFill>
                <a:latin typeface="+mn-lt"/>
                <a:ea typeface="+mn-ea"/>
                <a:cs typeface="+mn-cs"/>
              </a:defRPr>
            </a:lvl6pPr>
            <a:lvl7pPr marL="1828800" indent="-182880" algn="l" rtl="0" eaLnBrk="1" latinLnBrk="0" hangingPunct="1">
              <a:spcBef>
                <a:spcPts val="300"/>
              </a:spcBef>
              <a:buClr>
                <a:srgbClr val="727CA3">
                  <a:shade val="75000"/>
                </a:srgbClr>
              </a:buClr>
              <a:buSzPct val="75000"/>
              <a:buFont typeface="Wingdings 3"/>
              <a:buChar char=""/>
              <a:defRPr kumimoji="0" lang="en-US" sz="1400" kern="1200" smtClean="0">
                <a:solidFill>
                  <a:schemeClr val="tx1"/>
                </a:solidFill>
                <a:latin typeface="+mn-lt"/>
                <a:ea typeface="+mn-ea"/>
                <a:cs typeface="+mn-cs"/>
              </a:defRPr>
            </a:lvl7pPr>
            <a:lvl8pPr marL="2011680" indent="-182880" algn="l" rtl="0" eaLnBrk="1" latinLnBrk="0" hangingPunct="1">
              <a:spcBef>
                <a:spcPts val="300"/>
              </a:spcBef>
              <a:buClr>
                <a:prstClr val="white">
                  <a:shade val="50000"/>
                </a:prstClr>
              </a:buClr>
              <a:buSzPct val="75000"/>
              <a:buFont typeface="Wingdings 3"/>
              <a:buChar char=""/>
              <a:defRPr kumimoji="0" lang="en-US" sz="1400" kern="1200" smtClean="0">
                <a:solidFill>
                  <a:schemeClr val="tx1"/>
                </a:solidFill>
                <a:latin typeface="+mn-lt"/>
                <a:ea typeface="+mn-ea"/>
                <a:cs typeface="+mn-cs"/>
              </a:defRPr>
            </a:lvl8pPr>
            <a:lvl9pPr marL="2194560" indent="-182880" algn="l" rtl="0" eaLnBrk="1" latinLnBrk="0" hangingPunct="1">
              <a:spcBef>
                <a:spcPts val="300"/>
              </a:spcBef>
              <a:buClr>
                <a:srgbClr val="9FB8CD"/>
              </a:buClr>
              <a:buSzPct val="75000"/>
              <a:buFont typeface="Wingdings 3"/>
              <a:buChar char=""/>
              <a:defRPr kumimoji="0" lang="en-US" sz="1200" kern="1200" smtClean="0">
                <a:solidFill>
                  <a:schemeClr val="tx1"/>
                </a:solidFill>
                <a:latin typeface="+mn-lt"/>
                <a:ea typeface="+mn-ea"/>
                <a:cs typeface="+mn-cs"/>
              </a:defRPr>
            </a:lvl9pPr>
          </a:lstStyle>
          <a:p>
            <a:pPr marL="0" indent="0">
              <a:buNone/>
            </a:pPr>
            <a:r>
              <a:rPr lang="en-US" dirty="0"/>
              <a:t>% uint32_t factorial(uint32_t n); Recursive version</a:t>
            </a:r>
          </a:p>
          <a:p>
            <a:pPr marL="0" indent="0">
              <a:buNone/>
            </a:pPr>
            <a:r>
              <a:rPr lang="en-US" dirty="0"/>
              <a:t>% r0: n</a:t>
            </a:r>
          </a:p>
          <a:p>
            <a:pPr marL="0" indent="0">
              <a:buNone/>
            </a:pPr>
            <a:r>
              <a:rPr lang="en-US" dirty="0"/>
              <a:t>% returns r0: n!</a:t>
            </a:r>
          </a:p>
          <a:p>
            <a:pPr marL="0" indent="0">
              <a:buNone/>
            </a:pPr>
            <a:endParaRPr lang="en-US" dirty="0"/>
          </a:p>
          <a:p>
            <a:pPr marL="0" indent="0">
              <a:buNone/>
            </a:pPr>
            <a:r>
              <a:rPr lang="en-US" dirty="0"/>
              <a:t>factorial:</a:t>
            </a:r>
          </a:p>
          <a:p>
            <a:pPr marL="0" indent="0">
              <a:buNone/>
            </a:pPr>
            <a:r>
              <a:rPr lang="en-US" dirty="0"/>
              <a:t>    CMP     r0, #1            % if (n &lt;= 1) ...</a:t>
            </a:r>
          </a:p>
          <a:p>
            <a:pPr marL="0" indent="0">
              <a:buNone/>
            </a:pPr>
            <a:r>
              <a:rPr lang="en-US" dirty="0"/>
              <a:t>    BLS     </a:t>
            </a:r>
            <a:r>
              <a:rPr lang="en-US" dirty="0" err="1"/>
              <a:t>base_case</a:t>
            </a:r>
            <a:r>
              <a:rPr lang="en-US" dirty="0"/>
              <a:t>         %    ... return 1</a:t>
            </a:r>
          </a:p>
          <a:p>
            <a:pPr marL="0" indent="0">
              <a:buNone/>
            </a:pPr>
            <a:endParaRPr lang="en-US" dirty="0"/>
          </a:p>
          <a:p>
            <a:pPr marL="0" indent="0">
              <a:buNone/>
            </a:pPr>
            <a:r>
              <a:rPr lang="en-US" dirty="0"/>
              <a:t>    PUSH    {</a:t>
            </a:r>
            <a:r>
              <a:rPr lang="en-US" dirty="0" err="1"/>
              <a:t>lr</a:t>
            </a:r>
            <a:r>
              <a:rPr lang="en-US" dirty="0"/>
              <a:t>}              % save return address for this frame</a:t>
            </a:r>
          </a:p>
          <a:p>
            <a:pPr marL="0" indent="0">
              <a:buNone/>
            </a:pPr>
            <a:r>
              <a:rPr lang="en-US" dirty="0"/>
              <a:t>    PUSH    {r0}              % save current n on stack (we'll need it after the recursive call)</a:t>
            </a:r>
          </a:p>
          <a:p>
            <a:pPr marL="0" indent="0">
              <a:buNone/>
            </a:pPr>
            <a:endParaRPr lang="en-US" dirty="0"/>
          </a:p>
          <a:p>
            <a:pPr marL="0" indent="0">
              <a:buNone/>
            </a:pPr>
            <a:r>
              <a:rPr lang="en-US" dirty="0"/>
              <a:t>    SUB     r0, r0, #1        % r0 = n - 1 (argument for recursive call)</a:t>
            </a:r>
          </a:p>
          <a:p>
            <a:pPr marL="0" indent="0">
              <a:buNone/>
            </a:pPr>
            <a:r>
              <a:rPr lang="en-US" dirty="0"/>
              <a:t>    BL      factorial         % r0 = factorial(n - 1)</a:t>
            </a:r>
          </a:p>
          <a:p>
            <a:pPr marL="0" indent="0">
              <a:buNone/>
            </a:pPr>
            <a:endParaRPr lang="en-US" dirty="0"/>
          </a:p>
          <a:p>
            <a:pPr marL="0" indent="0">
              <a:buNone/>
            </a:pPr>
            <a:r>
              <a:rPr lang="en-US" dirty="0"/>
              <a:t>    POP     {r1}              % r1 = saved n (restore caller's n)</a:t>
            </a:r>
          </a:p>
          <a:p>
            <a:pPr marL="0" indent="0">
              <a:buNone/>
            </a:pPr>
            <a:r>
              <a:rPr lang="en-US" dirty="0"/>
              <a:t>    MUL     r0, r0, r1        % r0 = factorial(n - 1) * n</a:t>
            </a:r>
          </a:p>
          <a:p>
            <a:pPr marL="0" indent="0">
              <a:buNone/>
            </a:pPr>
            <a:endParaRPr lang="en-US" dirty="0"/>
          </a:p>
          <a:p>
            <a:pPr marL="0" indent="0">
              <a:buNone/>
            </a:pPr>
            <a:r>
              <a:rPr lang="en-US" dirty="0"/>
              <a:t>    POP     {</a:t>
            </a:r>
            <a:r>
              <a:rPr lang="en-US" dirty="0" err="1"/>
              <a:t>lr</a:t>
            </a:r>
            <a:r>
              <a:rPr lang="en-US" dirty="0"/>
              <a:t>}              % restore return address</a:t>
            </a:r>
          </a:p>
          <a:p>
            <a:pPr marL="0" indent="0">
              <a:buNone/>
            </a:pPr>
            <a:r>
              <a:rPr lang="en-US" dirty="0"/>
              <a:t>    BX      </a:t>
            </a:r>
            <a:r>
              <a:rPr lang="en-US" dirty="0" err="1"/>
              <a:t>lr</a:t>
            </a:r>
            <a:r>
              <a:rPr lang="en-US" dirty="0"/>
              <a:t>                % return with result in r0</a:t>
            </a:r>
          </a:p>
          <a:p>
            <a:pPr marL="0" indent="0">
              <a:buNone/>
            </a:pPr>
            <a:endParaRPr lang="en-US" dirty="0"/>
          </a:p>
          <a:p>
            <a:pPr marL="0" indent="0">
              <a:buNone/>
            </a:pPr>
            <a:r>
              <a:rPr lang="en-US" dirty="0" err="1"/>
              <a:t>base_case</a:t>
            </a:r>
            <a:r>
              <a:rPr lang="en-US" dirty="0"/>
              <a:t>:</a:t>
            </a:r>
          </a:p>
          <a:p>
            <a:pPr marL="0" indent="0">
              <a:buNone/>
            </a:pPr>
            <a:r>
              <a:rPr lang="en-US" dirty="0"/>
              <a:t>    % TODO</a:t>
            </a:r>
          </a:p>
        </p:txBody>
      </p:sp>
    </p:spTree>
    <p:extLst>
      <p:ext uri="{BB962C8B-B14F-4D97-AF65-F5344CB8AC3E}">
        <p14:creationId xmlns:p14="http://schemas.microsoft.com/office/powerpoint/2010/main" val="4056115254"/>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0F5D616-A64C-1463-B27C-39D6A32E06B9}"/>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C37345B3-FBD4-2D39-F1EB-5F9D94C74C8C}"/>
              </a:ext>
            </a:extLst>
          </p:cNvPr>
          <p:cNvSpPr>
            <a:spLocks noGrp="1"/>
          </p:cNvSpPr>
          <p:nvPr>
            <p:ph type="title"/>
          </p:nvPr>
        </p:nvSpPr>
        <p:spPr/>
        <p:txBody>
          <a:bodyPr/>
          <a:lstStyle/>
          <a:p>
            <a:r>
              <a:rPr lang="en-US" dirty="0"/>
              <a:t>Factorial ANS</a:t>
            </a:r>
          </a:p>
        </p:txBody>
      </p:sp>
      <p:sp>
        <p:nvSpPr>
          <p:cNvPr id="3" name="Slide Number Placeholder 2">
            <a:extLst>
              <a:ext uri="{FF2B5EF4-FFF2-40B4-BE49-F238E27FC236}">
                <a16:creationId xmlns:a16="http://schemas.microsoft.com/office/drawing/2014/main" id="{1A312DDF-3C1F-06F9-1E69-7636875AE65C}"/>
              </a:ext>
            </a:extLst>
          </p:cNvPr>
          <p:cNvSpPr>
            <a:spLocks noGrp="1"/>
          </p:cNvSpPr>
          <p:nvPr>
            <p:ph type="sldNum" sz="quarter" idx="12"/>
          </p:nvPr>
        </p:nvSpPr>
        <p:spPr/>
        <p:txBody>
          <a:bodyPr/>
          <a:lstStyle/>
          <a:p>
            <a:fld id="{EA7C8D44-3667-46F6-9772-CC52308E2A7F}" type="slidenum">
              <a:rPr kumimoji="0" lang="en-US" smtClean="0"/>
              <a:pPr/>
              <a:t>30</a:t>
            </a:fld>
            <a:endParaRPr kumimoji="0" lang="en-US" dirty="0"/>
          </a:p>
        </p:txBody>
      </p:sp>
      <p:sp>
        <p:nvSpPr>
          <p:cNvPr id="4" name="Content Placeholder 3">
            <a:extLst>
              <a:ext uri="{FF2B5EF4-FFF2-40B4-BE49-F238E27FC236}">
                <a16:creationId xmlns:a16="http://schemas.microsoft.com/office/drawing/2014/main" id="{3149164B-AC7F-262E-85D3-203B21C2369A}"/>
              </a:ext>
            </a:extLst>
          </p:cNvPr>
          <p:cNvSpPr>
            <a:spLocks noGrp="1"/>
          </p:cNvSpPr>
          <p:nvPr>
            <p:ph sz="quarter" idx="1"/>
          </p:nvPr>
        </p:nvSpPr>
        <p:spPr>
          <a:xfrm>
            <a:off x="152400" y="1219199"/>
            <a:ext cx="3962400" cy="4800601"/>
          </a:xfrm>
          <a:ln>
            <a:solidFill>
              <a:schemeClr val="tx1"/>
            </a:solidFill>
          </a:ln>
        </p:spPr>
        <p:txBody>
          <a:bodyPr>
            <a:normAutofit fontScale="55000" lnSpcReduction="20000"/>
          </a:bodyPr>
          <a:lstStyle/>
          <a:p>
            <a:pPr marL="0" indent="0">
              <a:buNone/>
            </a:pPr>
            <a:r>
              <a:rPr lang="en-US" dirty="0"/>
              <a:t> % uint32_t </a:t>
            </a:r>
            <a:r>
              <a:rPr lang="en-US" dirty="0" err="1"/>
              <a:t>fact_iter</a:t>
            </a:r>
            <a:r>
              <a:rPr lang="en-US" dirty="0"/>
              <a:t>(uint32_t n); iterative version</a:t>
            </a:r>
          </a:p>
          <a:p>
            <a:pPr marL="0" indent="0">
              <a:buNone/>
            </a:pPr>
            <a:r>
              <a:rPr lang="en-US" dirty="0"/>
              <a:t> % r0 = n, returns r0 = n!</a:t>
            </a:r>
          </a:p>
          <a:p>
            <a:pPr marL="0" indent="0">
              <a:buNone/>
            </a:pPr>
            <a:r>
              <a:rPr lang="en-US" dirty="0"/>
              <a:t>    .global </a:t>
            </a:r>
            <a:r>
              <a:rPr lang="en-US" dirty="0" err="1"/>
              <a:t>fact_iter</a:t>
            </a:r>
            <a:endParaRPr lang="en-US" dirty="0"/>
          </a:p>
          <a:p>
            <a:pPr marL="0" indent="0">
              <a:buNone/>
            </a:pPr>
            <a:r>
              <a:rPr lang="en-US" dirty="0" err="1"/>
              <a:t>fact_iter</a:t>
            </a:r>
            <a:r>
              <a:rPr lang="en-US" dirty="0"/>
              <a:t>:</a:t>
            </a:r>
          </a:p>
          <a:p>
            <a:pPr marL="0" indent="0">
              <a:buNone/>
            </a:pPr>
            <a:r>
              <a:rPr lang="en-US" dirty="0"/>
              <a:t>    PUSH    {r4, </a:t>
            </a:r>
            <a:r>
              <a:rPr lang="en-US" dirty="0" err="1"/>
              <a:t>lr</a:t>
            </a:r>
            <a:r>
              <a:rPr lang="en-US" dirty="0"/>
              <a:t>}          % save callee-saved we’ll use and return </a:t>
            </a:r>
            <a:r>
              <a:rPr lang="en-US" dirty="0" err="1"/>
              <a:t>addr</a:t>
            </a:r>
            <a:endParaRPr lang="en-US" dirty="0"/>
          </a:p>
          <a:p>
            <a:pPr marL="0" indent="0">
              <a:buNone/>
            </a:pPr>
            <a:r>
              <a:rPr lang="en-US" dirty="0"/>
              <a:t>    MOV    r1, r0          % r1 = n (loop counter)</a:t>
            </a:r>
          </a:p>
          <a:p>
            <a:pPr marL="0" indent="0">
              <a:buNone/>
            </a:pPr>
            <a:r>
              <a:rPr lang="en-US" dirty="0"/>
              <a:t>    MOV    r0, #1         % r0 = acc = 1</a:t>
            </a:r>
          </a:p>
          <a:p>
            <a:pPr marL="0" indent="0">
              <a:buNone/>
            </a:pPr>
            <a:r>
              <a:rPr lang="en-US" dirty="0"/>
              <a:t>    CMP     r1, #1</a:t>
            </a:r>
          </a:p>
          <a:p>
            <a:pPr marL="0" indent="0">
              <a:buNone/>
            </a:pPr>
            <a:r>
              <a:rPr lang="en-US" dirty="0"/>
              <a:t>    BLS     .</a:t>
            </a:r>
            <a:r>
              <a:rPr lang="en-US" dirty="0" err="1"/>
              <a:t>Ldone_iter</a:t>
            </a:r>
            <a:r>
              <a:rPr lang="en-US" dirty="0"/>
              <a:t>       % if n &lt;= 1, return 1</a:t>
            </a:r>
          </a:p>
          <a:p>
            <a:pPr marL="0" indent="0">
              <a:buNone/>
            </a:pPr>
            <a:r>
              <a:rPr lang="en-US" dirty="0"/>
              <a:t>                                      % (unsigned compare)</a:t>
            </a:r>
          </a:p>
          <a:p>
            <a:pPr marL="0" indent="0">
              <a:buNone/>
            </a:pPr>
            <a:r>
              <a:rPr lang="en-US" dirty="0"/>
              <a:t>.</a:t>
            </a:r>
            <a:r>
              <a:rPr lang="en-US" dirty="0" err="1"/>
              <a:t>Lloop_iter</a:t>
            </a:r>
            <a:r>
              <a:rPr lang="en-US" dirty="0"/>
              <a:t>:</a:t>
            </a:r>
          </a:p>
          <a:p>
            <a:pPr marL="0" indent="0">
              <a:buNone/>
            </a:pPr>
            <a:r>
              <a:rPr lang="en-US" dirty="0"/>
              <a:t>    MUL     r0, r0, r1        % acc *= </a:t>
            </a:r>
            <a:r>
              <a:rPr lang="en-US" dirty="0" err="1"/>
              <a:t>i</a:t>
            </a:r>
            <a:endParaRPr lang="en-US" dirty="0"/>
          </a:p>
          <a:p>
            <a:pPr marL="0" indent="0">
              <a:buNone/>
            </a:pPr>
            <a:r>
              <a:rPr lang="en-US" dirty="0"/>
              <a:t>    SUBS    r1, r1, #1        % </a:t>
            </a:r>
            <a:r>
              <a:rPr lang="en-US" dirty="0" err="1"/>
              <a:t>i</a:t>
            </a:r>
            <a:r>
              <a:rPr lang="en-US" dirty="0"/>
              <a:t>--</a:t>
            </a:r>
          </a:p>
          <a:p>
            <a:pPr marL="0" indent="0">
              <a:buNone/>
            </a:pPr>
            <a:r>
              <a:rPr lang="en-US" dirty="0"/>
              <a:t>    BHI     .</a:t>
            </a:r>
            <a:r>
              <a:rPr lang="en-US" dirty="0" err="1"/>
              <a:t>Lloop_iter</a:t>
            </a:r>
            <a:r>
              <a:rPr lang="en-US" dirty="0"/>
              <a:t>       % continue while </a:t>
            </a:r>
            <a:r>
              <a:rPr lang="en-US" dirty="0" err="1"/>
              <a:t>i</a:t>
            </a:r>
            <a:r>
              <a:rPr lang="en-US" dirty="0"/>
              <a:t> &gt; 1</a:t>
            </a:r>
          </a:p>
          <a:p>
            <a:pPr marL="0" indent="0">
              <a:buNone/>
            </a:pPr>
            <a:r>
              <a:rPr lang="en-US" dirty="0"/>
              <a:t>                                      % (unsigned compare)</a:t>
            </a:r>
          </a:p>
          <a:p>
            <a:pPr marL="0" indent="0">
              <a:buNone/>
            </a:pPr>
            <a:r>
              <a:rPr lang="en-US" dirty="0"/>
              <a:t>.</a:t>
            </a:r>
            <a:r>
              <a:rPr lang="en-US" dirty="0" err="1"/>
              <a:t>Ldone_iter</a:t>
            </a:r>
            <a:r>
              <a:rPr lang="en-US" dirty="0"/>
              <a:t>:</a:t>
            </a:r>
          </a:p>
          <a:p>
            <a:pPr marL="0" indent="0">
              <a:buNone/>
            </a:pPr>
            <a:r>
              <a:rPr lang="en-US" dirty="0"/>
              <a:t>    POP     {r4, </a:t>
            </a:r>
            <a:r>
              <a:rPr lang="en-US" dirty="0" err="1"/>
              <a:t>lr</a:t>
            </a:r>
            <a:r>
              <a:rPr lang="en-US" dirty="0"/>
              <a:t>}</a:t>
            </a:r>
          </a:p>
          <a:p>
            <a:pPr marL="0" indent="0">
              <a:buNone/>
            </a:pPr>
            <a:r>
              <a:rPr lang="en-US" dirty="0"/>
              <a:t>    BX      </a:t>
            </a:r>
            <a:r>
              <a:rPr lang="en-US" dirty="0" err="1"/>
              <a:t>lr</a:t>
            </a:r>
            <a:endParaRPr lang="en-US" dirty="0"/>
          </a:p>
        </p:txBody>
      </p:sp>
      <p:sp>
        <p:nvSpPr>
          <p:cNvPr id="5" name="Content Placeholder 3">
            <a:extLst>
              <a:ext uri="{FF2B5EF4-FFF2-40B4-BE49-F238E27FC236}">
                <a16:creationId xmlns:a16="http://schemas.microsoft.com/office/drawing/2014/main" id="{B0B60CED-9D05-2D49-66A9-FB9AB6E901FB}"/>
              </a:ext>
            </a:extLst>
          </p:cNvPr>
          <p:cNvSpPr txBox="1">
            <a:spLocks/>
          </p:cNvSpPr>
          <p:nvPr/>
        </p:nvSpPr>
        <p:spPr>
          <a:xfrm>
            <a:off x="4267200" y="1219200"/>
            <a:ext cx="4800600" cy="5334000"/>
          </a:xfrm>
          <a:prstGeom prst="rect">
            <a:avLst/>
          </a:prstGeom>
          <a:ln>
            <a:solidFill>
              <a:schemeClr val="tx1"/>
            </a:solidFill>
          </a:ln>
        </p:spPr>
        <p:txBody>
          <a:bodyPr vert="horz">
            <a:normAutofit fontScale="47500" lnSpcReduction="20000"/>
          </a:bodyPr>
          <a:lstStyle>
            <a:lvl1pPr marL="274320" indent="-274320" algn="l" rtl="0" eaLnBrk="1" latinLnBrk="0" hangingPunct="1">
              <a:spcBef>
                <a:spcPts val="600"/>
              </a:spcBef>
              <a:buClr>
                <a:schemeClr val="accent1"/>
              </a:buClr>
              <a:buSzPct val="76000"/>
              <a:buFont typeface="Wingdings 3"/>
              <a:buChar char=""/>
              <a:defRPr kumimoji="0" sz="2600" kern="1200">
                <a:solidFill>
                  <a:schemeClr val="tx1"/>
                </a:solidFill>
                <a:latin typeface="+mn-lt"/>
                <a:ea typeface="+mn-ea"/>
                <a:cs typeface="+mn-cs"/>
              </a:defRPr>
            </a:lvl1pPr>
            <a:lvl2pPr marL="548640" indent="-274320" algn="l" rtl="0" eaLnBrk="1" latinLnBrk="0" hangingPunct="1">
              <a:spcBef>
                <a:spcPts val="500"/>
              </a:spcBef>
              <a:buClr>
                <a:schemeClr val="accent2"/>
              </a:buClr>
              <a:buSzPct val="76000"/>
              <a:buFont typeface="Wingdings 3"/>
              <a:buChar char=""/>
              <a:defRPr kumimoji="0" sz="2300" kern="1200">
                <a:solidFill>
                  <a:schemeClr val="tx2"/>
                </a:solidFill>
                <a:latin typeface="+mn-lt"/>
                <a:ea typeface="+mn-ea"/>
                <a:cs typeface="+mn-cs"/>
              </a:defRPr>
            </a:lvl2pPr>
            <a:lvl3pPr marL="822960" indent="-228600" algn="l" rtl="0" eaLnBrk="1" latinLnBrk="0" hangingPunct="1">
              <a:spcBef>
                <a:spcPts val="500"/>
              </a:spcBef>
              <a:buClr>
                <a:schemeClr val="bg1">
                  <a:shade val="50000"/>
                </a:schemeClr>
              </a:buClr>
              <a:buSzPct val="76000"/>
              <a:buFont typeface="Wingdings 3"/>
              <a:buChar char=""/>
              <a:defRPr kumimoji="0" sz="2000" kern="1200">
                <a:solidFill>
                  <a:schemeClr val="tx1"/>
                </a:solidFill>
                <a:latin typeface="+mn-lt"/>
                <a:ea typeface="+mn-ea"/>
                <a:cs typeface="+mn-cs"/>
              </a:defRPr>
            </a:lvl3pPr>
            <a:lvl4pPr marL="1097280" indent="-228600" algn="l" rtl="0" eaLnBrk="1" latinLnBrk="0" hangingPunct="1">
              <a:spcBef>
                <a:spcPts val="400"/>
              </a:spcBef>
              <a:buClr>
                <a:schemeClr val="accent2">
                  <a:shade val="75000"/>
                </a:schemeClr>
              </a:buClr>
              <a:buSzPct val="70000"/>
              <a:buFont typeface="Wingdings"/>
              <a:buChar char=""/>
              <a:defRPr kumimoji="0" sz="1800" kern="1200">
                <a:solidFill>
                  <a:schemeClr val="tx1"/>
                </a:solidFill>
                <a:latin typeface="+mn-lt"/>
                <a:ea typeface="+mn-ea"/>
                <a:cs typeface="+mn-cs"/>
              </a:defRPr>
            </a:lvl4pPr>
            <a:lvl5pPr marL="1371600" indent="-228600" algn="l" rtl="0" eaLnBrk="1" latinLnBrk="0" hangingPunct="1">
              <a:spcBef>
                <a:spcPts val="300"/>
              </a:spcBef>
              <a:buClr>
                <a:schemeClr val="accent2"/>
              </a:buClr>
              <a:buSzPct val="70000"/>
              <a:buFont typeface="Wingdings"/>
              <a:buChar char=""/>
              <a:defRPr kumimoji="0" sz="1600" kern="1200">
                <a:solidFill>
                  <a:schemeClr val="tx1"/>
                </a:solidFill>
                <a:latin typeface="+mn-lt"/>
                <a:ea typeface="+mn-ea"/>
                <a:cs typeface="+mn-cs"/>
              </a:defRPr>
            </a:lvl5pPr>
            <a:lvl6pPr marL="1645920" indent="-182880" algn="l" rtl="0" eaLnBrk="1" latinLnBrk="0" hangingPunct="1">
              <a:spcBef>
                <a:spcPts val="300"/>
              </a:spcBef>
              <a:buClr>
                <a:srgbClr val="9FB8CD">
                  <a:shade val="75000"/>
                </a:srgbClr>
              </a:buClr>
              <a:buSzPct val="75000"/>
              <a:buFont typeface="Wingdings 3"/>
              <a:buChar char=""/>
              <a:defRPr kumimoji="0" lang="en-US" sz="1600" kern="1200" smtClean="0">
                <a:solidFill>
                  <a:schemeClr val="tx1"/>
                </a:solidFill>
                <a:latin typeface="+mn-lt"/>
                <a:ea typeface="+mn-ea"/>
                <a:cs typeface="+mn-cs"/>
              </a:defRPr>
            </a:lvl6pPr>
            <a:lvl7pPr marL="1828800" indent="-182880" algn="l" rtl="0" eaLnBrk="1" latinLnBrk="0" hangingPunct="1">
              <a:spcBef>
                <a:spcPts val="300"/>
              </a:spcBef>
              <a:buClr>
                <a:srgbClr val="727CA3">
                  <a:shade val="75000"/>
                </a:srgbClr>
              </a:buClr>
              <a:buSzPct val="75000"/>
              <a:buFont typeface="Wingdings 3"/>
              <a:buChar char=""/>
              <a:defRPr kumimoji="0" lang="en-US" sz="1400" kern="1200" smtClean="0">
                <a:solidFill>
                  <a:schemeClr val="tx1"/>
                </a:solidFill>
                <a:latin typeface="+mn-lt"/>
                <a:ea typeface="+mn-ea"/>
                <a:cs typeface="+mn-cs"/>
              </a:defRPr>
            </a:lvl7pPr>
            <a:lvl8pPr marL="2011680" indent="-182880" algn="l" rtl="0" eaLnBrk="1" latinLnBrk="0" hangingPunct="1">
              <a:spcBef>
                <a:spcPts val="300"/>
              </a:spcBef>
              <a:buClr>
                <a:prstClr val="white">
                  <a:shade val="50000"/>
                </a:prstClr>
              </a:buClr>
              <a:buSzPct val="75000"/>
              <a:buFont typeface="Wingdings 3"/>
              <a:buChar char=""/>
              <a:defRPr kumimoji="0" lang="en-US" sz="1400" kern="1200" smtClean="0">
                <a:solidFill>
                  <a:schemeClr val="tx1"/>
                </a:solidFill>
                <a:latin typeface="+mn-lt"/>
                <a:ea typeface="+mn-ea"/>
                <a:cs typeface="+mn-cs"/>
              </a:defRPr>
            </a:lvl8pPr>
            <a:lvl9pPr marL="2194560" indent="-182880" algn="l" rtl="0" eaLnBrk="1" latinLnBrk="0" hangingPunct="1">
              <a:spcBef>
                <a:spcPts val="300"/>
              </a:spcBef>
              <a:buClr>
                <a:srgbClr val="9FB8CD"/>
              </a:buClr>
              <a:buSzPct val="75000"/>
              <a:buFont typeface="Wingdings 3"/>
              <a:buChar char=""/>
              <a:defRPr kumimoji="0" lang="en-US" sz="1200" kern="1200" smtClean="0">
                <a:solidFill>
                  <a:schemeClr val="tx1"/>
                </a:solidFill>
                <a:latin typeface="+mn-lt"/>
                <a:ea typeface="+mn-ea"/>
                <a:cs typeface="+mn-cs"/>
              </a:defRPr>
            </a:lvl9pPr>
          </a:lstStyle>
          <a:p>
            <a:pPr marL="0" indent="0">
              <a:buNone/>
            </a:pPr>
            <a:r>
              <a:rPr lang="en-US" dirty="0"/>
              <a:t> % uint32_t factorial(uint32_t n); Recursive version</a:t>
            </a:r>
          </a:p>
          <a:p>
            <a:pPr marL="0" indent="0">
              <a:buNone/>
            </a:pPr>
            <a:r>
              <a:rPr lang="en-US" dirty="0"/>
              <a:t>    % r0: n</a:t>
            </a:r>
          </a:p>
          <a:p>
            <a:pPr marL="0" indent="0">
              <a:buNone/>
            </a:pPr>
            <a:r>
              <a:rPr lang="en-US" dirty="0"/>
              <a:t>    % returns r0: n!</a:t>
            </a:r>
          </a:p>
          <a:p>
            <a:pPr marL="0" indent="0">
              <a:buNone/>
            </a:pPr>
            <a:endParaRPr lang="en-US" dirty="0"/>
          </a:p>
          <a:p>
            <a:pPr marL="0" indent="0">
              <a:buNone/>
            </a:pPr>
            <a:r>
              <a:rPr lang="en-US" dirty="0"/>
              <a:t>factorial:</a:t>
            </a:r>
          </a:p>
          <a:p>
            <a:pPr marL="0" indent="0">
              <a:buNone/>
            </a:pPr>
            <a:r>
              <a:rPr lang="en-US" dirty="0"/>
              <a:t>    CMP     r0, #1            % if (n &lt;= 1) ...</a:t>
            </a:r>
          </a:p>
          <a:p>
            <a:pPr marL="0" indent="0">
              <a:buNone/>
            </a:pPr>
            <a:r>
              <a:rPr lang="en-US" dirty="0"/>
              <a:t>    BL</a:t>
            </a:r>
            <a:r>
              <a:rPr lang="en-US" altLang="zh-CN" dirty="0"/>
              <a:t>S</a:t>
            </a:r>
            <a:r>
              <a:rPr lang="en-US" dirty="0"/>
              <a:t>     </a:t>
            </a:r>
            <a:r>
              <a:rPr lang="en-US" dirty="0" err="1"/>
              <a:t>base_case</a:t>
            </a:r>
            <a:r>
              <a:rPr lang="en-US" dirty="0"/>
              <a:t>         %    ... return 1</a:t>
            </a:r>
          </a:p>
          <a:p>
            <a:pPr marL="0" indent="0">
              <a:buNone/>
            </a:pPr>
            <a:endParaRPr lang="en-US" dirty="0"/>
          </a:p>
          <a:p>
            <a:pPr marL="0" indent="0">
              <a:buNone/>
            </a:pPr>
            <a:r>
              <a:rPr lang="en-US" dirty="0"/>
              <a:t>    PUSH    {</a:t>
            </a:r>
            <a:r>
              <a:rPr lang="en-US" dirty="0" err="1"/>
              <a:t>lr</a:t>
            </a:r>
            <a:r>
              <a:rPr lang="en-US" dirty="0"/>
              <a:t>}              % save return address for this frame</a:t>
            </a:r>
          </a:p>
          <a:p>
            <a:pPr marL="0" indent="0">
              <a:buNone/>
            </a:pPr>
            <a:r>
              <a:rPr lang="en-US" dirty="0"/>
              <a:t>    PUSH    {r0}             % save current n on stack (we'll need it after the recursive call)</a:t>
            </a:r>
          </a:p>
          <a:p>
            <a:pPr marL="0" indent="0">
              <a:buNone/>
            </a:pPr>
            <a:endParaRPr lang="en-US" dirty="0"/>
          </a:p>
          <a:p>
            <a:pPr marL="0" indent="0">
              <a:buNone/>
            </a:pPr>
            <a:r>
              <a:rPr lang="en-US" dirty="0"/>
              <a:t>    SUB     r0, r0, #1        % r0 = n - 1 (argument for recursive call)</a:t>
            </a:r>
          </a:p>
          <a:p>
            <a:pPr marL="0" indent="0">
              <a:buNone/>
            </a:pPr>
            <a:r>
              <a:rPr lang="en-US" dirty="0"/>
              <a:t>    BL      factorial          % r0 = factorial(n - 1)</a:t>
            </a:r>
          </a:p>
          <a:p>
            <a:pPr marL="0" indent="0">
              <a:buNone/>
            </a:pPr>
            <a:endParaRPr lang="en-US" dirty="0"/>
          </a:p>
          <a:p>
            <a:pPr marL="0" indent="0">
              <a:buNone/>
            </a:pPr>
            <a:r>
              <a:rPr lang="en-US" dirty="0"/>
              <a:t>    POP     {r1}               % r1 = saved n (restore caller's n)</a:t>
            </a:r>
          </a:p>
          <a:p>
            <a:pPr marL="0" indent="0">
              <a:buNone/>
            </a:pPr>
            <a:r>
              <a:rPr lang="en-US" dirty="0"/>
              <a:t>    MUL     r0, r0, r1        % r0 = factorial(n - 1) * n</a:t>
            </a:r>
          </a:p>
          <a:p>
            <a:pPr marL="0" indent="0">
              <a:buNone/>
            </a:pPr>
            <a:endParaRPr lang="en-US" dirty="0"/>
          </a:p>
          <a:p>
            <a:pPr marL="0" indent="0">
              <a:buNone/>
            </a:pPr>
            <a:r>
              <a:rPr lang="en-US" dirty="0"/>
              <a:t>    POP     {</a:t>
            </a:r>
            <a:r>
              <a:rPr lang="en-US" dirty="0" err="1"/>
              <a:t>lr</a:t>
            </a:r>
            <a:r>
              <a:rPr lang="en-US" dirty="0"/>
              <a:t>}              % restore return address</a:t>
            </a:r>
          </a:p>
          <a:p>
            <a:pPr marL="0" indent="0">
              <a:buNone/>
            </a:pPr>
            <a:r>
              <a:rPr lang="en-US" dirty="0"/>
              <a:t>    BX      </a:t>
            </a:r>
            <a:r>
              <a:rPr lang="en-US" dirty="0" err="1"/>
              <a:t>lr</a:t>
            </a:r>
            <a:r>
              <a:rPr lang="en-US" dirty="0"/>
              <a:t>                 % return with result in r0</a:t>
            </a:r>
          </a:p>
          <a:p>
            <a:pPr marL="0" indent="0">
              <a:buNone/>
            </a:pPr>
            <a:endParaRPr lang="en-US" dirty="0"/>
          </a:p>
          <a:p>
            <a:pPr marL="0" indent="0">
              <a:buNone/>
            </a:pPr>
            <a:r>
              <a:rPr lang="en-US" dirty="0" err="1"/>
              <a:t>base_case</a:t>
            </a:r>
            <a:r>
              <a:rPr lang="en-US" dirty="0"/>
              <a:t>:</a:t>
            </a:r>
          </a:p>
          <a:p>
            <a:pPr marL="0" indent="0">
              <a:buNone/>
            </a:pPr>
            <a:r>
              <a:rPr lang="en-US" dirty="0"/>
              <a:t>    MOV     r0, #1            % factorial(n) = 1 for n &lt;= 1</a:t>
            </a:r>
          </a:p>
          <a:p>
            <a:pPr marL="0" indent="0">
              <a:buNone/>
            </a:pPr>
            <a:r>
              <a:rPr lang="en-US" dirty="0"/>
              <a:t>    BX      </a:t>
            </a:r>
            <a:r>
              <a:rPr lang="en-US" dirty="0" err="1"/>
              <a:t>lr</a:t>
            </a:r>
            <a:r>
              <a:rPr lang="en-US" dirty="0"/>
              <a:t>                % return</a:t>
            </a:r>
          </a:p>
        </p:txBody>
      </p:sp>
      <p:sp>
        <p:nvSpPr>
          <p:cNvPr id="6" name="TextBox 5">
            <a:extLst>
              <a:ext uri="{FF2B5EF4-FFF2-40B4-BE49-F238E27FC236}">
                <a16:creationId xmlns:a16="http://schemas.microsoft.com/office/drawing/2014/main" id="{FA97F22B-CBD2-A76E-66A6-7632B8BDAF8F}"/>
              </a:ext>
            </a:extLst>
          </p:cNvPr>
          <p:cNvSpPr txBox="1"/>
          <p:nvPr/>
        </p:nvSpPr>
        <p:spPr>
          <a:xfrm>
            <a:off x="98323" y="5845277"/>
            <a:ext cx="4124632" cy="954107"/>
          </a:xfrm>
          <a:prstGeom prst="rect">
            <a:avLst/>
          </a:prstGeom>
          <a:solidFill>
            <a:schemeClr val="bg1">
              <a:lumMod val="85000"/>
            </a:schemeClr>
          </a:solidFill>
        </p:spPr>
        <p:style>
          <a:lnRef idx="1">
            <a:schemeClr val="dk1"/>
          </a:lnRef>
          <a:fillRef idx="2">
            <a:schemeClr val="dk1"/>
          </a:fillRef>
          <a:effectRef idx="1">
            <a:schemeClr val="dk1"/>
          </a:effectRef>
          <a:fontRef idx="minor">
            <a:schemeClr val="dk1"/>
          </a:fontRef>
        </p:style>
        <p:txBody>
          <a:bodyPr wrap="square" rtlCol="0">
            <a:spAutoFit/>
          </a:bodyPr>
          <a:lstStyle/>
          <a:p>
            <a:r>
              <a:rPr lang="en-US" sz="1400" dirty="0"/>
              <a:t>POP is used here because the function previously </a:t>
            </a:r>
            <a:r>
              <a:rPr lang="en-US" sz="1400" dirty="0" err="1"/>
              <a:t>PUSHed</a:t>
            </a:r>
            <a:r>
              <a:rPr lang="en-US" sz="1400" dirty="0"/>
              <a:t> registers that must be </a:t>
            </a:r>
            <a:r>
              <a:rPr lang="en-US" sz="1400" b="1" dirty="0"/>
              <a:t>restored</a:t>
            </a:r>
            <a:r>
              <a:rPr lang="en-US" sz="1400" dirty="0"/>
              <a:t> before returning; POP both restores those registers and fixes the stack pointer in one instruction.</a:t>
            </a:r>
          </a:p>
        </p:txBody>
      </p:sp>
    </p:spTree>
    <p:extLst>
      <p:ext uri="{BB962C8B-B14F-4D97-AF65-F5344CB8AC3E}">
        <p14:creationId xmlns:p14="http://schemas.microsoft.com/office/powerpoint/2010/main" val="3049968880"/>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7B41483-7081-C44C-81EF-D92F00104765}"/>
              </a:ext>
            </a:extLst>
          </p:cNvPr>
          <p:cNvSpPr>
            <a:spLocks noGrp="1"/>
          </p:cNvSpPr>
          <p:nvPr>
            <p:ph type="title"/>
          </p:nvPr>
        </p:nvSpPr>
        <p:spPr/>
        <p:txBody>
          <a:bodyPr>
            <a:normAutofit/>
          </a:bodyPr>
          <a:lstStyle/>
          <a:p>
            <a:r>
              <a:rPr lang="en-US" dirty="0"/>
              <a:t>What is wrong?</a:t>
            </a:r>
          </a:p>
        </p:txBody>
      </p:sp>
      <p:sp>
        <p:nvSpPr>
          <p:cNvPr id="3" name="Slide Number Placeholder 2">
            <a:extLst>
              <a:ext uri="{FF2B5EF4-FFF2-40B4-BE49-F238E27FC236}">
                <a16:creationId xmlns:a16="http://schemas.microsoft.com/office/drawing/2014/main" id="{3D15817A-DD66-D447-B2D9-5646440481EB}"/>
              </a:ext>
            </a:extLst>
          </p:cNvPr>
          <p:cNvSpPr>
            <a:spLocks noGrp="1"/>
          </p:cNvSpPr>
          <p:nvPr>
            <p:ph type="sldNum" sz="quarter" idx="12"/>
          </p:nvPr>
        </p:nvSpPr>
        <p:spPr/>
        <p:txBody>
          <a:bodyPr/>
          <a:lstStyle/>
          <a:p>
            <a:fld id="{EA7C8D44-3667-46F6-9772-CC52308E2A7F}" type="slidenum">
              <a:rPr kumimoji="0" lang="en-US" smtClean="0"/>
              <a:pPr/>
              <a:t>31</a:t>
            </a:fld>
            <a:endParaRPr kumimoji="0" lang="en-US" dirty="0"/>
          </a:p>
        </p:txBody>
      </p:sp>
      <p:sp>
        <p:nvSpPr>
          <p:cNvPr id="5" name="TextBox 4">
            <a:extLst>
              <a:ext uri="{FF2B5EF4-FFF2-40B4-BE49-F238E27FC236}">
                <a16:creationId xmlns:a16="http://schemas.microsoft.com/office/drawing/2014/main" id="{67609315-49B9-8548-BA54-379B42B31ADB}"/>
              </a:ext>
            </a:extLst>
          </p:cNvPr>
          <p:cNvSpPr txBox="1"/>
          <p:nvPr/>
        </p:nvSpPr>
        <p:spPr>
          <a:xfrm>
            <a:off x="457200" y="2006188"/>
            <a:ext cx="3752950" cy="1384995"/>
          </a:xfrm>
          <a:prstGeom prst="rect">
            <a:avLst/>
          </a:prstGeom>
        </p:spPr>
        <p:style>
          <a:lnRef idx="2">
            <a:schemeClr val="accent1"/>
          </a:lnRef>
          <a:fillRef idx="1">
            <a:schemeClr val="lt1"/>
          </a:fillRef>
          <a:effectRef idx="0">
            <a:schemeClr val="accent1"/>
          </a:effectRef>
          <a:fontRef idx="minor">
            <a:schemeClr val="dk1"/>
          </a:fontRef>
        </p:style>
        <p:txBody>
          <a:bodyPr wrap="none" rtlCol="0">
            <a:spAutoFit/>
          </a:bodyPr>
          <a:lstStyle/>
          <a:p>
            <a:r>
              <a:rPr lang="en-US" sz="1200" dirty="0">
                <a:latin typeface="Consolas" panose="020B0609020204030204" pitchFamily="49" charset="0"/>
                <a:cs typeface="Consolas" panose="020B0609020204030204" pitchFamily="49" charset="0"/>
              </a:rPr>
              <a:t>int16_t </a:t>
            </a:r>
            <a:r>
              <a:rPr lang="en-US" sz="1200" b="1" dirty="0" err="1">
                <a:solidFill>
                  <a:schemeClr val="accent1"/>
                </a:solidFill>
                <a:latin typeface="Consolas" panose="020B0609020204030204" pitchFamily="49" charset="0"/>
                <a:cs typeface="Consolas" panose="020B0609020204030204" pitchFamily="49" charset="0"/>
              </a:rPr>
              <a:t>sum_of_array</a:t>
            </a:r>
            <a:r>
              <a:rPr lang="en-US" sz="1200" dirty="0">
                <a:latin typeface="Consolas" panose="020B0609020204030204" pitchFamily="49" charset="0"/>
                <a:cs typeface="Consolas" panose="020B0609020204030204" pitchFamily="49" charset="0"/>
              </a:rPr>
              <a:t>(int16_t *</a:t>
            </a:r>
            <a:r>
              <a:rPr lang="en-US" sz="1200" dirty="0" err="1">
                <a:latin typeface="Consolas" panose="020B0609020204030204" pitchFamily="49" charset="0"/>
                <a:cs typeface="Consolas" panose="020B0609020204030204" pitchFamily="49" charset="0"/>
              </a:rPr>
              <a:t>pArray</a:t>
            </a:r>
            <a:r>
              <a:rPr lang="en-US" sz="1200" dirty="0">
                <a:latin typeface="Consolas" panose="020B0609020204030204" pitchFamily="49" charset="0"/>
                <a:cs typeface="Consolas" panose="020B0609020204030204" pitchFamily="49" charset="0"/>
              </a:rPr>
              <a:t>){</a:t>
            </a:r>
          </a:p>
          <a:p>
            <a:r>
              <a:rPr lang="en-US" sz="1200" dirty="0">
                <a:latin typeface="Consolas" panose="020B0609020204030204" pitchFamily="49" charset="0"/>
                <a:cs typeface="Consolas" panose="020B0609020204030204" pitchFamily="49" charset="0"/>
              </a:rPr>
              <a:t>    uint32_t </a:t>
            </a:r>
            <a:r>
              <a:rPr lang="en-US" sz="1200" dirty="0" err="1">
                <a:latin typeface="Consolas" panose="020B0609020204030204" pitchFamily="49" charset="0"/>
                <a:cs typeface="Consolas" panose="020B0609020204030204" pitchFamily="49" charset="0"/>
              </a:rPr>
              <a:t>i</a:t>
            </a:r>
            <a:r>
              <a:rPr lang="en-US" sz="1200" dirty="0">
                <a:latin typeface="Consolas" panose="020B0609020204030204" pitchFamily="49" charset="0"/>
                <a:cs typeface="Consolas" panose="020B0609020204030204" pitchFamily="49" charset="0"/>
              </a:rPr>
              <a:t>;</a:t>
            </a:r>
          </a:p>
          <a:p>
            <a:r>
              <a:rPr lang="en-US" sz="1200" dirty="0">
                <a:latin typeface="Consolas" panose="020B0609020204030204" pitchFamily="49" charset="0"/>
                <a:cs typeface="Consolas" panose="020B0609020204030204" pitchFamily="49" charset="0"/>
              </a:rPr>
              <a:t>    int32_t sum = 0;</a:t>
            </a:r>
          </a:p>
          <a:p>
            <a:r>
              <a:rPr lang="en-US" sz="1200" dirty="0">
                <a:latin typeface="Consolas" panose="020B0609020204030204" pitchFamily="49" charset="0"/>
                <a:cs typeface="Consolas" panose="020B0609020204030204" pitchFamily="49" charset="0"/>
              </a:rPr>
              <a:t>    for(</a:t>
            </a:r>
            <a:r>
              <a:rPr lang="en-US" sz="1200" dirty="0" err="1">
                <a:latin typeface="Consolas" panose="020B0609020204030204" pitchFamily="49" charset="0"/>
                <a:cs typeface="Consolas" panose="020B0609020204030204" pitchFamily="49" charset="0"/>
              </a:rPr>
              <a:t>i</a:t>
            </a:r>
            <a:r>
              <a:rPr lang="en-US" sz="1200" dirty="0">
                <a:latin typeface="Consolas" panose="020B0609020204030204" pitchFamily="49" charset="0"/>
                <a:cs typeface="Consolas" panose="020B0609020204030204" pitchFamily="49" charset="0"/>
              </a:rPr>
              <a:t>=0; </a:t>
            </a:r>
            <a:r>
              <a:rPr lang="en-US" sz="1200" dirty="0" err="1">
                <a:latin typeface="Consolas" panose="020B0609020204030204" pitchFamily="49" charset="0"/>
                <a:cs typeface="Consolas" panose="020B0609020204030204" pitchFamily="49" charset="0"/>
              </a:rPr>
              <a:t>i</a:t>
            </a:r>
            <a:r>
              <a:rPr lang="en-US" sz="1200" dirty="0">
                <a:latin typeface="Consolas" panose="020B0609020204030204" pitchFamily="49" charset="0"/>
                <a:cs typeface="Consolas" panose="020B0609020204030204" pitchFamily="49" charset="0"/>
              </a:rPr>
              <a:t>&lt;64; </a:t>
            </a:r>
            <a:r>
              <a:rPr lang="en-US" sz="1200" dirty="0" err="1">
                <a:latin typeface="Consolas" panose="020B0609020204030204" pitchFamily="49" charset="0"/>
                <a:cs typeface="Consolas" panose="020B0609020204030204" pitchFamily="49" charset="0"/>
              </a:rPr>
              <a:t>i</a:t>
            </a:r>
            <a:r>
              <a:rPr lang="en-US" sz="1200" dirty="0">
                <a:latin typeface="Consolas" panose="020B0609020204030204" pitchFamily="49" charset="0"/>
                <a:cs typeface="Consolas" panose="020B0609020204030204" pitchFamily="49" charset="0"/>
              </a:rPr>
              <a:t>++) </a:t>
            </a:r>
            <a:r>
              <a:rPr lang="en-US" sz="1200" dirty="0">
                <a:solidFill>
                  <a:schemeClr val="bg1">
                    <a:lumMod val="50000"/>
                  </a:schemeClr>
                </a:solidFill>
                <a:latin typeface="Consolas" panose="020B0609020204030204" pitchFamily="49" charset="0"/>
                <a:cs typeface="Consolas" panose="020B0609020204030204" pitchFamily="49" charset="0"/>
              </a:rPr>
              <a:t>// array size = 64</a:t>
            </a:r>
          </a:p>
          <a:p>
            <a:r>
              <a:rPr lang="en-US" sz="1200" dirty="0">
                <a:latin typeface="Consolas" panose="020B0609020204030204" pitchFamily="49" charset="0"/>
                <a:cs typeface="Consolas" panose="020B0609020204030204" pitchFamily="49" charset="0"/>
              </a:rPr>
              <a:t>        sum += </a:t>
            </a:r>
            <a:r>
              <a:rPr lang="en-US" sz="1200" dirty="0" err="1">
                <a:latin typeface="Consolas" panose="020B0609020204030204" pitchFamily="49" charset="0"/>
                <a:cs typeface="Consolas" panose="020B0609020204030204" pitchFamily="49" charset="0"/>
              </a:rPr>
              <a:t>pArray</a:t>
            </a:r>
            <a:r>
              <a:rPr lang="en-US" sz="1200" dirty="0">
                <a:latin typeface="Consolas" panose="020B0609020204030204" pitchFamily="49" charset="0"/>
                <a:cs typeface="Consolas" panose="020B0609020204030204" pitchFamily="49" charset="0"/>
              </a:rPr>
              <a:t>[</a:t>
            </a:r>
            <a:r>
              <a:rPr lang="en-US" sz="1200" dirty="0" err="1">
                <a:latin typeface="Consolas" panose="020B0609020204030204" pitchFamily="49" charset="0"/>
                <a:cs typeface="Consolas" panose="020B0609020204030204" pitchFamily="49" charset="0"/>
              </a:rPr>
              <a:t>i</a:t>
            </a:r>
            <a:r>
              <a:rPr lang="en-US" sz="1200" dirty="0">
                <a:latin typeface="Consolas" panose="020B0609020204030204" pitchFamily="49" charset="0"/>
                <a:cs typeface="Consolas" panose="020B0609020204030204" pitchFamily="49" charset="0"/>
              </a:rPr>
              <a:t>];</a:t>
            </a:r>
          </a:p>
          <a:p>
            <a:r>
              <a:rPr lang="en-US" sz="1200" dirty="0">
                <a:latin typeface="Consolas" panose="020B0609020204030204" pitchFamily="49" charset="0"/>
                <a:cs typeface="Consolas" panose="020B0609020204030204" pitchFamily="49" charset="0"/>
              </a:rPr>
              <a:t>    return (int16_t) sum;</a:t>
            </a:r>
          </a:p>
          <a:p>
            <a:r>
              <a:rPr lang="en-US" sz="1200" dirty="0">
                <a:latin typeface="Consolas" panose="020B0609020204030204" pitchFamily="49" charset="0"/>
                <a:cs typeface="Consolas" panose="020B0609020204030204" pitchFamily="49" charset="0"/>
              </a:rPr>
              <a:t>}</a:t>
            </a:r>
          </a:p>
        </p:txBody>
      </p:sp>
      <p:sp>
        <p:nvSpPr>
          <p:cNvPr id="7" name="TextBox 6">
            <a:extLst>
              <a:ext uri="{FF2B5EF4-FFF2-40B4-BE49-F238E27FC236}">
                <a16:creationId xmlns:a16="http://schemas.microsoft.com/office/drawing/2014/main" id="{B2D23A4E-8569-6941-84A9-89F1C41E64AF}"/>
              </a:ext>
            </a:extLst>
          </p:cNvPr>
          <p:cNvSpPr txBox="1"/>
          <p:nvPr/>
        </p:nvSpPr>
        <p:spPr>
          <a:xfrm>
            <a:off x="4340418" y="2006187"/>
            <a:ext cx="4432624" cy="2308324"/>
          </a:xfrm>
          <a:prstGeom prst="rect">
            <a:avLst/>
          </a:prstGeom>
        </p:spPr>
        <p:style>
          <a:lnRef idx="2">
            <a:schemeClr val="accent1"/>
          </a:lnRef>
          <a:fillRef idx="1">
            <a:schemeClr val="lt1"/>
          </a:fillRef>
          <a:effectRef idx="0">
            <a:schemeClr val="accent1"/>
          </a:effectRef>
          <a:fontRef idx="minor">
            <a:schemeClr val="dk1"/>
          </a:fontRef>
        </p:style>
        <p:txBody>
          <a:bodyPr wrap="none" rtlCol="0">
            <a:spAutoFit/>
          </a:bodyPr>
          <a:lstStyle/>
          <a:p>
            <a:r>
              <a:rPr lang="en-US" sz="1200" b="1" dirty="0" err="1">
                <a:solidFill>
                  <a:schemeClr val="accent1"/>
                </a:solidFill>
                <a:latin typeface="Consolas" panose="020B0609020204030204" pitchFamily="49" charset="0"/>
                <a:cs typeface="Consolas" panose="020B0609020204030204" pitchFamily="49" charset="0"/>
              </a:rPr>
              <a:t>sum_of_array</a:t>
            </a:r>
            <a:r>
              <a:rPr lang="en-US" sz="1200" b="1" dirty="0">
                <a:solidFill>
                  <a:schemeClr val="accent1"/>
                </a:solidFill>
                <a:latin typeface="Consolas" panose="020B0609020204030204" pitchFamily="49" charset="0"/>
                <a:cs typeface="Consolas" panose="020B0609020204030204" pitchFamily="49" charset="0"/>
              </a:rPr>
              <a:t> </a:t>
            </a:r>
            <a:r>
              <a:rPr lang="en-US" sz="1200" dirty="0">
                <a:latin typeface="Consolas" panose="020B0609020204030204" pitchFamily="49" charset="0"/>
                <a:cs typeface="Consolas" panose="020B0609020204030204" pitchFamily="49" charset="0"/>
              </a:rPr>
              <a:t>PROC</a:t>
            </a:r>
          </a:p>
          <a:p>
            <a:r>
              <a:rPr lang="en-US" sz="1200" dirty="0">
                <a:latin typeface="Consolas" panose="020B0609020204030204" pitchFamily="49" charset="0"/>
                <a:cs typeface="Consolas" panose="020B0609020204030204" pitchFamily="49" charset="0"/>
              </a:rPr>
              <a:t>      MOV   r2, #0  </a:t>
            </a:r>
            <a:r>
              <a:rPr lang="en-US" sz="1200" dirty="0">
                <a:solidFill>
                  <a:schemeClr val="bg1">
                    <a:lumMod val="50000"/>
                  </a:schemeClr>
                </a:solidFill>
                <a:latin typeface="Consolas" panose="020B0609020204030204" pitchFamily="49" charset="0"/>
                <a:cs typeface="Consolas" panose="020B0609020204030204" pitchFamily="49" charset="0"/>
              </a:rPr>
              <a:t>; loop index</a:t>
            </a:r>
          </a:p>
          <a:p>
            <a:r>
              <a:rPr lang="en-US" sz="1200" dirty="0">
                <a:latin typeface="Consolas" panose="020B0609020204030204" pitchFamily="49" charset="0"/>
                <a:cs typeface="Consolas" panose="020B0609020204030204" pitchFamily="49" charset="0"/>
              </a:rPr>
              <a:t>      MOV   r3, #0  </a:t>
            </a:r>
            <a:r>
              <a:rPr lang="en-US" sz="1200" dirty="0">
                <a:solidFill>
                  <a:schemeClr val="bg1">
                    <a:lumMod val="50000"/>
                  </a:schemeClr>
                </a:solidFill>
                <a:latin typeface="Consolas" panose="020B0609020204030204" pitchFamily="49" charset="0"/>
                <a:cs typeface="Consolas" panose="020B0609020204030204" pitchFamily="49" charset="0"/>
              </a:rPr>
              <a:t>; sum </a:t>
            </a:r>
          </a:p>
          <a:p>
            <a:r>
              <a:rPr lang="en-US" sz="1200" dirty="0">
                <a:latin typeface="Consolas" panose="020B0609020204030204" pitchFamily="49" charset="0"/>
                <a:cs typeface="Consolas" panose="020B0609020204030204" pitchFamily="49" charset="0"/>
              </a:rPr>
              <a:t>      B     check</a:t>
            </a:r>
          </a:p>
          <a:p>
            <a:r>
              <a:rPr lang="en-US" sz="1200" dirty="0">
                <a:latin typeface="Consolas" panose="020B0609020204030204" pitchFamily="49" charset="0"/>
                <a:cs typeface="Consolas" panose="020B0609020204030204" pitchFamily="49" charset="0"/>
              </a:rPr>
              <a:t>loop  </a:t>
            </a:r>
            <a:r>
              <a:rPr lang="pt-BR" sz="1200" dirty="0">
                <a:latin typeface="Consolas" panose="020B0609020204030204" pitchFamily="49" charset="0"/>
                <a:cs typeface="Consolas" panose="020B0609020204030204" pitchFamily="49" charset="0"/>
              </a:rPr>
              <a:t>LDRSH r1, [r0, r2, LSL #1]</a:t>
            </a:r>
          </a:p>
          <a:p>
            <a:r>
              <a:rPr lang="en-US" sz="1200" dirty="0">
                <a:latin typeface="Consolas" panose="020B0609020204030204" pitchFamily="49" charset="0"/>
                <a:cs typeface="Consolas" panose="020B0609020204030204" pitchFamily="49" charset="0"/>
              </a:rPr>
              <a:t>      ADD   r3, r3, r1  </a:t>
            </a:r>
            <a:r>
              <a:rPr lang="en-US" sz="1200" dirty="0">
                <a:solidFill>
                  <a:schemeClr val="bg1">
                    <a:lumMod val="50000"/>
                  </a:schemeClr>
                </a:solidFill>
                <a:latin typeface="Consolas" panose="020B0609020204030204" pitchFamily="49" charset="0"/>
                <a:cs typeface="Consolas" panose="020B0609020204030204" pitchFamily="49" charset="0"/>
              </a:rPr>
              <a:t>; sum += </a:t>
            </a:r>
            <a:r>
              <a:rPr lang="en-US" sz="1200" dirty="0" err="1">
                <a:solidFill>
                  <a:schemeClr val="bg1">
                    <a:lumMod val="50000"/>
                  </a:schemeClr>
                </a:solidFill>
                <a:latin typeface="Consolas" panose="020B0609020204030204" pitchFamily="49" charset="0"/>
                <a:cs typeface="Consolas" panose="020B0609020204030204" pitchFamily="49" charset="0"/>
              </a:rPr>
              <a:t>pArray</a:t>
            </a:r>
            <a:r>
              <a:rPr lang="en-US" sz="1200" dirty="0">
                <a:solidFill>
                  <a:schemeClr val="bg1">
                    <a:lumMod val="50000"/>
                  </a:schemeClr>
                </a:solidFill>
                <a:latin typeface="Consolas" panose="020B0609020204030204" pitchFamily="49" charset="0"/>
                <a:cs typeface="Consolas" panose="020B0609020204030204" pitchFamily="49" charset="0"/>
              </a:rPr>
              <a:t>[</a:t>
            </a:r>
            <a:r>
              <a:rPr lang="en-US" sz="1200" dirty="0" err="1">
                <a:solidFill>
                  <a:schemeClr val="bg1">
                    <a:lumMod val="50000"/>
                  </a:schemeClr>
                </a:solidFill>
                <a:latin typeface="Consolas" panose="020B0609020204030204" pitchFamily="49" charset="0"/>
                <a:cs typeface="Consolas" panose="020B0609020204030204" pitchFamily="49" charset="0"/>
              </a:rPr>
              <a:t>i</a:t>
            </a:r>
            <a:r>
              <a:rPr lang="en-US" sz="1200" dirty="0">
                <a:solidFill>
                  <a:schemeClr val="bg1">
                    <a:lumMod val="50000"/>
                  </a:schemeClr>
                </a:solidFill>
                <a:latin typeface="Consolas" panose="020B0609020204030204" pitchFamily="49" charset="0"/>
                <a:cs typeface="Consolas" panose="020B0609020204030204" pitchFamily="49" charset="0"/>
              </a:rPr>
              <a:t>]</a:t>
            </a:r>
          </a:p>
          <a:p>
            <a:r>
              <a:rPr lang="en-US" sz="1200" dirty="0">
                <a:latin typeface="Consolas" panose="020B0609020204030204" pitchFamily="49" charset="0"/>
                <a:cs typeface="Consolas" panose="020B0609020204030204" pitchFamily="49" charset="0"/>
              </a:rPr>
              <a:t>      ADD   r2, r2, #1  </a:t>
            </a:r>
            <a:r>
              <a:rPr lang="en-US" sz="1200" dirty="0">
                <a:solidFill>
                  <a:schemeClr val="bg1">
                    <a:lumMod val="50000"/>
                  </a:schemeClr>
                </a:solidFill>
                <a:latin typeface="Consolas" panose="020B0609020204030204" pitchFamily="49" charset="0"/>
                <a:cs typeface="Consolas" panose="020B0609020204030204" pitchFamily="49" charset="0"/>
              </a:rPr>
              <a:t>; </a:t>
            </a:r>
            <a:r>
              <a:rPr lang="en-US" sz="1200" dirty="0" err="1">
                <a:solidFill>
                  <a:schemeClr val="bg1">
                    <a:lumMod val="50000"/>
                  </a:schemeClr>
                </a:solidFill>
                <a:latin typeface="Consolas" panose="020B0609020204030204" pitchFamily="49" charset="0"/>
                <a:cs typeface="Consolas" panose="020B0609020204030204" pitchFamily="49" charset="0"/>
              </a:rPr>
              <a:t>i</a:t>
            </a:r>
            <a:r>
              <a:rPr lang="en-US" sz="1200" dirty="0">
                <a:solidFill>
                  <a:schemeClr val="bg1">
                    <a:lumMod val="50000"/>
                  </a:schemeClr>
                </a:solidFill>
                <a:latin typeface="Consolas" panose="020B0609020204030204" pitchFamily="49" charset="0"/>
                <a:cs typeface="Consolas" panose="020B0609020204030204" pitchFamily="49" charset="0"/>
              </a:rPr>
              <a:t>++</a:t>
            </a:r>
          </a:p>
          <a:p>
            <a:r>
              <a:rPr lang="en-US" sz="1200" dirty="0">
                <a:latin typeface="Consolas" panose="020B0609020204030204" pitchFamily="49" charset="0"/>
                <a:cs typeface="Consolas" panose="020B0609020204030204" pitchFamily="49" charset="0"/>
              </a:rPr>
              <a:t>check CMP   r2, #64</a:t>
            </a:r>
          </a:p>
          <a:p>
            <a:r>
              <a:rPr lang="en-US" sz="1200" dirty="0">
                <a:latin typeface="Consolas" panose="020B0609020204030204" pitchFamily="49" charset="0"/>
                <a:cs typeface="Consolas" panose="020B0609020204030204" pitchFamily="49" charset="0"/>
              </a:rPr>
              <a:t>      BLO   loop        </a:t>
            </a:r>
            <a:r>
              <a:rPr lang="en-US" sz="1200" dirty="0">
                <a:solidFill>
                  <a:schemeClr val="bg1">
                    <a:lumMod val="50000"/>
                  </a:schemeClr>
                </a:solidFill>
                <a:latin typeface="Consolas" panose="020B0609020204030204" pitchFamily="49" charset="0"/>
                <a:cs typeface="Consolas" panose="020B0609020204030204" pitchFamily="49" charset="0"/>
              </a:rPr>
              <a:t>; branch if unsigned </a:t>
            </a:r>
            <a:r>
              <a:rPr lang="en-US" sz="1200" dirty="0" err="1">
                <a:solidFill>
                  <a:schemeClr val="bg1">
                    <a:lumMod val="50000"/>
                  </a:schemeClr>
                </a:solidFill>
                <a:latin typeface="Consolas" panose="020B0609020204030204" pitchFamily="49" charset="0"/>
                <a:cs typeface="Consolas" panose="020B0609020204030204" pitchFamily="49" charset="0"/>
              </a:rPr>
              <a:t>LOwer</a:t>
            </a:r>
            <a:endParaRPr lang="en-US" sz="1200" dirty="0">
              <a:solidFill>
                <a:schemeClr val="bg1">
                  <a:lumMod val="50000"/>
                </a:schemeClr>
              </a:solidFill>
              <a:latin typeface="Consolas" panose="020B0609020204030204" pitchFamily="49" charset="0"/>
              <a:cs typeface="Consolas" panose="020B0609020204030204" pitchFamily="49" charset="0"/>
            </a:endParaRPr>
          </a:p>
          <a:p>
            <a:r>
              <a:rPr lang="en-US" sz="1200" dirty="0">
                <a:latin typeface="Consolas" panose="020B0609020204030204" pitchFamily="49" charset="0"/>
                <a:cs typeface="Consolas" panose="020B0609020204030204" pitchFamily="49" charset="0"/>
              </a:rPr>
              <a:t>      MOV   r0, r3      </a:t>
            </a:r>
            <a:r>
              <a:rPr lang="en-US" sz="1200" dirty="0">
                <a:solidFill>
                  <a:schemeClr val="bg1">
                    <a:lumMod val="50000"/>
                  </a:schemeClr>
                </a:solidFill>
                <a:latin typeface="Consolas" panose="020B0609020204030204" pitchFamily="49" charset="0"/>
                <a:cs typeface="Consolas" panose="020B0609020204030204" pitchFamily="49" charset="0"/>
              </a:rPr>
              <a:t>; return result in r0</a:t>
            </a:r>
          </a:p>
          <a:p>
            <a:r>
              <a:rPr lang="en-US" sz="1200" dirty="0">
                <a:latin typeface="Consolas" panose="020B0609020204030204" pitchFamily="49" charset="0"/>
                <a:cs typeface="Consolas" panose="020B0609020204030204" pitchFamily="49" charset="0"/>
              </a:rPr>
              <a:t>      BX    </a:t>
            </a:r>
            <a:r>
              <a:rPr lang="en-US" sz="1200" dirty="0" err="1">
                <a:latin typeface="Consolas" panose="020B0609020204030204" pitchFamily="49" charset="0"/>
                <a:cs typeface="Consolas" panose="020B0609020204030204" pitchFamily="49" charset="0"/>
              </a:rPr>
              <a:t>lr</a:t>
            </a:r>
            <a:endParaRPr lang="en-US" sz="1200" dirty="0">
              <a:latin typeface="Consolas" panose="020B0609020204030204" pitchFamily="49" charset="0"/>
              <a:cs typeface="Consolas" panose="020B0609020204030204" pitchFamily="49" charset="0"/>
            </a:endParaRPr>
          </a:p>
          <a:p>
            <a:r>
              <a:rPr lang="en-US" sz="1200" dirty="0">
                <a:latin typeface="Consolas" panose="020B0609020204030204" pitchFamily="49" charset="0"/>
                <a:cs typeface="Consolas" panose="020B0609020204030204" pitchFamily="49" charset="0"/>
              </a:rPr>
              <a:t>      ENDP</a:t>
            </a:r>
          </a:p>
        </p:txBody>
      </p:sp>
    </p:spTree>
    <p:extLst>
      <p:ext uri="{BB962C8B-B14F-4D97-AF65-F5344CB8AC3E}">
        <p14:creationId xmlns:p14="http://schemas.microsoft.com/office/powerpoint/2010/main" val="2017314449"/>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7B41483-7081-C44C-81EF-D92F00104765}"/>
              </a:ext>
            </a:extLst>
          </p:cNvPr>
          <p:cNvSpPr>
            <a:spLocks noGrp="1"/>
          </p:cNvSpPr>
          <p:nvPr>
            <p:ph type="title"/>
          </p:nvPr>
        </p:nvSpPr>
        <p:spPr/>
        <p:txBody>
          <a:bodyPr>
            <a:normAutofit/>
          </a:bodyPr>
          <a:lstStyle/>
          <a:p>
            <a:r>
              <a:rPr lang="en-US" dirty="0"/>
              <a:t>What is wrong? ANS</a:t>
            </a:r>
          </a:p>
        </p:txBody>
      </p:sp>
      <p:sp>
        <p:nvSpPr>
          <p:cNvPr id="3" name="Slide Number Placeholder 2">
            <a:extLst>
              <a:ext uri="{FF2B5EF4-FFF2-40B4-BE49-F238E27FC236}">
                <a16:creationId xmlns:a16="http://schemas.microsoft.com/office/drawing/2014/main" id="{3D15817A-DD66-D447-B2D9-5646440481EB}"/>
              </a:ext>
            </a:extLst>
          </p:cNvPr>
          <p:cNvSpPr>
            <a:spLocks noGrp="1"/>
          </p:cNvSpPr>
          <p:nvPr>
            <p:ph type="sldNum" sz="quarter" idx="12"/>
          </p:nvPr>
        </p:nvSpPr>
        <p:spPr/>
        <p:txBody>
          <a:bodyPr/>
          <a:lstStyle/>
          <a:p>
            <a:fld id="{EA7C8D44-3667-46F6-9772-CC52308E2A7F}" type="slidenum">
              <a:rPr kumimoji="0" lang="en-US" smtClean="0"/>
              <a:pPr/>
              <a:t>32</a:t>
            </a:fld>
            <a:endParaRPr kumimoji="0" lang="en-US" dirty="0"/>
          </a:p>
        </p:txBody>
      </p:sp>
      <p:sp>
        <p:nvSpPr>
          <p:cNvPr id="5" name="TextBox 4">
            <a:extLst>
              <a:ext uri="{FF2B5EF4-FFF2-40B4-BE49-F238E27FC236}">
                <a16:creationId xmlns:a16="http://schemas.microsoft.com/office/drawing/2014/main" id="{67609315-49B9-8548-BA54-379B42B31ADB}"/>
              </a:ext>
            </a:extLst>
          </p:cNvPr>
          <p:cNvSpPr txBox="1"/>
          <p:nvPr/>
        </p:nvSpPr>
        <p:spPr>
          <a:xfrm>
            <a:off x="370958" y="1295401"/>
            <a:ext cx="3752950" cy="1384995"/>
          </a:xfrm>
          <a:prstGeom prst="rect">
            <a:avLst/>
          </a:prstGeom>
        </p:spPr>
        <p:style>
          <a:lnRef idx="2">
            <a:schemeClr val="accent1"/>
          </a:lnRef>
          <a:fillRef idx="1">
            <a:schemeClr val="lt1"/>
          </a:fillRef>
          <a:effectRef idx="0">
            <a:schemeClr val="accent1"/>
          </a:effectRef>
          <a:fontRef idx="minor">
            <a:schemeClr val="dk1"/>
          </a:fontRef>
        </p:style>
        <p:txBody>
          <a:bodyPr wrap="none" rtlCol="0">
            <a:spAutoFit/>
          </a:bodyPr>
          <a:lstStyle/>
          <a:p>
            <a:r>
              <a:rPr lang="en-US" sz="1200" dirty="0">
                <a:latin typeface="Consolas" panose="020B0609020204030204" pitchFamily="49" charset="0"/>
                <a:cs typeface="Consolas" panose="020B0609020204030204" pitchFamily="49" charset="0"/>
              </a:rPr>
              <a:t>int16_t </a:t>
            </a:r>
            <a:r>
              <a:rPr lang="en-US" sz="1200" b="1" dirty="0" err="1">
                <a:solidFill>
                  <a:schemeClr val="accent1"/>
                </a:solidFill>
                <a:latin typeface="Consolas" panose="020B0609020204030204" pitchFamily="49" charset="0"/>
                <a:cs typeface="Consolas" panose="020B0609020204030204" pitchFamily="49" charset="0"/>
              </a:rPr>
              <a:t>sum_of_array</a:t>
            </a:r>
            <a:r>
              <a:rPr lang="en-US" sz="1200" dirty="0">
                <a:latin typeface="Consolas" panose="020B0609020204030204" pitchFamily="49" charset="0"/>
                <a:cs typeface="Consolas" panose="020B0609020204030204" pitchFamily="49" charset="0"/>
              </a:rPr>
              <a:t>(int16_t *</a:t>
            </a:r>
            <a:r>
              <a:rPr lang="en-US" sz="1200" dirty="0" err="1">
                <a:latin typeface="Consolas" panose="020B0609020204030204" pitchFamily="49" charset="0"/>
                <a:cs typeface="Consolas" panose="020B0609020204030204" pitchFamily="49" charset="0"/>
              </a:rPr>
              <a:t>pArray</a:t>
            </a:r>
            <a:r>
              <a:rPr lang="en-US" sz="1200" dirty="0">
                <a:latin typeface="Consolas" panose="020B0609020204030204" pitchFamily="49" charset="0"/>
                <a:cs typeface="Consolas" panose="020B0609020204030204" pitchFamily="49" charset="0"/>
              </a:rPr>
              <a:t>){</a:t>
            </a:r>
          </a:p>
          <a:p>
            <a:r>
              <a:rPr lang="en-US" sz="1200" dirty="0">
                <a:latin typeface="Consolas" panose="020B0609020204030204" pitchFamily="49" charset="0"/>
                <a:cs typeface="Consolas" panose="020B0609020204030204" pitchFamily="49" charset="0"/>
              </a:rPr>
              <a:t>    uint32_t </a:t>
            </a:r>
            <a:r>
              <a:rPr lang="en-US" sz="1200" dirty="0" err="1">
                <a:latin typeface="Consolas" panose="020B0609020204030204" pitchFamily="49" charset="0"/>
                <a:cs typeface="Consolas" panose="020B0609020204030204" pitchFamily="49" charset="0"/>
              </a:rPr>
              <a:t>i</a:t>
            </a:r>
            <a:r>
              <a:rPr lang="en-US" sz="1200" dirty="0">
                <a:latin typeface="Consolas" panose="020B0609020204030204" pitchFamily="49" charset="0"/>
                <a:cs typeface="Consolas" panose="020B0609020204030204" pitchFamily="49" charset="0"/>
              </a:rPr>
              <a:t>;</a:t>
            </a:r>
          </a:p>
          <a:p>
            <a:r>
              <a:rPr lang="en-US" sz="1200" dirty="0">
                <a:latin typeface="Consolas" panose="020B0609020204030204" pitchFamily="49" charset="0"/>
                <a:cs typeface="Consolas" panose="020B0609020204030204" pitchFamily="49" charset="0"/>
              </a:rPr>
              <a:t>    int32_t sum = 0;</a:t>
            </a:r>
          </a:p>
          <a:p>
            <a:r>
              <a:rPr lang="en-US" sz="1200" dirty="0">
                <a:latin typeface="Consolas" panose="020B0609020204030204" pitchFamily="49" charset="0"/>
                <a:cs typeface="Consolas" panose="020B0609020204030204" pitchFamily="49" charset="0"/>
              </a:rPr>
              <a:t>    for(</a:t>
            </a:r>
            <a:r>
              <a:rPr lang="en-US" sz="1200" dirty="0" err="1">
                <a:latin typeface="Consolas" panose="020B0609020204030204" pitchFamily="49" charset="0"/>
                <a:cs typeface="Consolas" panose="020B0609020204030204" pitchFamily="49" charset="0"/>
              </a:rPr>
              <a:t>i</a:t>
            </a:r>
            <a:r>
              <a:rPr lang="en-US" sz="1200" dirty="0">
                <a:latin typeface="Consolas" panose="020B0609020204030204" pitchFamily="49" charset="0"/>
                <a:cs typeface="Consolas" panose="020B0609020204030204" pitchFamily="49" charset="0"/>
              </a:rPr>
              <a:t>=0; </a:t>
            </a:r>
            <a:r>
              <a:rPr lang="en-US" sz="1200" dirty="0" err="1">
                <a:latin typeface="Consolas" panose="020B0609020204030204" pitchFamily="49" charset="0"/>
                <a:cs typeface="Consolas" panose="020B0609020204030204" pitchFamily="49" charset="0"/>
              </a:rPr>
              <a:t>i</a:t>
            </a:r>
            <a:r>
              <a:rPr lang="en-US" sz="1200" dirty="0">
                <a:latin typeface="Consolas" panose="020B0609020204030204" pitchFamily="49" charset="0"/>
                <a:cs typeface="Consolas" panose="020B0609020204030204" pitchFamily="49" charset="0"/>
              </a:rPr>
              <a:t>&lt;64; </a:t>
            </a:r>
            <a:r>
              <a:rPr lang="en-US" sz="1200" dirty="0" err="1">
                <a:latin typeface="Consolas" panose="020B0609020204030204" pitchFamily="49" charset="0"/>
                <a:cs typeface="Consolas" panose="020B0609020204030204" pitchFamily="49" charset="0"/>
              </a:rPr>
              <a:t>i</a:t>
            </a:r>
            <a:r>
              <a:rPr lang="en-US" sz="1200" dirty="0">
                <a:latin typeface="Consolas" panose="020B0609020204030204" pitchFamily="49" charset="0"/>
                <a:cs typeface="Consolas" panose="020B0609020204030204" pitchFamily="49" charset="0"/>
              </a:rPr>
              <a:t>++) </a:t>
            </a:r>
            <a:r>
              <a:rPr lang="en-US" sz="1200" dirty="0">
                <a:solidFill>
                  <a:schemeClr val="bg1">
                    <a:lumMod val="50000"/>
                  </a:schemeClr>
                </a:solidFill>
                <a:latin typeface="Consolas" panose="020B0609020204030204" pitchFamily="49" charset="0"/>
                <a:cs typeface="Consolas" panose="020B0609020204030204" pitchFamily="49" charset="0"/>
              </a:rPr>
              <a:t>// array size = 64</a:t>
            </a:r>
          </a:p>
          <a:p>
            <a:r>
              <a:rPr lang="en-US" sz="1200" dirty="0">
                <a:latin typeface="Consolas" panose="020B0609020204030204" pitchFamily="49" charset="0"/>
                <a:cs typeface="Consolas" panose="020B0609020204030204" pitchFamily="49" charset="0"/>
              </a:rPr>
              <a:t>        sum += </a:t>
            </a:r>
            <a:r>
              <a:rPr lang="en-US" sz="1200" dirty="0" err="1">
                <a:latin typeface="Consolas" panose="020B0609020204030204" pitchFamily="49" charset="0"/>
                <a:cs typeface="Consolas" panose="020B0609020204030204" pitchFamily="49" charset="0"/>
              </a:rPr>
              <a:t>pArray</a:t>
            </a:r>
            <a:r>
              <a:rPr lang="en-US" sz="1200" dirty="0">
                <a:latin typeface="Consolas" panose="020B0609020204030204" pitchFamily="49" charset="0"/>
                <a:cs typeface="Consolas" panose="020B0609020204030204" pitchFamily="49" charset="0"/>
              </a:rPr>
              <a:t>[</a:t>
            </a:r>
            <a:r>
              <a:rPr lang="en-US" sz="1200" dirty="0" err="1">
                <a:latin typeface="Consolas" panose="020B0609020204030204" pitchFamily="49" charset="0"/>
                <a:cs typeface="Consolas" panose="020B0609020204030204" pitchFamily="49" charset="0"/>
              </a:rPr>
              <a:t>i</a:t>
            </a:r>
            <a:r>
              <a:rPr lang="en-US" sz="1200" dirty="0">
                <a:latin typeface="Consolas" panose="020B0609020204030204" pitchFamily="49" charset="0"/>
                <a:cs typeface="Consolas" panose="020B0609020204030204" pitchFamily="49" charset="0"/>
              </a:rPr>
              <a:t>];</a:t>
            </a:r>
          </a:p>
          <a:p>
            <a:r>
              <a:rPr lang="en-US" sz="1200" dirty="0">
                <a:latin typeface="Consolas" panose="020B0609020204030204" pitchFamily="49" charset="0"/>
                <a:cs typeface="Consolas" panose="020B0609020204030204" pitchFamily="49" charset="0"/>
              </a:rPr>
              <a:t>    return (int16_t) sum;</a:t>
            </a:r>
          </a:p>
          <a:p>
            <a:r>
              <a:rPr lang="en-US" sz="1200" dirty="0">
                <a:latin typeface="Consolas" panose="020B0609020204030204" pitchFamily="49" charset="0"/>
                <a:cs typeface="Consolas" panose="020B0609020204030204" pitchFamily="49" charset="0"/>
              </a:rPr>
              <a:t>}</a:t>
            </a:r>
          </a:p>
        </p:txBody>
      </p:sp>
      <p:sp>
        <p:nvSpPr>
          <p:cNvPr id="6" name="TextBox 5">
            <a:extLst>
              <a:ext uri="{FF2B5EF4-FFF2-40B4-BE49-F238E27FC236}">
                <a16:creationId xmlns:a16="http://schemas.microsoft.com/office/drawing/2014/main" id="{4F4F6D7F-4E8E-4748-B8BF-4AEBF2493640}"/>
              </a:ext>
            </a:extLst>
          </p:cNvPr>
          <p:cNvSpPr txBox="1"/>
          <p:nvPr/>
        </p:nvSpPr>
        <p:spPr>
          <a:xfrm>
            <a:off x="4254176" y="1295400"/>
            <a:ext cx="4432624" cy="2492990"/>
          </a:xfrm>
          <a:prstGeom prst="rect">
            <a:avLst/>
          </a:prstGeom>
        </p:spPr>
        <p:style>
          <a:lnRef idx="2">
            <a:schemeClr val="accent1"/>
          </a:lnRef>
          <a:fillRef idx="1">
            <a:schemeClr val="lt1"/>
          </a:fillRef>
          <a:effectRef idx="0">
            <a:schemeClr val="accent1"/>
          </a:effectRef>
          <a:fontRef idx="minor">
            <a:schemeClr val="dk1"/>
          </a:fontRef>
        </p:style>
        <p:txBody>
          <a:bodyPr wrap="none" rtlCol="0">
            <a:spAutoFit/>
          </a:bodyPr>
          <a:lstStyle/>
          <a:p>
            <a:r>
              <a:rPr lang="en-US" sz="1200" b="1" dirty="0" err="1">
                <a:solidFill>
                  <a:schemeClr val="accent1"/>
                </a:solidFill>
                <a:latin typeface="Consolas" panose="020B0609020204030204" pitchFamily="49" charset="0"/>
                <a:cs typeface="Consolas" panose="020B0609020204030204" pitchFamily="49" charset="0"/>
              </a:rPr>
              <a:t>sum_of_array</a:t>
            </a:r>
            <a:r>
              <a:rPr lang="en-US" sz="1200" b="1" dirty="0">
                <a:solidFill>
                  <a:schemeClr val="accent1"/>
                </a:solidFill>
                <a:latin typeface="Consolas" panose="020B0609020204030204" pitchFamily="49" charset="0"/>
                <a:cs typeface="Consolas" panose="020B0609020204030204" pitchFamily="49" charset="0"/>
              </a:rPr>
              <a:t> </a:t>
            </a:r>
            <a:r>
              <a:rPr lang="en-US" sz="1200" dirty="0">
                <a:latin typeface="Consolas" panose="020B0609020204030204" pitchFamily="49" charset="0"/>
                <a:cs typeface="Consolas" panose="020B0609020204030204" pitchFamily="49" charset="0"/>
              </a:rPr>
              <a:t>PROC</a:t>
            </a:r>
          </a:p>
          <a:p>
            <a:r>
              <a:rPr lang="en-US" sz="1200" dirty="0">
                <a:latin typeface="Consolas" panose="020B0609020204030204" pitchFamily="49" charset="0"/>
                <a:cs typeface="Consolas" panose="020B0609020204030204" pitchFamily="49" charset="0"/>
              </a:rPr>
              <a:t>      MOV   r2, #0  </a:t>
            </a:r>
            <a:r>
              <a:rPr lang="en-US" sz="1200" dirty="0">
                <a:solidFill>
                  <a:schemeClr val="bg1">
                    <a:lumMod val="50000"/>
                  </a:schemeClr>
                </a:solidFill>
                <a:latin typeface="Consolas" panose="020B0609020204030204" pitchFamily="49" charset="0"/>
                <a:cs typeface="Consolas" panose="020B0609020204030204" pitchFamily="49" charset="0"/>
              </a:rPr>
              <a:t>; loop index</a:t>
            </a:r>
          </a:p>
          <a:p>
            <a:r>
              <a:rPr lang="en-US" sz="1200" dirty="0">
                <a:latin typeface="Consolas" panose="020B0609020204030204" pitchFamily="49" charset="0"/>
                <a:cs typeface="Consolas" panose="020B0609020204030204" pitchFamily="49" charset="0"/>
              </a:rPr>
              <a:t>      MOV   r3, #0  </a:t>
            </a:r>
            <a:r>
              <a:rPr lang="en-US" sz="1200" dirty="0">
                <a:solidFill>
                  <a:schemeClr val="bg1">
                    <a:lumMod val="50000"/>
                  </a:schemeClr>
                </a:solidFill>
                <a:latin typeface="Consolas" panose="020B0609020204030204" pitchFamily="49" charset="0"/>
                <a:cs typeface="Consolas" panose="020B0609020204030204" pitchFamily="49" charset="0"/>
              </a:rPr>
              <a:t>; sum </a:t>
            </a:r>
          </a:p>
          <a:p>
            <a:r>
              <a:rPr lang="en-US" sz="1200" dirty="0">
                <a:latin typeface="Consolas" panose="020B0609020204030204" pitchFamily="49" charset="0"/>
                <a:cs typeface="Consolas" panose="020B0609020204030204" pitchFamily="49" charset="0"/>
              </a:rPr>
              <a:t>      B     check</a:t>
            </a:r>
          </a:p>
          <a:p>
            <a:r>
              <a:rPr lang="en-US" sz="1200" dirty="0">
                <a:latin typeface="Consolas" panose="020B0609020204030204" pitchFamily="49" charset="0"/>
                <a:cs typeface="Consolas" panose="020B0609020204030204" pitchFamily="49" charset="0"/>
              </a:rPr>
              <a:t>loop  </a:t>
            </a:r>
            <a:r>
              <a:rPr lang="pt-BR" sz="1200" dirty="0">
                <a:latin typeface="Consolas" panose="020B0609020204030204" pitchFamily="49" charset="0"/>
                <a:cs typeface="Consolas" panose="020B0609020204030204" pitchFamily="49" charset="0"/>
              </a:rPr>
              <a:t>LDRSH r1, [r0, r2, LSL #1]</a:t>
            </a:r>
          </a:p>
          <a:p>
            <a:r>
              <a:rPr lang="en-US" sz="1200" dirty="0">
                <a:latin typeface="Consolas" panose="020B0609020204030204" pitchFamily="49" charset="0"/>
                <a:cs typeface="Consolas" panose="020B0609020204030204" pitchFamily="49" charset="0"/>
              </a:rPr>
              <a:t>      ADD   r3, r3, r1  </a:t>
            </a:r>
            <a:r>
              <a:rPr lang="en-US" sz="1200" dirty="0">
                <a:solidFill>
                  <a:schemeClr val="bg1">
                    <a:lumMod val="50000"/>
                  </a:schemeClr>
                </a:solidFill>
                <a:latin typeface="Consolas" panose="020B0609020204030204" pitchFamily="49" charset="0"/>
                <a:cs typeface="Consolas" panose="020B0609020204030204" pitchFamily="49" charset="0"/>
              </a:rPr>
              <a:t>; sum += </a:t>
            </a:r>
            <a:r>
              <a:rPr lang="en-US" sz="1200" dirty="0" err="1">
                <a:solidFill>
                  <a:schemeClr val="bg1">
                    <a:lumMod val="50000"/>
                  </a:schemeClr>
                </a:solidFill>
                <a:latin typeface="Consolas" panose="020B0609020204030204" pitchFamily="49" charset="0"/>
                <a:cs typeface="Consolas" panose="020B0609020204030204" pitchFamily="49" charset="0"/>
              </a:rPr>
              <a:t>pArray</a:t>
            </a:r>
            <a:r>
              <a:rPr lang="en-US" sz="1200" dirty="0">
                <a:solidFill>
                  <a:schemeClr val="bg1">
                    <a:lumMod val="50000"/>
                  </a:schemeClr>
                </a:solidFill>
                <a:latin typeface="Consolas" panose="020B0609020204030204" pitchFamily="49" charset="0"/>
                <a:cs typeface="Consolas" panose="020B0609020204030204" pitchFamily="49" charset="0"/>
              </a:rPr>
              <a:t>[</a:t>
            </a:r>
            <a:r>
              <a:rPr lang="en-US" sz="1200" dirty="0" err="1">
                <a:solidFill>
                  <a:schemeClr val="bg1">
                    <a:lumMod val="50000"/>
                  </a:schemeClr>
                </a:solidFill>
                <a:latin typeface="Consolas" panose="020B0609020204030204" pitchFamily="49" charset="0"/>
                <a:cs typeface="Consolas" panose="020B0609020204030204" pitchFamily="49" charset="0"/>
              </a:rPr>
              <a:t>i</a:t>
            </a:r>
            <a:r>
              <a:rPr lang="en-US" sz="1200" dirty="0">
                <a:solidFill>
                  <a:schemeClr val="bg1">
                    <a:lumMod val="50000"/>
                  </a:schemeClr>
                </a:solidFill>
                <a:latin typeface="Consolas" panose="020B0609020204030204" pitchFamily="49" charset="0"/>
                <a:cs typeface="Consolas" panose="020B0609020204030204" pitchFamily="49" charset="0"/>
              </a:rPr>
              <a:t>]</a:t>
            </a:r>
          </a:p>
          <a:p>
            <a:r>
              <a:rPr lang="en-US" sz="1200" dirty="0">
                <a:latin typeface="Consolas" panose="020B0609020204030204" pitchFamily="49" charset="0"/>
                <a:cs typeface="Consolas" panose="020B0609020204030204" pitchFamily="49" charset="0"/>
              </a:rPr>
              <a:t>      ADD   r2, r2, #1  </a:t>
            </a:r>
            <a:r>
              <a:rPr lang="en-US" sz="1200" dirty="0">
                <a:solidFill>
                  <a:schemeClr val="bg1">
                    <a:lumMod val="50000"/>
                  </a:schemeClr>
                </a:solidFill>
                <a:latin typeface="Consolas" panose="020B0609020204030204" pitchFamily="49" charset="0"/>
                <a:cs typeface="Consolas" panose="020B0609020204030204" pitchFamily="49" charset="0"/>
              </a:rPr>
              <a:t>; </a:t>
            </a:r>
            <a:r>
              <a:rPr lang="en-US" sz="1200" dirty="0" err="1">
                <a:solidFill>
                  <a:schemeClr val="bg1">
                    <a:lumMod val="50000"/>
                  </a:schemeClr>
                </a:solidFill>
                <a:latin typeface="Consolas" panose="020B0609020204030204" pitchFamily="49" charset="0"/>
                <a:cs typeface="Consolas" panose="020B0609020204030204" pitchFamily="49" charset="0"/>
              </a:rPr>
              <a:t>i</a:t>
            </a:r>
            <a:r>
              <a:rPr lang="en-US" sz="1200" dirty="0">
                <a:solidFill>
                  <a:schemeClr val="bg1">
                    <a:lumMod val="50000"/>
                  </a:schemeClr>
                </a:solidFill>
                <a:latin typeface="Consolas" panose="020B0609020204030204" pitchFamily="49" charset="0"/>
                <a:cs typeface="Consolas" panose="020B0609020204030204" pitchFamily="49" charset="0"/>
              </a:rPr>
              <a:t>++</a:t>
            </a:r>
          </a:p>
          <a:p>
            <a:r>
              <a:rPr lang="en-US" sz="1200" dirty="0">
                <a:latin typeface="Consolas" panose="020B0609020204030204" pitchFamily="49" charset="0"/>
                <a:cs typeface="Consolas" panose="020B0609020204030204" pitchFamily="49" charset="0"/>
              </a:rPr>
              <a:t>check CMP   r2, #64</a:t>
            </a:r>
          </a:p>
          <a:p>
            <a:r>
              <a:rPr lang="en-US" sz="1200" dirty="0">
                <a:latin typeface="Consolas" panose="020B0609020204030204" pitchFamily="49" charset="0"/>
                <a:cs typeface="Consolas" panose="020B0609020204030204" pitchFamily="49" charset="0"/>
              </a:rPr>
              <a:t>      BLO   loop        </a:t>
            </a:r>
            <a:r>
              <a:rPr lang="en-US" sz="1200" dirty="0">
                <a:solidFill>
                  <a:schemeClr val="bg1">
                    <a:lumMod val="50000"/>
                  </a:schemeClr>
                </a:solidFill>
                <a:latin typeface="Consolas" panose="020B0609020204030204" pitchFamily="49" charset="0"/>
                <a:cs typeface="Consolas" panose="020B0609020204030204" pitchFamily="49" charset="0"/>
              </a:rPr>
              <a:t>; branch if unsigned </a:t>
            </a:r>
            <a:r>
              <a:rPr lang="en-US" sz="1200" dirty="0" err="1">
                <a:solidFill>
                  <a:schemeClr val="bg1">
                    <a:lumMod val="50000"/>
                  </a:schemeClr>
                </a:solidFill>
                <a:latin typeface="Consolas" panose="020B0609020204030204" pitchFamily="49" charset="0"/>
                <a:cs typeface="Consolas" panose="020B0609020204030204" pitchFamily="49" charset="0"/>
              </a:rPr>
              <a:t>LOwer</a:t>
            </a:r>
            <a:endParaRPr lang="en-US" sz="1200" dirty="0">
              <a:solidFill>
                <a:schemeClr val="bg1">
                  <a:lumMod val="50000"/>
                </a:schemeClr>
              </a:solidFill>
              <a:latin typeface="Consolas" panose="020B0609020204030204" pitchFamily="49" charset="0"/>
              <a:cs typeface="Consolas" panose="020B0609020204030204" pitchFamily="49" charset="0"/>
            </a:endParaRPr>
          </a:p>
          <a:p>
            <a:r>
              <a:rPr lang="en-US" sz="1200" dirty="0">
                <a:solidFill>
                  <a:srgbClr val="C00000"/>
                </a:solidFill>
                <a:latin typeface="Consolas" panose="020B0609020204030204" pitchFamily="49" charset="0"/>
                <a:cs typeface="Consolas" panose="020B0609020204030204" pitchFamily="49" charset="0"/>
              </a:rPr>
              <a:t>      </a:t>
            </a:r>
            <a:r>
              <a:rPr lang="en-US" sz="1200" b="1" dirty="0">
                <a:solidFill>
                  <a:srgbClr val="C00000"/>
                </a:solidFill>
                <a:latin typeface="Consolas" panose="020B0609020204030204" pitchFamily="49" charset="0"/>
                <a:cs typeface="Consolas" panose="020B0609020204030204" pitchFamily="49" charset="0"/>
              </a:rPr>
              <a:t>MOV   r0, r3, LSL #16</a:t>
            </a:r>
          </a:p>
          <a:p>
            <a:r>
              <a:rPr lang="en-US" sz="1200" dirty="0">
                <a:solidFill>
                  <a:srgbClr val="C00000"/>
                </a:solidFill>
                <a:latin typeface="Consolas" panose="020B0609020204030204" pitchFamily="49" charset="0"/>
                <a:cs typeface="Consolas" panose="020B0609020204030204" pitchFamily="49" charset="0"/>
              </a:rPr>
              <a:t>      </a:t>
            </a:r>
            <a:r>
              <a:rPr lang="en-US" sz="1200" b="1" dirty="0">
                <a:solidFill>
                  <a:srgbClr val="C00000"/>
                </a:solidFill>
                <a:latin typeface="Consolas" panose="020B0609020204030204" pitchFamily="49" charset="0"/>
                <a:cs typeface="Consolas" panose="020B0609020204030204" pitchFamily="49" charset="0"/>
              </a:rPr>
              <a:t>MOV   r0, r0, ASR #16  </a:t>
            </a:r>
            <a:r>
              <a:rPr lang="en-US" sz="1200" dirty="0">
                <a:solidFill>
                  <a:srgbClr val="C00000"/>
                </a:solidFill>
                <a:latin typeface="Consolas" panose="020B0609020204030204" pitchFamily="49" charset="0"/>
                <a:cs typeface="Consolas" panose="020B0609020204030204" pitchFamily="49" charset="0"/>
              </a:rPr>
              <a:t>; r0 = (short) r3 </a:t>
            </a:r>
          </a:p>
          <a:p>
            <a:r>
              <a:rPr lang="en-US" sz="1200" dirty="0">
                <a:latin typeface="Consolas" panose="020B0609020204030204" pitchFamily="49" charset="0"/>
                <a:cs typeface="Consolas" panose="020B0609020204030204" pitchFamily="49" charset="0"/>
              </a:rPr>
              <a:t>      BX    </a:t>
            </a:r>
            <a:r>
              <a:rPr lang="en-US" sz="1200" dirty="0" err="1">
                <a:latin typeface="Consolas" panose="020B0609020204030204" pitchFamily="49" charset="0"/>
                <a:cs typeface="Consolas" panose="020B0609020204030204" pitchFamily="49" charset="0"/>
              </a:rPr>
              <a:t>lr</a:t>
            </a:r>
            <a:endParaRPr lang="en-US" sz="1200" dirty="0">
              <a:latin typeface="Consolas" panose="020B0609020204030204" pitchFamily="49" charset="0"/>
              <a:cs typeface="Consolas" panose="020B0609020204030204" pitchFamily="49" charset="0"/>
            </a:endParaRPr>
          </a:p>
          <a:p>
            <a:r>
              <a:rPr lang="en-US" sz="1200" dirty="0">
                <a:latin typeface="Consolas" panose="020B0609020204030204" pitchFamily="49" charset="0"/>
                <a:cs typeface="Consolas" panose="020B0609020204030204" pitchFamily="49" charset="0"/>
              </a:rPr>
              <a:t>      ENDP</a:t>
            </a:r>
          </a:p>
        </p:txBody>
      </p:sp>
      <p:sp>
        <p:nvSpPr>
          <p:cNvPr id="7" name="TextBox 6">
            <a:extLst>
              <a:ext uri="{FF2B5EF4-FFF2-40B4-BE49-F238E27FC236}">
                <a16:creationId xmlns:a16="http://schemas.microsoft.com/office/drawing/2014/main" id="{FFE75029-A370-C947-92AB-86784A3F88C0}"/>
              </a:ext>
            </a:extLst>
          </p:cNvPr>
          <p:cNvSpPr txBox="1"/>
          <p:nvPr/>
        </p:nvSpPr>
        <p:spPr>
          <a:xfrm>
            <a:off x="990600" y="3364487"/>
            <a:ext cx="1130438" cy="300082"/>
          </a:xfrm>
          <a:prstGeom prst="rect">
            <a:avLst/>
          </a:prstGeom>
          <a:noFill/>
        </p:spPr>
        <p:txBody>
          <a:bodyPr wrap="none" rtlCol="0">
            <a:spAutoFit/>
          </a:bodyPr>
          <a:lstStyle/>
          <a:p>
            <a:r>
              <a:rPr lang="en-US" sz="1350" dirty="0">
                <a:latin typeface="Consolas" panose="020B0609020204030204" pitchFamily="49" charset="0"/>
                <a:cs typeface="Consolas" panose="020B0609020204030204" pitchFamily="49" charset="0"/>
              </a:rPr>
              <a:t>0x12345678</a:t>
            </a:r>
          </a:p>
        </p:txBody>
      </p:sp>
      <p:cxnSp>
        <p:nvCxnSpPr>
          <p:cNvPr id="9" name="Straight Arrow Connector 8">
            <a:extLst>
              <a:ext uri="{FF2B5EF4-FFF2-40B4-BE49-F238E27FC236}">
                <a16:creationId xmlns:a16="http://schemas.microsoft.com/office/drawing/2014/main" id="{38C06581-F221-454A-B957-F8258EBDE837}"/>
              </a:ext>
            </a:extLst>
          </p:cNvPr>
          <p:cNvCxnSpPr/>
          <p:nvPr/>
        </p:nvCxnSpPr>
        <p:spPr>
          <a:xfrm>
            <a:off x="2190750" y="3502987"/>
            <a:ext cx="285750" cy="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10" name="TextBox 9">
            <a:extLst>
              <a:ext uri="{FF2B5EF4-FFF2-40B4-BE49-F238E27FC236}">
                <a16:creationId xmlns:a16="http://schemas.microsoft.com/office/drawing/2014/main" id="{4580A862-E780-3041-A52F-CEC03FE2AA6F}"/>
              </a:ext>
            </a:extLst>
          </p:cNvPr>
          <p:cNvSpPr txBox="1"/>
          <p:nvPr/>
        </p:nvSpPr>
        <p:spPr>
          <a:xfrm>
            <a:off x="2587729" y="3364487"/>
            <a:ext cx="1130438" cy="300082"/>
          </a:xfrm>
          <a:prstGeom prst="rect">
            <a:avLst/>
          </a:prstGeom>
          <a:noFill/>
        </p:spPr>
        <p:txBody>
          <a:bodyPr wrap="none" rtlCol="0">
            <a:spAutoFit/>
          </a:bodyPr>
          <a:lstStyle/>
          <a:p>
            <a:r>
              <a:rPr lang="en-US" sz="1350" dirty="0">
                <a:latin typeface="Consolas" panose="020B0609020204030204" pitchFamily="49" charset="0"/>
                <a:cs typeface="Consolas" panose="020B0609020204030204" pitchFamily="49" charset="0"/>
              </a:rPr>
              <a:t>0x00005678</a:t>
            </a:r>
          </a:p>
        </p:txBody>
      </p:sp>
      <p:sp>
        <p:nvSpPr>
          <p:cNvPr id="11" name="TextBox 10">
            <a:extLst>
              <a:ext uri="{FF2B5EF4-FFF2-40B4-BE49-F238E27FC236}">
                <a16:creationId xmlns:a16="http://schemas.microsoft.com/office/drawing/2014/main" id="{F73CED4B-2CEE-5847-B651-71C8F701F73C}"/>
              </a:ext>
            </a:extLst>
          </p:cNvPr>
          <p:cNvSpPr txBox="1"/>
          <p:nvPr/>
        </p:nvSpPr>
        <p:spPr>
          <a:xfrm>
            <a:off x="995095" y="3750837"/>
            <a:ext cx="1130438" cy="300082"/>
          </a:xfrm>
          <a:prstGeom prst="rect">
            <a:avLst/>
          </a:prstGeom>
          <a:noFill/>
        </p:spPr>
        <p:txBody>
          <a:bodyPr wrap="none" rtlCol="0">
            <a:spAutoFit/>
          </a:bodyPr>
          <a:lstStyle/>
          <a:p>
            <a:r>
              <a:rPr lang="en-US" sz="1350" dirty="0">
                <a:latin typeface="Consolas" panose="020B0609020204030204" pitchFamily="49" charset="0"/>
                <a:cs typeface="Consolas" panose="020B0609020204030204" pitchFamily="49" charset="0"/>
              </a:rPr>
              <a:t>0x1234ABCD</a:t>
            </a:r>
          </a:p>
        </p:txBody>
      </p:sp>
      <p:cxnSp>
        <p:nvCxnSpPr>
          <p:cNvPr id="12" name="Straight Arrow Connector 11">
            <a:extLst>
              <a:ext uri="{FF2B5EF4-FFF2-40B4-BE49-F238E27FC236}">
                <a16:creationId xmlns:a16="http://schemas.microsoft.com/office/drawing/2014/main" id="{FD215319-D751-D24D-83E5-80D4E6FB9D69}"/>
              </a:ext>
            </a:extLst>
          </p:cNvPr>
          <p:cNvCxnSpPr/>
          <p:nvPr/>
        </p:nvCxnSpPr>
        <p:spPr>
          <a:xfrm>
            <a:off x="2195245" y="3889336"/>
            <a:ext cx="285750" cy="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13" name="TextBox 12">
            <a:extLst>
              <a:ext uri="{FF2B5EF4-FFF2-40B4-BE49-F238E27FC236}">
                <a16:creationId xmlns:a16="http://schemas.microsoft.com/office/drawing/2014/main" id="{61396BB7-6492-2C46-A6BE-EF731ECF740B}"/>
              </a:ext>
            </a:extLst>
          </p:cNvPr>
          <p:cNvSpPr txBox="1"/>
          <p:nvPr/>
        </p:nvSpPr>
        <p:spPr>
          <a:xfrm>
            <a:off x="2592224" y="3750837"/>
            <a:ext cx="1130438" cy="300082"/>
          </a:xfrm>
          <a:prstGeom prst="rect">
            <a:avLst/>
          </a:prstGeom>
          <a:noFill/>
        </p:spPr>
        <p:txBody>
          <a:bodyPr wrap="none" rtlCol="0">
            <a:spAutoFit/>
          </a:bodyPr>
          <a:lstStyle/>
          <a:p>
            <a:r>
              <a:rPr lang="en-US" sz="1350" dirty="0">
                <a:latin typeface="Consolas" panose="020B0609020204030204" pitchFamily="49" charset="0"/>
                <a:cs typeface="Consolas" panose="020B0609020204030204" pitchFamily="49" charset="0"/>
              </a:rPr>
              <a:t>0xFFFFABCD</a:t>
            </a:r>
          </a:p>
        </p:txBody>
      </p:sp>
      <p:sp>
        <p:nvSpPr>
          <p:cNvPr id="14" name="TextBox 13">
            <a:extLst>
              <a:ext uri="{FF2B5EF4-FFF2-40B4-BE49-F238E27FC236}">
                <a16:creationId xmlns:a16="http://schemas.microsoft.com/office/drawing/2014/main" id="{37AC389A-52DF-BA4B-B78C-31E43AB8F715}"/>
              </a:ext>
            </a:extLst>
          </p:cNvPr>
          <p:cNvSpPr txBox="1"/>
          <p:nvPr/>
        </p:nvSpPr>
        <p:spPr>
          <a:xfrm>
            <a:off x="990600" y="2775865"/>
            <a:ext cx="2454518" cy="507831"/>
          </a:xfrm>
          <a:prstGeom prst="rect">
            <a:avLst/>
          </a:prstGeom>
          <a:noFill/>
        </p:spPr>
        <p:txBody>
          <a:bodyPr wrap="none" rtlCol="0">
            <a:spAutoFit/>
          </a:bodyPr>
          <a:lstStyle/>
          <a:p>
            <a:r>
              <a:rPr lang="en-US" sz="1350" dirty="0">
                <a:solidFill>
                  <a:srgbClr val="C00000"/>
                </a:solidFill>
                <a:latin typeface="Consolas" panose="020B0609020204030204" pitchFamily="49" charset="0"/>
                <a:cs typeface="Consolas" panose="020B0609020204030204" pitchFamily="49" charset="0"/>
              </a:rPr>
              <a:t>int32_t x = 0x12345678;</a:t>
            </a:r>
          </a:p>
          <a:p>
            <a:r>
              <a:rPr lang="en-US" sz="1350" dirty="0">
                <a:solidFill>
                  <a:srgbClr val="C00000"/>
                </a:solidFill>
                <a:latin typeface="Consolas" panose="020B0609020204030204" pitchFamily="49" charset="0"/>
                <a:cs typeface="Consolas" panose="020B0609020204030204" pitchFamily="49" charset="0"/>
              </a:rPr>
              <a:t>int16_t y = (int16_t) x;</a:t>
            </a:r>
          </a:p>
        </p:txBody>
      </p:sp>
      <p:sp>
        <p:nvSpPr>
          <p:cNvPr id="8" name="Content Placeholder 3">
            <a:extLst>
              <a:ext uri="{FF2B5EF4-FFF2-40B4-BE49-F238E27FC236}">
                <a16:creationId xmlns:a16="http://schemas.microsoft.com/office/drawing/2014/main" id="{B310A4C8-2DBE-3062-F639-E120AE1AC4CB}"/>
              </a:ext>
            </a:extLst>
          </p:cNvPr>
          <p:cNvSpPr>
            <a:spLocks noGrp="1"/>
          </p:cNvSpPr>
          <p:nvPr>
            <p:ph sz="quarter" idx="1"/>
          </p:nvPr>
        </p:nvSpPr>
        <p:spPr>
          <a:xfrm>
            <a:off x="439479" y="4085114"/>
            <a:ext cx="8229600" cy="2432817"/>
          </a:xfrm>
        </p:spPr>
        <p:txBody>
          <a:bodyPr>
            <a:normAutofit fontScale="85000" lnSpcReduction="20000"/>
          </a:bodyPr>
          <a:lstStyle/>
          <a:p>
            <a:r>
              <a:rPr lang="en-US" dirty="0"/>
              <a:t>C function returns int16_t, but the assembly code puts the return in r0 as a 32-bit word, so that 16-bit value in r3 must be sign-extended to 32 bits before returning</a:t>
            </a:r>
          </a:p>
          <a:p>
            <a:pPr lvl="1"/>
            <a:r>
              <a:rPr lang="en-US" dirty="0"/>
              <a:t>While r3 is 32 bits, the meaningful 16-bit result is in r3[15:0]</a:t>
            </a:r>
          </a:p>
          <a:p>
            <a:pPr lvl="1"/>
            <a:r>
              <a:rPr lang="en-US" dirty="0"/>
              <a:t>r3[31:16] may contain carry-over bits and must be replaced by copies of the sign bit before returning. </a:t>
            </a:r>
          </a:p>
          <a:p>
            <a:pPr lvl="1"/>
            <a:r>
              <a:rPr lang="en-US" dirty="0"/>
              <a:t>Casting an int32_t to int16_t keeps only the low 16 bits and produces 32-bit sign-extended result in r0 (e.g. with SXTH)</a:t>
            </a:r>
          </a:p>
        </p:txBody>
      </p:sp>
    </p:spTree>
    <p:extLst>
      <p:ext uri="{BB962C8B-B14F-4D97-AF65-F5344CB8AC3E}">
        <p14:creationId xmlns:p14="http://schemas.microsoft.com/office/powerpoint/2010/main" val="658532706"/>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B680E2F-C62E-EF54-5DBD-340196E1CA5F}"/>
              </a:ext>
            </a:extLst>
          </p:cNvPr>
          <p:cNvSpPr>
            <a:spLocks noGrp="1"/>
          </p:cNvSpPr>
          <p:nvPr>
            <p:ph type="title"/>
          </p:nvPr>
        </p:nvSpPr>
        <p:spPr/>
        <p:txBody>
          <a:bodyPr/>
          <a:lstStyle/>
          <a:p>
            <a:r>
              <a:rPr lang="en-US" dirty="0"/>
              <a:t>Explanations</a:t>
            </a:r>
          </a:p>
        </p:txBody>
      </p:sp>
      <p:sp>
        <p:nvSpPr>
          <p:cNvPr id="3" name="Slide Number Placeholder 2">
            <a:extLst>
              <a:ext uri="{FF2B5EF4-FFF2-40B4-BE49-F238E27FC236}">
                <a16:creationId xmlns:a16="http://schemas.microsoft.com/office/drawing/2014/main" id="{9ECF1D85-43EB-71B3-363D-9FF339EE4AA2}"/>
              </a:ext>
            </a:extLst>
          </p:cNvPr>
          <p:cNvSpPr>
            <a:spLocks noGrp="1"/>
          </p:cNvSpPr>
          <p:nvPr>
            <p:ph type="sldNum" sz="quarter" idx="12"/>
          </p:nvPr>
        </p:nvSpPr>
        <p:spPr/>
        <p:txBody>
          <a:bodyPr/>
          <a:lstStyle/>
          <a:p>
            <a:fld id="{EA7C8D44-3667-46F6-9772-CC52308E2A7F}" type="slidenum">
              <a:rPr kumimoji="0" lang="en-US" smtClean="0"/>
              <a:pPr/>
              <a:t>33</a:t>
            </a:fld>
            <a:endParaRPr kumimoji="0" lang="en-US" dirty="0"/>
          </a:p>
        </p:txBody>
      </p:sp>
      <p:sp>
        <p:nvSpPr>
          <p:cNvPr id="4" name="Content Placeholder 3">
            <a:extLst>
              <a:ext uri="{FF2B5EF4-FFF2-40B4-BE49-F238E27FC236}">
                <a16:creationId xmlns:a16="http://schemas.microsoft.com/office/drawing/2014/main" id="{E4F57FE1-A328-6D2A-AFB7-A6C1600FE210}"/>
              </a:ext>
            </a:extLst>
          </p:cNvPr>
          <p:cNvSpPr>
            <a:spLocks noGrp="1"/>
          </p:cNvSpPr>
          <p:nvPr>
            <p:ph sz="quarter" idx="1"/>
          </p:nvPr>
        </p:nvSpPr>
        <p:spPr>
          <a:xfrm>
            <a:off x="457200" y="1219200"/>
            <a:ext cx="8229600" cy="5334000"/>
          </a:xfrm>
        </p:spPr>
        <p:txBody>
          <a:bodyPr>
            <a:normAutofit fontScale="70000" lnSpcReduction="20000"/>
          </a:bodyPr>
          <a:lstStyle/>
          <a:p>
            <a:r>
              <a:rPr lang="en-US" dirty="0"/>
              <a:t>These two lines sign-extend the lower 16 bits of r3 into a full 32-bit value in r0.</a:t>
            </a:r>
          </a:p>
          <a:p>
            <a:r>
              <a:rPr lang="en-US" dirty="0"/>
              <a:t>MOV r0, r3, LSL #16</a:t>
            </a:r>
          </a:p>
          <a:p>
            <a:pPr lvl="1"/>
            <a:r>
              <a:rPr lang="en-US" dirty="0"/>
              <a:t>Shifts the value in r3 left by 16 bits.</a:t>
            </a:r>
          </a:p>
          <a:p>
            <a:pPr lvl="1"/>
            <a:r>
              <a:rPr lang="en-US" dirty="0"/>
              <a:t>The lower 16 bits of r3 (the part we care about) move up into the upper 16 bits of r0.</a:t>
            </a:r>
          </a:p>
          <a:p>
            <a:pPr lvl="1"/>
            <a:r>
              <a:rPr lang="en-US" dirty="0"/>
              <a:t>The bottom 16 bits of r0 become 0.</a:t>
            </a:r>
          </a:p>
          <a:p>
            <a:r>
              <a:rPr lang="en-US" dirty="0"/>
              <a:t>MOV r0, r0, ASR #16</a:t>
            </a:r>
          </a:p>
          <a:p>
            <a:pPr lvl="1"/>
            <a:r>
              <a:rPr lang="en-US" dirty="0"/>
              <a:t>Shifts the value right by 16 bits, but preserves the sign (arithmetic shift).</a:t>
            </a:r>
          </a:p>
          <a:p>
            <a:pPr lvl="1"/>
            <a:r>
              <a:rPr lang="en-US" dirty="0"/>
              <a:t>That means if bit 31 (the sign bit after the first shift) is 1, it fills with 1s; if 0, it fills with 0s.</a:t>
            </a:r>
          </a:p>
          <a:p>
            <a:pPr lvl="1"/>
            <a:r>
              <a:rPr lang="en-US" dirty="0"/>
              <a:t>The result is a sign-extended 16-bit value from the original lower half of r3.</a:t>
            </a:r>
          </a:p>
          <a:p>
            <a:r>
              <a:rPr lang="en-US" dirty="0"/>
              <a:t>Examples: </a:t>
            </a:r>
          </a:p>
          <a:p>
            <a:r>
              <a:rPr lang="en-US" dirty="0"/>
              <a:t>r3 = 0x00001234</a:t>
            </a:r>
          </a:p>
          <a:p>
            <a:pPr lvl="1"/>
            <a:r>
              <a:rPr lang="en-US" dirty="0"/>
              <a:t>LSL #16 → 0x12340000</a:t>
            </a:r>
          </a:p>
          <a:p>
            <a:pPr lvl="1"/>
            <a:r>
              <a:rPr lang="en-US" dirty="0"/>
              <a:t>ASR #16 → 0x00001234</a:t>
            </a:r>
          </a:p>
          <a:p>
            <a:r>
              <a:rPr lang="en-US" dirty="0"/>
              <a:t>r3 = 0x0000ABCD</a:t>
            </a:r>
          </a:p>
          <a:p>
            <a:pPr lvl="1"/>
            <a:r>
              <a:rPr lang="en-US" dirty="0"/>
              <a:t>LSL #16 → 0xABCD0000</a:t>
            </a:r>
          </a:p>
          <a:p>
            <a:pPr lvl="1"/>
            <a:r>
              <a:rPr lang="en-US" dirty="0"/>
              <a:t>ASR #16 → 0xFFFFABCD</a:t>
            </a:r>
          </a:p>
          <a:p>
            <a:r>
              <a:rPr lang="pt-BR" dirty="0"/>
              <a:t>Can be replaced with a single instruction:</a:t>
            </a:r>
          </a:p>
          <a:p>
            <a:pPr lvl="1"/>
            <a:r>
              <a:rPr lang="pt-BR" dirty="0"/>
              <a:t>SXTH  r0, r3   ; r0 = (int16_t) r3, sign-extend</a:t>
            </a:r>
          </a:p>
          <a:p>
            <a:pPr lvl="2"/>
            <a:r>
              <a:rPr lang="en-US" dirty="0"/>
              <a:t>Take the low 16 bits of r3, sign-extend them to 32 bits, and store the result in r0.</a:t>
            </a:r>
          </a:p>
        </p:txBody>
      </p:sp>
    </p:spTree>
    <p:extLst>
      <p:ext uri="{BB962C8B-B14F-4D97-AF65-F5344CB8AC3E}">
        <p14:creationId xmlns:p14="http://schemas.microsoft.com/office/powerpoint/2010/main" val="1757812227"/>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234EC6E-B891-AF83-E66F-8217385C54F6}"/>
              </a:ext>
            </a:extLst>
          </p:cNvPr>
          <p:cNvSpPr>
            <a:spLocks noGrp="1"/>
          </p:cNvSpPr>
          <p:nvPr>
            <p:ph type="title"/>
          </p:nvPr>
        </p:nvSpPr>
        <p:spPr/>
        <p:txBody>
          <a:bodyPr/>
          <a:lstStyle/>
          <a:p>
            <a:r>
              <a:rPr lang="en-US" dirty="0"/>
              <a:t>Program Understanding</a:t>
            </a:r>
          </a:p>
        </p:txBody>
      </p:sp>
      <p:sp>
        <p:nvSpPr>
          <p:cNvPr id="3" name="Slide Number Placeholder 2">
            <a:extLst>
              <a:ext uri="{FF2B5EF4-FFF2-40B4-BE49-F238E27FC236}">
                <a16:creationId xmlns:a16="http://schemas.microsoft.com/office/drawing/2014/main" id="{5959EC02-DF33-1CB3-210F-7D09C20A83C0}"/>
              </a:ext>
            </a:extLst>
          </p:cNvPr>
          <p:cNvSpPr>
            <a:spLocks noGrp="1"/>
          </p:cNvSpPr>
          <p:nvPr>
            <p:ph type="sldNum" sz="quarter" idx="12"/>
          </p:nvPr>
        </p:nvSpPr>
        <p:spPr/>
        <p:txBody>
          <a:bodyPr/>
          <a:lstStyle/>
          <a:p>
            <a:fld id="{EA7C8D44-3667-46F6-9772-CC52308E2A7F}" type="slidenum">
              <a:rPr kumimoji="0" lang="en-US" smtClean="0"/>
              <a:pPr/>
              <a:t>34</a:t>
            </a:fld>
            <a:endParaRPr kumimoji="0" lang="en-US" dirty="0"/>
          </a:p>
        </p:txBody>
      </p:sp>
      <p:sp>
        <p:nvSpPr>
          <p:cNvPr id="4" name="Content Placeholder 3">
            <a:extLst>
              <a:ext uri="{FF2B5EF4-FFF2-40B4-BE49-F238E27FC236}">
                <a16:creationId xmlns:a16="http://schemas.microsoft.com/office/drawing/2014/main" id="{3DC23136-53FC-2BF5-8C7C-A3096D3761E3}"/>
              </a:ext>
            </a:extLst>
          </p:cNvPr>
          <p:cNvSpPr>
            <a:spLocks noGrp="1"/>
          </p:cNvSpPr>
          <p:nvPr>
            <p:ph sz="quarter" idx="1"/>
          </p:nvPr>
        </p:nvSpPr>
        <p:spPr>
          <a:xfrm>
            <a:off x="457200" y="1219200"/>
            <a:ext cx="8229600" cy="1066800"/>
          </a:xfrm>
        </p:spPr>
        <p:txBody>
          <a:bodyPr>
            <a:normAutofit fontScale="70000" lnSpcReduction="20000"/>
          </a:bodyPr>
          <a:lstStyle/>
          <a:p>
            <a:r>
              <a:rPr lang="en-US" dirty="0"/>
              <a:t>Given the following code, fill in the blanks listed next to each instruction with the values that would be in each register or status bit </a:t>
            </a:r>
            <a:r>
              <a:rPr lang="en-US" dirty="0">
                <a:solidFill>
                  <a:srgbClr val="C00000"/>
                </a:solidFill>
              </a:rPr>
              <a:t>after each instruction executes</a:t>
            </a:r>
            <a:r>
              <a:rPr lang="en-US" dirty="0"/>
              <a:t>. Instruction addresses are given to the left of each assembly instruction (not part of the code).  Assume that SP = 0x10000200 at the start of the program.</a:t>
            </a:r>
          </a:p>
        </p:txBody>
      </p:sp>
      <p:sp>
        <p:nvSpPr>
          <p:cNvPr id="5" name="TextBox 4">
            <a:extLst>
              <a:ext uri="{FF2B5EF4-FFF2-40B4-BE49-F238E27FC236}">
                <a16:creationId xmlns:a16="http://schemas.microsoft.com/office/drawing/2014/main" id="{080C4AE5-B126-9162-362F-24C26D91D6E5}"/>
              </a:ext>
            </a:extLst>
          </p:cNvPr>
          <p:cNvSpPr txBox="1"/>
          <p:nvPr/>
        </p:nvSpPr>
        <p:spPr>
          <a:xfrm>
            <a:off x="641001" y="2182128"/>
            <a:ext cx="8350599" cy="4278094"/>
          </a:xfrm>
          <a:prstGeom prst="rect">
            <a:avLst/>
          </a:prstGeom>
        </p:spPr>
        <p:style>
          <a:lnRef idx="2">
            <a:schemeClr val="accent1"/>
          </a:lnRef>
          <a:fillRef idx="1">
            <a:schemeClr val="lt1"/>
          </a:fillRef>
          <a:effectRef idx="0">
            <a:schemeClr val="accent1"/>
          </a:effectRef>
          <a:fontRef idx="minor">
            <a:schemeClr val="dk1"/>
          </a:fontRef>
        </p:style>
        <p:txBody>
          <a:bodyPr wrap="square" rtlCol="0">
            <a:spAutoFit/>
          </a:bodyPr>
          <a:lstStyle/>
          <a:p>
            <a:r>
              <a:rPr lang="en-US" sz="1600" dirty="0">
                <a:latin typeface="Consolas" panose="020B0609020204030204" pitchFamily="49" charset="0"/>
                <a:cs typeface="Consolas" panose="020B0609020204030204" pitchFamily="49" charset="0"/>
              </a:rPr>
              <a:t>          AREA </a:t>
            </a:r>
            <a:r>
              <a:rPr lang="en-US" sz="1600" dirty="0" err="1">
                <a:latin typeface="Consolas" panose="020B0609020204030204" pitchFamily="49" charset="0"/>
                <a:cs typeface="Consolas" panose="020B0609020204030204" pitchFamily="49" charset="0"/>
              </a:rPr>
              <a:t>mycode</a:t>
            </a:r>
            <a:r>
              <a:rPr lang="en-US" sz="1600" dirty="0">
                <a:latin typeface="Consolas" panose="020B0609020204030204" pitchFamily="49" charset="0"/>
                <a:cs typeface="Consolas" panose="020B0609020204030204" pitchFamily="49" charset="0"/>
              </a:rPr>
              <a:t>, CODE, READONLY</a:t>
            </a:r>
          </a:p>
          <a:p>
            <a:r>
              <a:rPr lang="en-US" sz="1600" dirty="0">
                <a:latin typeface="Consolas" panose="020B0609020204030204" pitchFamily="49" charset="0"/>
                <a:cs typeface="Consolas" panose="020B0609020204030204" pitchFamily="49" charset="0"/>
              </a:rPr>
              <a:t>          EXPORT __main</a:t>
            </a:r>
          </a:p>
          <a:p>
            <a:r>
              <a:rPr lang="en-US" sz="1600" dirty="0">
                <a:latin typeface="Consolas" panose="020B0609020204030204" pitchFamily="49" charset="0"/>
                <a:cs typeface="Consolas" panose="020B0609020204030204" pitchFamily="49" charset="0"/>
              </a:rPr>
              <a:t>__main    PROC</a:t>
            </a:r>
          </a:p>
          <a:p>
            <a:r>
              <a:rPr lang="en-US" sz="1600" dirty="0">
                <a:latin typeface="Consolas" panose="020B0609020204030204" pitchFamily="49" charset="0"/>
                <a:cs typeface="Consolas" panose="020B0609020204030204" pitchFamily="49" charset="0"/>
              </a:rPr>
              <a:t>0x250     MOV R0, #5</a:t>
            </a:r>
          </a:p>
          <a:p>
            <a:r>
              <a:rPr lang="en-US" sz="1600" dirty="0">
                <a:latin typeface="Consolas" panose="020B0609020204030204" pitchFamily="49" charset="0"/>
                <a:cs typeface="Consolas" panose="020B0609020204030204" pitchFamily="49" charset="0"/>
              </a:rPr>
              <a:t>0x254     MOV R1, #10</a:t>
            </a:r>
          </a:p>
          <a:p>
            <a:r>
              <a:rPr lang="en-US" sz="1600" dirty="0">
                <a:latin typeface="Consolas" panose="020B0609020204030204" pitchFamily="49" charset="0"/>
                <a:cs typeface="Consolas" panose="020B0609020204030204" pitchFamily="49" charset="0"/>
              </a:rPr>
              <a:t>0x258     CMP R0, R1           ; NZCV = ______</a:t>
            </a:r>
          </a:p>
          <a:p>
            <a:r>
              <a:rPr lang="en-US" sz="1600" dirty="0">
                <a:latin typeface="Consolas" panose="020B0609020204030204" pitchFamily="49" charset="0"/>
                <a:cs typeface="Consolas" panose="020B0609020204030204" pitchFamily="49" charset="0"/>
              </a:rPr>
              <a:t>0x25A     BGE loop             ; PC = ______(after this instruction)</a:t>
            </a:r>
          </a:p>
          <a:p>
            <a:r>
              <a:rPr lang="en-US" sz="1600" dirty="0">
                <a:latin typeface="Consolas" panose="020B0609020204030204" pitchFamily="49" charset="0"/>
                <a:cs typeface="Consolas" panose="020B0609020204030204" pitchFamily="49" charset="0"/>
              </a:rPr>
              <a:t>0x25C     BL foo               ; LR = ______, PC = ____(after this inst.)</a:t>
            </a:r>
          </a:p>
          <a:p>
            <a:r>
              <a:rPr lang="en-US" sz="1600" dirty="0">
                <a:latin typeface="Consolas" panose="020B0609020204030204" pitchFamily="49" charset="0"/>
                <a:cs typeface="Consolas" panose="020B0609020204030204" pitchFamily="49" charset="0"/>
              </a:rPr>
              <a:t>0x260 loop B loop</a:t>
            </a:r>
          </a:p>
          <a:p>
            <a:r>
              <a:rPr lang="en-US" sz="1600" dirty="0">
                <a:latin typeface="Consolas" panose="020B0609020204030204" pitchFamily="49" charset="0"/>
                <a:cs typeface="Consolas" panose="020B0609020204030204" pitchFamily="49" charset="0"/>
              </a:rPr>
              <a:t>          ENDP</a:t>
            </a:r>
          </a:p>
          <a:p>
            <a:endParaRPr lang="en-US" sz="1600" dirty="0">
              <a:latin typeface="Consolas" panose="020B0609020204030204" pitchFamily="49" charset="0"/>
              <a:cs typeface="Consolas" panose="020B0609020204030204" pitchFamily="49" charset="0"/>
            </a:endParaRPr>
          </a:p>
          <a:p>
            <a:r>
              <a:rPr lang="en-US" sz="1600" dirty="0">
                <a:latin typeface="Consolas" panose="020B0609020204030204" pitchFamily="49" charset="0"/>
                <a:cs typeface="Consolas" panose="020B0609020204030204" pitchFamily="49" charset="0"/>
              </a:rPr>
              <a:t>foo       PROC</a:t>
            </a:r>
          </a:p>
          <a:p>
            <a:r>
              <a:rPr lang="en-US" sz="1600" dirty="0">
                <a:latin typeface="Consolas" panose="020B0609020204030204" pitchFamily="49" charset="0"/>
                <a:cs typeface="Consolas" panose="020B0609020204030204" pitchFamily="49" charset="0"/>
              </a:rPr>
              <a:t>0x262     PUSH{R0, R1}         ; SP = ____________</a:t>
            </a:r>
          </a:p>
          <a:p>
            <a:r>
              <a:rPr lang="en-US" sz="1600" dirty="0">
                <a:latin typeface="Consolas" panose="020B0609020204030204" pitchFamily="49" charset="0"/>
                <a:cs typeface="Consolas" panose="020B0609020204030204" pitchFamily="49" charset="0"/>
              </a:rPr>
              <a:t>0x264     POP{R1}</a:t>
            </a:r>
          </a:p>
          <a:p>
            <a:r>
              <a:rPr lang="en-US" sz="1600" dirty="0">
                <a:latin typeface="Consolas" panose="020B0609020204030204" pitchFamily="49" charset="0"/>
                <a:cs typeface="Consolas" panose="020B0609020204030204" pitchFamily="49" charset="0"/>
              </a:rPr>
              <a:t>0x266     POP{R0}              ; R0 = __________, SP = ____________</a:t>
            </a:r>
          </a:p>
          <a:p>
            <a:r>
              <a:rPr lang="en-US" sz="1600" dirty="0">
                <a:latin typeface="Consolas" panose="020B0609020204030204" pitchFamily="49" charset="0"/>
                <a:cs typeface="Consolas" panose="020B0609020204030204" pitchFamily="49" charset="0"/>
              </a:rPr>
              <a:t>0x268     BX LR                ; LR = ___________, PC = ____________</a:t>
            </a:r>
          </a:p>
          <a:p>
            <a:r>
              <a:rPr lang="en-US" sz="1600" dirty="0">
                <a:latin typeface="Consolas" panose="020B0609020204030204" pitchFamily="49" charset="0"/>
                <a:cs typeface="Consolas" panose="020B0609020204030204" pitchFamily="49" charset="0"/>
              </a:rPr>
              <a:t>          ENDP</a:t>
            </a:r>
          </a:p>
        </p:txBody>
      </p:sp>
    </p:spTree>
    <p:extLst>
      <p:ext uri="{BB962C8B-B14F-4D97-AF65-F5344CB8AC3E}">
        <p14:creationId xmlns:p14="http://schemas.microsoft.com/office/powerpoint/2010/main" val="1829076800"/>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C0EE055-2D92-9967-6D5A-5CAE67FAA979}"/>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BBCA5A9E-A770-8E75-1A17-1AA527EAD98D}"/>
              </a:ext>
            </a:extLst>
          </p:cNvPr>
          <p:cNvSpPr>
            <a:spLocks noGrp="1"/>
          </p:cNvSpPr>
          <p:nvPr>
            <p:ph type="title"/>
          </p:nvPr>
        </p:nvSpPr>
        <p:spPr/>
        <p:txBody>
          <a:bodyPr/>
          <a:lstStyle/>
          <a:p>
            <a:r>
              <a:rPr lang="en-US" dirty="0"/>
              <a:t>Program Understanding ANS</a:t>
            </a:r>
          </a:p>
        </p:txBody>
      </p:sp>
      <p:sp>
        <p:nvSpPr>
          <p:cNvPr id="3" name="Slide Number Placeholder 2">
            <a:extLst>
              <a:ext uri="{FF2B5EF4-FFF2-40B4-BE49-F238E27FC236}">
                <a16:creationId xmlns:a16="http://schemas.microsoft.com/office/drawing/2014/main" id="{E6EB26F8-63B8-7FD8-7173-F712D1EEF322}"/>
              </a:ext>
            </a:extLst>
          </p:cNvPr>
          <p:cNvSpPr>
            <a:spLocks noGrp="1"/>
          </p:cNvSpPr>
          <p:nvPr>
            <p:ph type="sldNum" sz="quarter" idx="12"/>
          </p:nvPr>
        </p:nvSpPr>
        <p:spPr/>
        <p:txBody>
          <a:bodyPr/>
          <a:lstStyle/>
          <a:p>
            <a:fld id="{EA7C8D44-3667-46F6-9772-CC52308E2A7F}" type="slidenum">
              <a:rPr kumimoji="0" lang="en-US" smtClean="0"/>
              <a:pPr/>
              <a:t>35</a:t>
            </a:fld>
            <a:endParaRPr kumimoji="0" lang="en-US" dirty="0"/>
          </a:p>
        </p:txBody>
      </p:sp>
      <p:sp>
        <p:nvSpPr>
          <p:cNvPr id="4" name="Content Placeholder 3">
            <a:extLst>
              <a:ext uri="{FF2B5EF4-FFF2-40B4-BE49-F238E27FC236}">
                <a16:creationId xmlns:a16="http://schemas.microsoft.com/office/drawing/2014/main" id="{6887EA07-332E-3EE5-6B34-92FAAEF7BA60}"/>
              </a:ext>
            </a:extLst>
          </p:cNvPr>
          <p:cNvSpPr>
            <a:spLocks noGrp="1"/>
          </p:cNvSpPr>
          <p:nvPr>
            <p:ph sz="quarter" idx="1"/>
          </p:nvPr>
        </p:nvSpPr>
        <p:spPr>
          <a:xfrm>
            <a:off x="457200" y="1219200"/>
            <a:ext cx="8229600" cy="1066800"/>
          </a:xfrm>
        </p:spPr>
        <p:txBody>
          <a:bodyPr>
            <a:normAutofit fontScale="70000" lnSpcReduction="20000"/>
          </a:bodyPr>
          <a:lstStyle/>
          <a:p>
            <a:r>
              <a:rPr lang="en-US" dirty="0"/>
              <a:t>Given the following code, fill in the blanks listed next to each instruction with the values that would be in each register or status bit after the instruction executes. Instruction addresses are given to the left of each assembly instruction (not part of the code).  Assume that SP = 0x10000200 at the start of the program.</a:t>
            </a:r>
          </a:p>
        </p:txBody>
      </p:sp>
      <p:sp>
        <p:nvSpPr>
          <p:cNvPr id="5" name="TextBox 4">
            <a:extLst>
              <a:ext uri="{FF2B5EF4-FFF2-40B4-BE49-F238E27FC236}">
                <a16:creationId xmlns:a16="http://schemas.microsoft.com/office/drawing/2014/main" id="{667005E6-B78A-DE6F-E3EA-2180A0B55757}"/>
              </a:ext>
            </a:extLst>
          </p:cNvPr>
          <p:cNvSpPr txBox="1"/>
          <p:nvPr/>
        </p:nvSpPr>
        <p:spPr>
          <a:xfrm>
            <a:off x="304800" y="2122706"/>
            <a:ext cx="8534400" cy="4278094"/>
          </a:xfrm>
          <a:prstGeom prst="rect">
            <a:avLst/>
          </a:prstGeom>
        </p:spPr>
        <p:style>
          <a:lnRef idx="2">
            <a:schemeClr val="accent1"/>
          </a:lnRef>
          <a:fillRef idx="1">
            <a:schemeClr val="lt1"/>
          </a:fillRef>
          <a:effectRef idx="0">
            <a:schemeClr val="accent1"/>
          </a:effectRef>
          <a:fontRef idx="minor">
            <a:schemeClr val="dk1"/>
          </a:fontRef>
        </p:style>
        <p:txBody>
          <a:bodyPr wrap="square" rtlCol="0">
            <a:spAutoFit/>
          </a:bodyPr>
          <a:lstStyle/>
          <a:p>
            <a:r>
              <a:rPr lang="en-US" sz="1600" dirty="0">
                <a:latin typeface="Consolas" panose="020B0609020204030204" pitchFamily="49" charset="0"/>
                <a:cs typeface="Consolas" panose="020B0609020204030204" pitchFamily="49" charset="0"/>
              </a:rPr>
              <a:t>          AREA </a:t>
            </a:r>
            <a:r>
              <a:rPr lang="en-US" sz="1600" dirty="0" err="1">
                <a:latin typeface="Consolas" panose="020B0609020204030204" pitchFamily="49" charset="0"/>
                <a:cs typeface="Consolas" panose="020B0609020204030204" pitchFamily="49" charset="0"/>
              </a:rPr>
              <a:t>mycode</a:t>
            </a:r>
            <a:r>
              <a:rPr lang="en-US" sz="1600" dirty="0">
                <a:latin typeface="Consolas" panose="020B0609020204030204" pitchFamily="49" charset="0"/>
                <a:cs typeface="Consolas" panose="020B0609020204030204" pitchFamily="49" charset="0"/>
              </a:rPr>
              <a:t>, CODE, READONLY</a:t>
            </a:r>
          </a:p>
          <a:p>
            <a:r>
              <a:rPr lang="en-US" sz="1600" dirty="0">
                <a:latin typeface="Consolas" panose="020B0609020204030204" pitchFamily="49" charset="0"/>
                <a:cs typeface="Consolas" panose="020B0609020204030204" pitchFamily="49" charset="0"/>
              </a:rPr>
              <a:t>          EXPORT __main</a:t>
            </a:r>
          </a:p>
          <a:p>
            <a:r>
              <a:rPr lang="en-US" sz="1600" dirty="0">
                <a:latin typeface="Consolas" panose="020B0609020204030204" pitchFamily="49" charset="0"/>
                <a:cs typeface="Consolas" panose="020B0609020204030204" pitchFamily="49" charset="0"/>
              </a:rPr>
              <a:t>__main    PROC</a:t>
            </a:r>
          </a:p>
          <a:p>
            <a:r>
              <a:rPr lang="en-US" sz="1600" dirty="0">
                <a:latin typeface="Consolas" panose="020B0609020204030204" pitchFamily="49" charset="0"/>
                <a:cs typeface="Consolas" panose="020B0609020204030204" pitchFamily="49" charset="0"/>
              </a:rPr>
              <a:t>0x250     MOV R0, #5</a:t>
            </a:r>
          </a:p>
          <a:p>
            <a:r>
              <a:rPr lang="en-US" sz="1600" dirty="0">
                <a:latin typeface="Consolas" panose="020B0609020204030204" pitchFamily="49" charset="0"/>
                <a:cs typeface="Consolas" panose="020B0609020204030204" pitchFamily="49" charset="0"/>
              </a:rPr>
              <a:t>0x254     MOV R1, #10</a:t>
            </a:r>
          </a:p>
          <a:p>
            <a:r>
              <a:rPr lang="en-US" sz="1600" dirty="0">
                <a:latin typeface="Consolas" panose="020B0609020204030204" pitchFamily="49" charset="0"/>
                <a:cs typeface="Consolas" panose="020B0609020204030204" pitchFamily="49" charset="0"/>
              </a:rPr>
              <a:t>0x258     CMP R0, R1           ; NZCV = 1000</a:t>
            </a:r>
          </a:p>
          <a:p>
            <a:r>
              <a:rPr lang="en-US" sz="1600" dirty="0">
                <a:latin typeface="Consolas" panose="020B0609020204030204" pitchFamily="49" charset="0"/>
                <a:cs typeface="Consolas" panose="020B0609020204030204" pitchFamily="49" charset="0"/>
              </a:rPr>
              <a:t>0x25A     BGE loop             ; PC = 0x25C (after this instruction)</a:t>
            </a:r>
          </a:p>
          <a:p>
            <a:r>
              <a:rPr lang="en-US" sz="1600" dirty="0">
                <a:latin typeface="Consolas" panose="020B0609020204030204" pitchFamily="49" charset="0"/>
                <a:cs typeface="Consolas" panose="020B0609020204030204" pitchFamily="49" charset="0"/>
              </a:rPr>
              <a:t>0x25C     BL foo               ; LR = 0x260, PC = 0x262 (after this inst.)</a:t>
            </a:r>
          </a:p>
          <a:p>
            <a:r>
              <a:rPr lang="en-US" sz="1600" dirty="0">
                <a:latin typeface="Consolas" panose="020B0609020204030204" pitchFamily="49" charset="0"/>
                <a:cs typeface="Consolas" panose="020B0609020204030204" pitchFamily="49" charset="0"/>
              </a:rPr>
              <a:t>0x260 loop B loop</a:t>
            </a:r>
          </a:p>
          <a:p>
            <a:r>
              <a:rPr lang="en-US" sz="1600" dirty="0">
                <a:latin typeface="Consolas" panose="020B0609020204030204" pitchFamily="49" charset="0"/>
                <a:cs typeface="Consolas" panose="020B0609020204030204" pitchFamily="49" charset="0"/>
              </a:rPr>
              <a:t>          ENDP</a:t>
            </a:r>
          </a:p>
          <a:p>
            <a:endParaRPr lang="en-US" sz="1600" dirty="0">
              <a:latin typeface="Consolas" panose="020B0609020204030204" pitchFamily="49" charset="0"/>
              <a:cs typeface="Consolas" panose="020B0609020204030204" pitchFamily="49" charset="0"/>
            </a:endParaRPr>
          </a:p>
          <a:p>
            <a:r>
              <a:rPr lang="en-US" sz="1600" dirty="0">
                <a:latin typeface="Consolas" panose="020B0609020204030204" pitchFamily="49" charset="0"/>
                <a:cs typeface="Consolas" panose="020B0609020204030204" pitchFamily="49" charset="0"/>
              </a:rPr>
              <a:t>foo       PROC</a:t>
            </a:r>
          </a:p>
          <a:p>
            <a:r>
              <a:rPr lang="en-US" sz="1600" dirty="0">
                <a:latin typeface="Consolas" panose="020B0609020204030204" pitchFamily="49" charset="0"/>
                <a:cs typeface="Consolas" panose="020B0609020204030204" pitchFamily="49" charset="0"/>
              </a:rPr>
              <a:t>0x262     PUSH{R0, R1}         ; SP = </a:t>
            </a:r>
            <a:r>
              <a:rPr lang="en-US" sz="1600" dirty="0"/>
              <a:t>0x100001F8</a:t>
            </a:r>
            <a:endParaRPr lang="en-US" sz="1600" dirty="0">
              <a:latin typeface="Consolas" panose="020B0609020204030204" pitchFamily="49" charset="0"/>
              <a:cs typeface="Consolas" panose="020B0609020204030204" pitchFamily="49" charset="0"/>
            </a:endParaRPr>
          </a:p>
          <a:p>
            <a:r>
              <a:rPr lang="en-US" sz="1600" dirty="0">
                <a:latin typeface="Consolas" panose="020B0609020204030204" pitchFamily="49" charset="0"/>
                <a:cs typeface="Consolas" panose="020B0609020204030204" pitchFamily="49" charset="0"/>
              </a:rPr>
              <a:t>0x264     POP{R1}              ; R1 = 5</a:t>
            </a:r>
          </a:p>
          <a:p>
            <a:r>
              <a:rPr lang="en-US" sz="1600" dirty="0">
                <a:latin typeface="Consolas" panose="020B0609020204030204" pitchFamily="49" charset="0"/>
                <a:cs typeface="Consolas" panose="020B0609020204030204" pitchFamily="49" charset="0"/>
              </a:rPr>
              <a:t>0x266     POP{R0}              ; R0 = 10, SP = </a:t>
            </a:r>
            <a:r>
              <a:rPr lang="en-US" sz="1600" dirty="0"/>
              <a:t>0x10000200</a:t>
            </a:r>
            <a:endParaRPr lang="en-US" sz="1600" dirty="0">
              <a:latin typeface="Consolas" panose="020B0609020204030204" pitchFamily="49" charset="0"/>
              <a:cs typeface="Consolas" panose="020B0609020204030204" pitchFamily="49" charset="0"/>
            </a:endParaRPr>
          </a:p>
          <a:p>
            <a:r>
              <a:rPr lang="en-US" sz="1600" dirty="0">
                <a:latin typeface="Consolas" panose="020B0609020204030204" pitchFamily="49" charset="0"/>
                <a:cs typeface="Consolas" panose="020B0609020204030204" pitchFamily="49" charset="0"/>
              </a:rPr>
              <a:t>0x268     BX LR                ; LR = 0x260, PC = 0x260 (after this inst.)</a:t>
            </a:r>
          </a:p>
          <a:p>
            <a:r>
              <a:rPr lang="en-US" sz="1600" dirty="0">
                <a:latin typeface="Consolas" panose="020B0609020204030204" pitchFamily="49" charset="0"/>
                <a:cs typeface="Consolas" panose="020B0609020204030204" pitchFamily="49" charset="0"/>
              </a:rPr>
              <a:t>          ENDP</a:t>
            </a:r>
          </a:p>
        </p:txBody>
      </p:sp>
    </p:spTree>
    <p:extLst>
      <p:ext uri="{BB962C8B-B14F-4D97-AF65-F5344CB8AC3E}">
        <p14:creationId xmlns:p14="http://schemas.microsoft.com/office/powerpoint/2010/main" val="2287290416"/>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6BC4FE6-4AA6-4480-9C1A-B149B1641A6D}"/>
              </a:ext>
            </a:extLst>
          </p:cNvPr>
          <p:cNvSpPr>
            <a:spLocks noGrp="1"/>
          </p:cNvSpPr>
          <p:nvPr>
            <p:ph type="title"/>
          </p:nvPr>
        </p:nvSpPr>
        <p:spPr/>
        <p:txBody>
          <a:bodyPr/>
          <a:lstStyle/>
          <a:p>
            <a:r>
              <a:rPr lang="en-US" dirty="0"/>
              <a:t>Detailed Explanations</a:t>
            </a:r>
          </a:p>
        </p:txBody>
      </p:sp>
      <p:sp>
        <p:nvSpPr>
          <p:cNvPr id="3" name="Slide Number Placeholder 2">
            <a:extLst>
              <a:ext uri="{FF2B5EF4-FFF2-40B4-BE49-F238E27FC236}">
                <a16:creationId xmlns:a16="http://schemas.microsoft.com/office/drawing/2014/main" id="{BD64E820-1675-B2B0-054F-FAA01CAC05B1}"/>
              </a:ext>
            </a:extLst>
          </p:cNvPr>
          <p:cNvSpPr>
            <a:spLocks noGrp="1"/>
          </p:cNvSpPr>
          <p:nvPr>
            <p:ph type="sldNum" sz="quarter" idx="12"/>
          </p:nvPr>
        </p:nvSpPr>
        <p:spPr/>
        <p:txBody>
          <a:bodyPr/>
          <a:lstStyle/>
          <a:p>
            <a:fld id="{EA7C8D44-3667-46F6-9772-CC52308E2A7F}" type="slidenum">
              <a:rPr kumimoji="0" lang="en-US" smtClean="0"/>
              <a:pPr/>
              <a:t>36</a:t>
            </a:fld>
            <a:endParaRPr kumimoji="0" lang="en-US" dirty="0"/>
          </a:p>
        </p:txBody>
      </p:sp>
      <p:sp>
        <p:nvSpPr>
          <p:cNvPr id="4" name="Content Placeholder 3">
            <a:extLst>
              <a:ext uri="{FF2B5EF4-FFF2-40B4-BE49-F238E27FC236}">
                <a16:creationId xmlns:a16="http://schemas.microsoft.com/office/drawing/2014/main" id="{0D3349F2-AD23-9931-E5C9-567BF200C2ED}"/>
              </a:ext>
            </a:extLst>
          </p:cNvPr>
          <p:cNvSpPr>
            <a:spLocks noGrp="1"/>
          </p:cNvSpPr>
          <p:nvPr>
            <p:ph sz="quarter" idx="1"/>
          </p:nvPr>
        </p:nvSpPr>
        <p:spPr>
          <a:xfrm>
            <a:off x="457200" y="1143000"/>
            <a:ext cx="8229600" cy="5334000"/>
          </a:xfrm>
        </p:spPr>
        <p:txBody>
          <a:bodyPr>
            <a:normAutofit fontScale="55000" lnSpcReduction="20000"/>
          </a:bodyPr>
          <a:lstStyle/>
          <a:p>
            <a:r>
              <a:rPr lang="en-US" dirty="0"/>
              <a:t>1. CMP R0, R1 (0x858/0x258)</a:t>
            </a:r>
          </a:p>
          <a:p>
            <a:pPr lvl="1"/>
            <a:r>
              <a:rPr lang="en-US" dirty="0"/>
              <a:t>Performs: 8 - 10</a:t>
            </a:r>
          </a:p>
          <a:p>
            <a:pPr lvl="1"/>
            <a:r>
              <a:rPr lang="en-US" dirty="0"/>
              <a:t>NZCV = 1000 (Negative=1, Zero=0, Carry=0, Overflow=0)</a:t>
            </a:r>
          </a:p>
          <a:p>
            <a:r>
              <a:rPr lang="en-US" dirty="0"/>
              <a:t>2. BGE loop (0x25A)</a:t>
            </a:r>
          </a:p>
          <a:p>
            <a:pPr lvl="1"/>
            <a:r>
              <a:rPr lang="en-US" dirty="0"/>
              <a:t>BGE checks if N == V (Greater or Equal in signed comparison)</a:t>
            </a:r>
          </a:p>
          <a:p>
            <a:pPr lvl="1"/>
            <a:r>
              <a:rPr lang="en-US" dirty="0"/>
              <a:t>Since N=1 and V=0, condition is FALSE</a:t>
            </a:r>
          </a:p>
          <a:p>
            <a:r>
              <a:rPr lang="en-US" dirty="0"/>
              <a:t>Branch NOT taken, continues to next instruction</a:t>
            </a:r>
          </a:p>
          <a:p>
            <a:pPr lvl="1"/>
            <a:r>
              <a:rPr lang="en-US" dirty="0"/>
              <a:t>PC = 0x25C</a:t>
            </a:r>
          </a:p>
          <a:p>
            <a:r>
              <a:rPr lang="en-US" dirty="0"/>
              <a:t>3. BL foo (0x25C)</a:t>
            </a:r>
          </a:p>
          <a:p>
            <a:pPr lvl="1"/>
            <a:r>
              <a:rPr lang="en-US" dirty="0"/>
              <a:t>Saves return address in LR and branches to foo</a:t>
            </a:r>
          </a:p>
          <a:p>
            <a:pPr lvl="1"/>
            <a:r>
              <a:rPr lang="en-US" dirty="0"/>
              <a:t>LR = 0x260 (next instruction after BL)</a:t>
            </a:r>
          </a:p>
          <a:p>
            <a:pPr lvl="1"/>
            <a:r>
              <a:rPr lang="en-US" dirty="0"/>
              <a:t>PC = 0x262 (address of foo)</a:t>
            </a:r>
          </a:p>
          <a:p>
            <a:r>
              <a:rPr lang="en-US" dirty="0"/>
              <a:t>4. PUSH {R0, R1} (0x262)</a:t>
            </a:r>
          </a:p>
          <a:p>
            <a:pPr lvl="1"/>
            <a:r>
              <a:rPr lang="en-US" dirty="0"/>
              <a:t>Stack is descending and full, so SP decrements by 8 bytes (2 registers × 4 bytes)</a:t>
            </a:r>
          </a:p>
          <a:p>
            <a:pPr lvl="1"/>
            <a:r>
              <a:rPr lang="en-US" dirty="0"/>
              <a:t>SP = 0x10000200 - 8 = 0x100001F8</a:t>
            </a:r>
          </a:p>
          <a:p>
            <a:r>
              <a:rPr lang="en-US" dirty="0"/>
              <a:t>5. POP {R0} (0x266)</a:t>
            </a:r>
          </a:p>
          <a:p>
            <a:pPr lvl="1"/>
            <a:r>
              <a:rPr lang="en-US" dirty="0"/>
              <a:t>After popping both registers, R0 and R1 are swapped</a:t>
            </a:r>
          </a:p>
          <a:p>
            <a:pPr lvl="1"/>
            <a:r>
              <a:rPr lang="en-US" dirty="0"/>
              <a:t>R0 = 10 (original R1 value)</a:t>
            </a:r>
          </a:p>
          <a:p>
            <a:pPr lvl="1"/>
            <a:r>
              <a:rPr lang="en-US" dirty="0"/>
              <a:t>SP = 0x10000200 (back to original)</a:t>
            </a:r>
          </a:p>
          <a:p>
            <a:r>
              <a:rPr lang="en-US" dirty="0"/>
              <a:t>6. BX LR (0x268)</a:t>
            </a:r>
          </a:p>
          <a:p>
            <a:pPr lvl="1"/>
            <a:r>
              <a:rPr lang="en-US" dirty="0"/>
              <a:t>Returns to address stored in LR</a:t>
            </a:r>
          </a:p>
          <a:p>
            <a:pPr lvl="1"/>
            <a:r>
              <a:rPr lang="en-US" dirty="0"/>
              <a:t>LR = 0x260 (unchanged)</a:t>
            </a:r>
          </a:p>
          <a:p>
            <a:pPr lvl="1"/>
            <a:r>
              <a:rPr lang="en-US" dirty="0"/>
              <a:t>PC = 0x260 (returns to caller)</a:t>
            </a:r>
          </a:p>
        </p:txBody>
      </p:sp>
    </p:spTree>
    <p:extLst>
      <p:ext uri="{BB962C8B-B14F-4D97-AF65-F5344CB8AC3E}">
        <p14:creationId xmlns:p14="http://schemas.microsoft.com/office/powerpoint/2010/main" val="1555766300"/>
      </p:ext>
    </p:extLst>
  </p:cSld>
  <p:clrMapOvr>
    <a:masterClrMapping/>
  </p:clrMapOvr>
</p:sld>
</file>

<file path=ppt/theme/_rels/theme1.xml.rels><?xml version="1.0" encoding="UTF-8" standalone="yes"?>
<Relationships xmlns="http://schemas.openxmlformats.org/package/2006/relationships"><Relationship Id="rId1" Type="http://schemas.openxmlformats.org/officeDocument/2006/relationships/image" Target="../media/image1.jpeg"/></Relationships>
</file>

<file path=ppt/theme/_rels/theme2.xml.rels><?xml version="1.0" encoding="UTF-8" standalone="yes"?>
<Relationships xmlns="http://schemas.openxmlformats.org/package/2006/relationships"><Relationship Id="rId1" Type="http://schemas.openxmlformats.org/officeDocument/2006/relationships/image" Target="../media/image1.jpeg"/></Relationships>
</file>

<file path=ppt/theme/theme1.xml><?xml version="1.0" encoding="utf-8"?>
<a:theme xmlns:a="http://schemas.openxmlformats.org/drawingml/2006/main" name="Origin">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rigin">
      <a:majorFont>
        <a:latin typeface="Bookman Old Style"/>
        <a:ea typeface=""/>
        <a:cs typeface=""/>
        <a:font script="Grek" typeface="Cambria"/>
        <a:font script="Cyrl" typeface="Cambria"/>
        <a:font script="Jpan" typeface="HG明朝E"/>
        <a:font script="Hang" typeface="돋움"/>
        <a:font script="Hans" typeface="宋体"/>
        <a:font script="Hant" typeface="標楷體"/>
        <a:font script="Arab" typeface="Times New Roman"/>
        <a:font script="Hebr" typeface="Times New Roman"/>
        <a:font script="Thai" typeface="Browalli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Gill Sans MT"/>
        <a:ea typeface=""/>
        <a:cs typeface=""/>
        <a:font script="Grek" typeface="Calibri"/>
        <a:font script="Cyrl" typeface="Calibri"/>
        <a:font script="Jpan" typeface="ＭＳ Ｐゴシック"/>
        <a:font script="Hang" typeface="맑은 고딕"/>
        <a:font script="Hans" typeface="华文新魏"/>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rigin">
      <a:fillStyleLst>
        <a:solidFill>
          <a:schemeClr val="phClr"/>
        </a:solidFill>
        <a:gradFill rotWithShape="1">
          <a:gsLst>
            <a:gs pos="0">
              <a:schemeClr val="phClr">
                <a:tint val="45000"/>
                <a:satMod val="200000"/>
              </a:schemeClr>
            </a:gs>
            <a:gs pos="30000">
              <a:schemeClr val="phClr">
                <a:tint val="61000"/>
                <a:satMod val="200000"/>
              </a:schemeClr>
            </a:gs>
            <a:gs pos="45000">
              <a:schemeClr val="phClr">
                <a:tint val="66000"/>
                <a:satMod val="200000"/>
              </a:schemeClr>
            </a:gs>
            <a:gs pos="55000">
              <a:schemeClr val="phClr">
                <a:tint val="66000"/>
                <a:satMod val="200000"/>
              </a:schemeClr>
            </a:gs>
            <a:gs pos="73000">
              <a:schemeClr val="phClr">
                <a:tint val="61000"/>
                <a:satMod val="200000"/>
              </a:schemeClr>
            </a:gs>
            <a:gs pos="100000">
              <a:schemeClr val="phClr">
                <a:tint val="45000"/>
                <a:satMod val="200000"/>
              </a:schemeClr>
            </a:gs>
          </a:gsLst>
          <a:lin ang="950000" scaled="1"/>
        </a:gradFill>
        <a:gradFill rotWithShape="1">
          <a:gsLst>
            <a:gs pos="0">
              <a:schemeClr val="phClr">
                <a:shade val="63000"/>
              </a:schemeClr>
            </a:gs>
            <a:gs pos="30000">
              <a:schemeClr val="phClr">
                <a:shade val="90000"/>
                <a:satMod val="110000"/>
              </a:schemeClr>
            </a:gs>
            <a:gs pos="45000">
              <a:schemeClr val="phClr">
                <a:shade val="100000"/>
                <a:satMod val="118000"/>
              </a:schemeClr>
            </a:gs>
            <a:gs pos="55000">
              <a:schemeClr val="phClr">
                <a:shade val="100000"/>
                <a:satMod val="118000"/>
              </a:schemeClr>
            </a:gs>
            <a:gs pos="73000">
              <a:schemeClr val="phClr">
                <a:shade val="90000"/>
                <a:satMod val="110000"/>
              </a:schemeClr>
            </a:gs>
            <a:gs pos="100000">
              <a:schemeClr val="phClr">
                <a:shade val="63000"/>
              </a:schemeClr>
            </a:gs>
          </a:gsLst>
          <a:lin ang="950000" scaled="1"/>
        </a:gradFill>
      </a:fillStyleLst>
      <a:lnStyleLst>
        <a:ln w="9525" cap="flat" cmpd="sng" algn="ctr">
          <a:solidFill>
            <a:schemeClr val="phClr"/>
          </a:solidFill>
          <a:prstDash val="solid"/>
        </a:ln>
        <a:ln w="19050" cap="flat" cmpd="sng" algn="ctr">
          <a:solidFill>
            <a:schemeClr val="phClr"/>
          </a:solidFill>
          <a:prstDash val="solid"/>
        </a:ln>
        <a:ln w="25400" cap="flat" cmpd="sng" algn="ctr">
          <a:solidFill>
            <a:schemeClr val="phClr"/>
          </a:solidFill>
          <a:prstDash val="solid"/>
        </a:ln>
      </a:lnStyleLst>
      <a:effectStyleLst>
        <a:effectStyle>
          <a:effectLst>
            <a:outerShdw blurRad="38100" dist="25400" dir="5400000" rotWithShape="0">
              <a:srgbClr val="000000">
                <a:alpha val="40000"/>
              </a:srgbClr>
            </a:outerShdw>
          </a:effectLst>
        </a:effectStyle>
        <a:effectStyle>
          <a:effectLst>
            <a:outerShdw blurRad="50800" dist="43000" dir="5400000" rotWithShape="0">
              <a:srgbClr val="000000">
                <a:alpha val="40000"/>
              </a:srgbClr>
            </a:outerShdw>
          </a:effectLst>
          <a:scene3d>
            <a:camera prst="orthographicFront" fov="0">
              <a:rot lat="0" lon="0" rev="0"/>
            </a:camera>
            <a:lightRig rig="balanced" dir="t">
              <a:rot lat="0" lon="0" rev="0"/>
            </a:lightRig>
          </a:scene3d>
          <a:sp3d prstMaterial="matte">
            <a:bevelT w="0" h="0"/>
            <a:contourClr>
              <a:schemeClr val="phClr">
                <a:tint val="100000"/>
                <a:shade val="100000"/>
                <a:hueMod val="100000"/>
                <a:satMod val="100000"/>
              </a:schemeClr>
            </a:contourClr>
          </a:sp3d>
        </a:effectStyle>
        <a:effectStyle>
          <a:effectLst>
            <a:outerShdw blurRad="50800" dist="25400" dir="5400000" rotWithShape="0">
              <a:srgbClr val="000000">
                <a:alpha val="50000"/>
              </a:srgbClr>
            </a:outerShdw>
          </a:effectLst>
          <a:scene3d>
            <a:camera prst="orthographicFront" fov="0">
              <a:rot lat="0" lon="0" rev="0"/>
            </a:camera>
            <a:lightRig rig="soft" dir="t">
              <a:rot lat="0" lon="0" rev="2700000"/>
            </a:lightRig>
          </a:scene3d>
          <a:sp3d prstMaterial="matte">
            <a:bevelT w="50800" h="50800"/>
            <a:contourClr>
              <a:schemeClr val="phClr"/>
            </a:contourClr>
          </a:sp3d>
        </a:effectStyle>
      </a:effectStyleLst>
      <a:bgFillStyleLst>
        <a:solidFill>
          <a:schemeClr val="phClr"/>
        </a:solidFill>
        <a:gradFill rotWithShape="1">
          <a:gsLst>
            <a:gs pos="0">
              <a:schemeClr val="phClr">
                <a:shade val="60000"/>
                <a:satMod val="300000"/>
              </a:schemeClr>
            </a:gs>
            <a:gs pos="30000">
              <a:schemeClr val="phClr">
                <a:shade val="80000"/>
                <a:satMod val="230000"/>
              </a:schemeClr>
            </a:gs>
            <a:gs pos="100000">
              <a:schemeClr val="phClr">
                <a:tint val="97000"/>
                <a:satMod val="220000"/>
              </a:schemeClr>
            </a:gs>
          </a:gsLst>
          <a:lin ang="16200000" scaled="1"/>
        </a:gradFill>
        <a:blipFill>
          <a:blip xmlns:r="http://schemas.openxmlformats.org/officeDocument/2006/relationships" r:embed="rId1">
            <a:duotone>
              <a:schemeClr val="phClr">
                <a:shade val="6000"/>
                <a:satMod val="120000"/>
              </a:schemeClr>
              <a:schemeClr val="phClr">
                <a:tint val="90000"/>
              </a:schemeClr>
            </a:duotone>
          </a:blip>
          <a:tile tx="0" ty="0" sx="35000" sy="40000" flip="x" algn="tl"/>
        </a:blipFill>
      </a:bgFillStyleLst>
    </a:fmtScheme>
  </a:themeElements>
  <a:objectDefaults/>
  <a:extraClrSchemeLst/>
</a:theme>
</file>

<file path=ppt/theme/theme2.xml><?xml version="1.0" encoding="utf-8"?>
<a:theme xmlns:a="http://schemas.openxmlformats.org/drawingml/2006/main" name="1_Origin">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rigin">
      <a:majorFont>
        <a:latin typeface="Bookman Old Style"/>
        <a:ea typeface=""/>
        <a:cs typeface=""/>
        <a:font script="Grek" typeface="Cambria"/>
        <a:font script="Cyrl" typeface="Cambria"/>
        <a:font script="Jpan" typeface="HG明朝E"/>
        <a:font script="Hang" typeface="돋움"/>
        <a:font script="Hans" typeface="宋体"/>
        <a:font script="Hant" typeface="標楷體"/>
        <a:font script="Arab" typeface="Times New Roman"/>
        <a:font script="Hebr" typeface="Times New Roman"/>
        <a:font script="Thai" typeface="Browalli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Gill Sans MT"/>
        <a:ea typeface=""/>
        <a:cs typeface=""/>
        <a:font script="Grek" typeface="Calibri"/>
        <a:font script="Cyrl" typeface="Calibri"/>
        <a:font script="Jpan" typeface="ＭＳ Ｐゴシック"/>
        <a:font script="Hang" typeface="맑은 고딕"/>
        <a:font script="Hans" typeface="华文新魏"/>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rigin">
      <a:fillStyleLst>
        <a:solidFill>
          <a:schemeClr val="phClr"/>
        </a:solidFill>
        <a:gradFill rotWithShape="1">
          <a:gsLst>
            <a:gs pos="0">
              <a:schemeClr val="phClr">
                <a:tint val="45000"/>
                <a:satMod val="200000"/>
              </a:schemeClr>
            </a:gs>
            <a:gs pos="30000">
              <a:schemeClr val="phClr">
                <a:tint val="61000"/>
                <a:satMod val="200000"/>
              </a:schemeClr>
            </a:gs>
            <a:gs pos="45000">
              <a:schemeClr val="phClr">
                <a:tint val="66000"/>
                <a:satMod val="200000"/>
              </a:schemeClr>
            </a:gs>
            <a:gs pos="55000">
              <a:schemeClr val="phClr">
                <a:tint val="66000"/>
                <a:satMod val="200000"/>
              </a:schemeClr>
            </a:gs>
            <a:gs pos="73000">
              <a:schemeClr val="phClr">
                <a:tint val="61000"/>
                <a:satMod val="200000"/>
              </a:schemeClr>
            </a:gs>
            <a:gs pos="100000">
              <a:schemeClr val="phClr">
                <a:tint val="45000"/>
                <a:satMod val="200000"/>
              </a:schemeClr>
            </a:gs>
          </a:gsLst>
          <a:lin ang="950000" scaled="1"/>
        </a:gradFill>
        <a:gradFill rotWithShape="1">
          <a:gsLst>
            <a:gs pos="0">
              <a:schemeClr val="phClr">
                <a:shade val="63000"/>
              </a:schemeClr>
            </a:gs>
            <a:gs pos="30000">
              <a:schemeClr val="phClr">
                <a:shade val="90000"/>
                <a:satMod val="110000"/>
              </a:schemeClr>
            </a:gs>
            <a:gs pos="45000">
              <a:schemeClr val="phClr">
                <a:shade val="100000"/>
                <a:satMod val="118000"/>
              </a:schemeClr>
            </a:gs>
            <a:gs pos="55000">
              <a:schemeClr val="phClr">
                <a:shade val="100000"/>
                <a:satMod val="118000"/>
              </a:schemeClr>
            </a:gs>
            <a:gs pos="73000">
              <a:schemeClr val="phClr">
                <a:shade val="90000"/>
                <a:satMod val="110000"/>
              </a:schemeClr>
            </a:gs>
            <a:gs pos="100000">
              <a:schemeClr val="phClr">
                <a:shade val="63000"/>
              </a:schemeClr>
            </a:gs>
          </a:gsLst>
          <a:lin ang="950000" scaled="1"/>
        </a:gradFill>
      </a:fillStyleLst>
      <a:lnStyleLst>
        <a:ln w="9525" cap="flat" cmpd="sng" algn="ctr">
          <a:solidFill>
            <a:schemeClr val="phClr"/>
          </a:solidFill>
          <a:prstDash val="solid"/>
        </a:ln>
        <a:ln w="19050" cap="flat" cmpd="sng" algn="ctr">
          <a:solidFill>
            <a:schemeClr val="phClr"/>
          </a:solidFill>
          <a:prstDash val="solid"/>
        </a:ln>
        <a:ln w="25400" cap="flat" cmpd="sng" algn="ctr">
          <a:solidFill>
            <a:schemeClr val="phClr"/>
          </a:solidFill>
          <a:prstDash val="solid"/>
        </a:ln>
      </a:lnStyleLst>
      <a:effectStyleLst>
        <a:effectStyle>
          <a:effectLst>
            <a:outerShdw blurRad="38100" dist="25400" dir="5400000" rotWithShape="0">
              <a:srgbClr val="000000">
                <a:alpha val="40000"/>
              </a:srgbClr>
            </a:outerShdw>
          </a:effectLst>
        </a:effectStyle>
        <a:effectStyle>
          <a:effectLst>
            <a:outerShdw blurRad="50800" dist="43000" dir="5400000" rotWithShape="0">
              <a:srgbClr val="000000">
                <a:alpha val="40000"/>
              </a:srgbClr>
            </a:outerShdw>
          </a:effectLst>
          <a:scene3d>
            <a:camera prst="orthographicFront" fov="0">
              <a:rot lat="0" lon="0" rev="0"/>
            </a:camera>
            <a:lightRig rig="balanced" dir="t">
              <a:rot lat="0" lon="0" rev="0"/>
            </a:lightRig>
          </a:scene3d>
          <a:sp3d prstMaterial="matte">
            <a:bevelT w="0" h="0"/>
            <a:contourClr>
              <a:schemeClr val="phClr">
                <a:tint val="100000"/>
                <a:shade val="100000"/>
                <a:hueMod val="100000"/>
                <a:satMod val="100000"/>
              </a:schemeClr>
            </a:contourClr>
          </a:sp3d>
        </a:effectStyle>
        <a:effectStyle>
          <a:effectLst>
            <a:outerShdw blurRad="50800" dist="25400" dir="5400000" rotWithShape="0">
              <a:srgbClr val="000000">
                <a:alpha val="50000"/>
              </a:srgbClr>
            </a:outerShdw>
          </a:effectLst>
          <a:scene3d>
            <a:camera prst="orthographicFront" fov="0">
              <a:rot lat="0" lon="0" rev="0"/>
            </a:camera>
            <a:lightRig rig="soft" dir="t">
              <a:rot lat="0" lon="0" rev="2700000"/>
            </a:lightRig>
          </a:scene3d>
          <a:sp3d prstMaterial="matte">
            <a:bevelT w="50800" h="50800"/>
            <a:contourClr>
              <a:schemeClr val="phClr"/>
            </a:contourClr>
          </a:sp3d>
        </a:effectStyle>
      </a:effectStyleLst>
      <a:bgFillStyleLst>
        <a:solidFill>
          <a:schemeClr val="phClr"/>
        </a:solidFill>
        <a:gradFill rotWithShape="1">
          <a:gsLst>
            <a:gs pos="0">
              <a:schemeClr val="phClr">
                <a:shade val="60000"/>
                <a:satMod val="300000"/>
              </a:schemeClr>
            </a:gs>
            <a:gs pos="30000">
              <a:schemeClr val="phClr">
                <a:shade val="80000"/>
                <a:satMod val="230000"/>
              </a:schemeClr>
            </a:gs>
            <a:gs pos="100000">
              <a:schemeClr val="phClr">
                <a:tint val="97000"/>
                <a:satMod val="220000"/>
              </a:schemeClr>
            </a:gs>
          </a:gsLst>
          <a:lin ang="16200000" scaled="1"/>
        </a:gradFill>
        <a:blipFill>
          <a:blip xmlns:r="http://schemas.openxmlformats.org/officeDocument/2006/relationships" r:embed="rId1">
            <a:duotone>
              <a:schemeClr val="phClr">
                <a:shade val="6000"/>
                <a:satMod val="120000"/>
              </a:schemeClr>
              <a:schemeClr val="phClr">
                <a:tint val="90000"/>
              </a:schemeClr>
            </a:duotone>
          </a:blip>
          <a:tile tx="0" ty="0" sx="35000" sy="40000" flip="x" algn="tl"/>
        </a:blipFill>
      </a:bgFillStyleLst>
    </a:fmtScheme>
  </a:themeElements>
  <a:objectDefaults/>
  <a:extraClrScheme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4.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Origin</Template>
  <TotalTime>2487</TotalTime>
  <Words>5765</Words>
  <Application>Microsoft Office PowerPoint</Application>
  <PresentationFormat>On-screen Show (4:3)</PresentationFormat>
  <Paragraphs>926</Paragraphs>
  <Slides>36</Slides>
  <Notes>8</Notes>
  <HiddenSlides>0</HiddenSlides>
  <MMClips>0</MMClips>
  <ScaleCrop>false</ScaleCrop>
  <HeadingPairs>
    <vt:vector size="6" baseType="variant">
      <vt:variant>
        <vt:lpstr>Fonts Used</vt:lpstr>
      </vt:variant>
      <vt:variant>
        <vt:i4>12</vt:i4>
      </vt:variant>
      <vt:variant>
        <vt:lpstr>Theme</vt:lpstr>
      </vt:variant>
      <vt:variant>
        <vt:i4>2</vt:i4>
      </vt:variant>
      <vt:variant>
        <vt:lpstr>Slide Titles</vt:lpstr>
      </vt:variant>
      <vt:variant>
        <vt:i4>36</vt:i4>
      </vt:variant>
    </vt:vector>
  </HeadingPairs>
  <TitlesOfParts>
    <vt:vector size="50" baseType="lpstr">
      <vt:lpstr>Bookman Old Style (Headings)</vt:lpstr>
      <vt:lpstr>Arial</vt:lpstr>
      <vt:lpstr>Bookman Old Style</vt:lpstr>
      <vt:lpstr>Calibri</vt:lpstr>
      <vt:lpstr>Cambria Math</vt:lpstr>
      <vt:lpstr>Consolas</vt:lpstr>
      <vt:lpstr>Courier New</vt:lpstr>
      <vt:lpstr>Gill Sans MT</vt:lpstr>
      <vt:lpstr>Segoe UI</vt:lpstr>
      <vt:lpstr>Times New Roman</vt:lpstr>
      <vt:lpstr>Wingdings</vt:lpstr>
      <vt:lpstr>Wingdings 3</vt:lpstr>
      <vt:lpstr>Origin</vt:lpstr>
      <vt:lpstr>1_Origin</vt:lpstr>
      <vt:lpstr>Z. Gu</vt:lpstr>
      <vt:lpstr>Stack</vt:lpstr>
      <vt:lpstr>Stack</vt:lpstr>
      <vt:lpstr>Stack</vt:lpstr>
      <vt:lpstr>Stack ANS</vt:lpstr>
      <vt:lpstr>Stack</vt:lpstr>
      <vt:lpstr>Stack ANS</vt:lpstr>
      <vt:lpstr>Stack</vt:lpstr>
      <vt:lpstr>Stack ANS</vt:lpstr>
      <vt:lpstr>Instructions for swapping R1 and R2</vt:lpstr>
      <vt:lpstr>Program Understanding</vt:lpstr>
      <vt:lpstr>Program Understanding ANS</vt:lpstr>
      <vt:lpstr>Passing arguments and Returning Value</vt:lpstr>
      <vt:lpstr>Passing arguments and Returning Value ANS</vt:lpstr>
      <vt:lpstr>Argument Passing</vt:lpstr>
      <vt:lpstr>Argument Passing ANS</vt:lpstr>
      <vt:lpstr>What’s wrong? Passing arguments and Returning Value</vt:lpstr>
      <vt:lpstr>What’s wrong? Passing arguments and Returning Value ANS</vt:lpstr>
      <vt:lpstr>What is Wrong?</vt:lpstr>
      <vt:lpstr>What is Wrong? ANS</vt:lpstr>
      <vt:lpstr>Program Understanding</vt:lpstr>
      <vt:lpstr>Program Understanding ANS</vt:lpstr>
      <vt:lpstr>toLower</vt:lpstr>
      <vt:lpstr>toLower ANS</vt:lpstr>
      <vt:lpstr>Separator Page</vt:lpstr>
      <vt:lpstr>If Then Else</vt:lpstr>
      <vt:lpstr>If Then Else ANS</vt:lpstr>
      <vt:lpstr>Factorial</vt:lpstr>
      <vt:lpstr>Factorial</vt:lpstr>
      <vt:lpstr>Factorial ANS</vt:lpstr>
      <vt:lpstr>What is wrong?</vt:lpstr>
      <vt:lpstr>What is wrong? ANS</vt:lpstr>
      <vt:lpstr>Explanations</vt:lpstr>
      <vt:lpstr>Program Understanding</vt:lpstr>
      <vt:lpstr>Program Understanding ANS</vt:lpstr>
      <vt:lpstr>Detailed Explanations</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Dr. Yifeng Zhu Electrical and Computer Engineering University of Maine</dc:title>
  <dc:creator>zhu</dc:creator>
  <cp:lastModifiedBy>Zonghua Gu</cp:lastModifiedBy>
  <cp:revision>184</cp:revision>
  <cp:lastPrinted>2018-03-21T12:46:41Z</cp:lastPrinted>
  <dcterms:created xsi:type="dcterms:W3CDTF">2012-11-17T20:04:56Z</dcterms:created>
  <dcterms:modified xsi:type="dcterms:W3CDTF">2025-12-03T01:57:30Z</dcterms:modified>
</cp:coreProperties>
</file>